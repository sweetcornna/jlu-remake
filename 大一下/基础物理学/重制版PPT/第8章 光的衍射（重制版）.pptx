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hys_ch8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hys_ch8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29ce8e47d5bb4cab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ccf344a05385c7e.png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aa90e5ed2689310b.png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rcRect l="5556" t="0" r="5555" b="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5116830" cy="3437763"/>
            <a:chOff x="666750" y="1619250"/>
            <a:chExt cx="5116830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745932" cy="3429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09438" y="1718310"/>
              <a:ext cx="14996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基础物理学 · 第八章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229971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光的衍射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51069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从半波带法、光栅方程到分辨本领与布拉格公式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5675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惠更斯-菲涅耳原理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单缝衍射与半波带法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光栅方程、缺级与光谱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6884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补充：圆孔与 X 射线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208793" cy="205359"/>
            <a:chOff x="680466" y="6192202"/>
            <a:chExt cx="4208793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2087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自学复习版｜据吉林大学《基础物理学》第8章课件整理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光的衍射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agenda-1"/>
          <p:cNvGrpSpPr/>
          <p:nvPr/>
        </p:nvGrpSpPr>
        <p:grpSpPr>
          <a:xfrm>
            <a:off x="521970" y="1515428"/>
            <a:ext cx="6287453" cy="3689317"/>
            <a:chOff x="521970" y="1515428"/>
            <a:chExt cx="6287453" cy="3689317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30326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衍射现象与惠更斯-菲涅耳原理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44931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什么是衍射，菲涅耳衍射与夫琅禾费衍射，子波的相干叠加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夫琅禾费单缝衍射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46654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半波带法、明暗条件、光强分布、条纹位置与宽度、三道例题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补充：圆孔衍射与分辨本领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43638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艾里斑、瑞利判据、最小分辨角（原课件跳过了 8.3 节）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光栅衍射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53546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光栅方程、极小与次极大、级次有限、斜入射、缺级、光谱与六道例题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178109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补充：X 射线衍射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29250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布拉格公式 2d sinθ = kλ，作业里用到</a:t>
              </a:r>
            </a:p>
          </p:txBody>
        </p:sp>
      </p:grpSp>
      <p:grpSp>
        <p:nvGrpSpPr>
          <p:cNvPr id="41" name="c2-card-1"/>
          <p:cNvGrpSpPr/>
          <p:nvPr/>
        </p:nvGrpSpPr>
        <p:grpSpPr>
          <a:xfrm>
            <a:off x="7114222" y="1524000"/>
            <a:ext cx="4544378" cy="3800475"/>
            <a:chOff x="7114222" y="1524000"/>
            <a:chExt cx="4544378" cy="3800475"/>
          </a:xfrm>
        </p:grpSpPr>
        <p:sp>
          <p:nvSpPr>
            <p:cNvPr id="27" name="Rectangle 27"/>
            <p:cNvSpPr/>
            <p:nvPr/>
          </p:nvSpPr>
          <p:spPr>
            <a:xfrm>
              <a:off x="7114222" y="1524000"/>
              <a:ext cx="4544378" cy="3800475"/>
            </a:xfrm>
            <a:prstGeom prst="roundRect">
              <a:avLst>
                <a:gd name="adj" fmla="val 35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7123748" y="1657350"/>
              <a:ext cx="47625" cy="353377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525702" y="2110740"/>
              <a:ext cx="3444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用半波带法判断单缝某方向是明纹还是暗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纹，数出半波带个数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525702" y="2731770"/>
              <a:ext cx="34823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a sinφ = ±kλ 算单缝暗纹位置，由 l₀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2fλ/a 算中央明纹宽度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3352800"/>
              <a:ext cx="37680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θ₀ = 1.22λ/D 估算人眼、望远镜的最小分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辨角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397383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由光栅方程求最高级次和缺级，写出屏上实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际出现的全部级次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465772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459486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算白光光栅光谱的范围与重叠，用布拉格公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式求晶面间距或波长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第8章 光的衍射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6616667" cy="2997517"/>
            <a:chOff x="667512" y="1835468"/>
            <a:chExt cx="6616667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6616667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衍射现象与惠更斯-菲涅耳原理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5587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对应原课件 8.1，光绕过障碍物的边缘，进入几何阴影区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光的衍射现象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菲涅耳衍射与夫琅禾费衍射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74174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惠更斯-菲涅耳原理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第8章 光的衍射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4994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8926" y="407194"/>
              <a:ext cx="32798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光的衍射 · 衍射现象与惠更斯-菲涅耳原理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光的衍射：光绕过障碍物边缘，偏离直线传播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g_phenom"/>
          <p:cNvGrpSpPr/>
          <p:nvPr/>
        </p:nvGrpSpPr>
        <p:grpSpPr>
          <a:xfrm>
            <a:off x="1231582" y="2142172"/>
            <a:ext cx="4379755" cy="2686527"/>
            <a:chOff x="1231582" y="2142172"/>
            <a:chExt cx="4379755" cy="2686527"/>
          </a:xfrm>
        </p:grpSpPr>
        <p:sp>
          <p:nvSpPr>
            <p:cNvPr id="7" name="Freeform 7"/>
            <p:cNvSpPr/>
            <p:nvPr/>
          </p:nvSpPr>
          <p:spPr>
            <a:xfrm>
              <a:off x="2574608" y="2190750"/>
              <a:ext cx="9525" cy="1025842"/>
            </a:xfrm>
            <a:custGeom>
              <a:avLst/>
              <a:gdLst/>
              <a:ahLst/>
              <a:cxnLst/>
              <a:rect l="l" t="t" r="r" b="b"/>
              <a:pathLst>
                <a:path w="9525" h="1025842">
                  <a:moveTo>
                    <a:pt x="0" y="0"/>
                  </a:moveTo>
                  <a:lnTo>
                    <a:pt x="0" y="1025842"/>
                  </a:lnTo>
                </a:path>
              </a:pathLst>
            </a:custGeom>
            <a:noFill/>
            <a:ln w="2857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574608" y="3494722"/>
              <a:ext cx="9525" cy="1025843"/>
            </a:xfrm>
            <a:custGeom>
              <a:avLst/>
              <a:gdLst/>
              <a:ahLst/>
              <a:cxnLst/>
              <a:rect l="l" t="t" r="r" b="b"/>
              <a:pathLst>
                <a:path w="9525" h="1025843">
                  <a:moveTo>
                    <a:pt x="0" y="0"/>
                  </a:moveTo>
                  <a:lnTo>
                    <a:pt x="0" y="1025843"/>
                  </a:lnTo>
                </a:path>
              </a:pathLst>
            </a:custGeom>
            <a:noFill/>
            <a:ln w="28575">
              <a:solidFill>
                <a:srgbClr val="1F2937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4922520" y="2142172"/>
              <a:ext cx="9525" cy="2426970"/>
            </a:xfrm>
            <a:custGeom>
              <a:avLst/>
              <a:gdLst/>
              <a:ahLst/>
              <a:cxnLst/>
              <a:rect l="l" t="t" r="r" b="b"/>
              <a:pathLst>
                <a:path w="9525" h="2426970">
                  <a:moveTo>
                    <a:pt x="0" y="0"/>
                  </a:moveTo>
                  <a:lnTo>
                    <a:pt x="0" y="2426970"/>
                  </a:lnTo>
                </a:path>
              </a:pathLst>
            </a:custGeom>
            <a:noFill/>
            <a:ln w="2857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288732" y="3227070"/>
              <a:ext cx="1276350" cy="127635"/>
            </a:xfrm>
            <a:custGeom>
              <a:avLst/>
              <a:gdLst/>
              <a:ahLst/>
              <a:cxnLst/>
              <a:rect l="l" t="t" r="r" b="b"/>
              <a:pathLst>
                <a:path w="1276350" h="127635">
                  <a:moveTo>
                    <a:pt x="0" y="127635"/>
                  </a:moveTo>
                  <a:lnTo>
                    <a:pt x="1276350" y="0"/>
                  </a:lnTo>
                </a:path>
              </a:pathLst>
            </a:custGeom>
            <a:noFill/>
            <a:ln w="17145">
              <a:solidFill>
                <a:srgbClr val="D97706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288732" y="3356610"/>
              <a:ext cx="1276350" cy="127635"/>
            </a:xfrm>
            <a:custGeom>
              <a:avLst/>
              <a:gdLst/>
              <a:ahLst/>
              <a:cxnLst/>
              <a:rect l="l" t="t" r="r" b="b"/>
              <a:pathLst>
                <a:path w="1276350" h="127635">
                  <a:moveTo>
                    <a:pt x="0" y="0"/>
                  </a:moveTo>
                  <a:lnTo>
                    <a:pt x="1276350" y="127635"/>
                  </a:lnTo>
                </a:path>
              </a:pathLst>
            </a:custGeom>
            <a:noFill/>
            <a:ln w="17145">
              <a:solidFill>
                <a:srgbClr val="D97706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584132" y="2992755"/>
              <a:ext cx="2328862" cy="232410"/>
            </a:xfrm>
            <a:custGeom>
              <a:avLst/>
              <a:gdLst/>
              <a:ahLst/>
              <a:cxnLst/>
              <a:rect l="l" t="t" r="r" b="b"/>
              <a:pathLst>
                <a:path w="2328862" h="232410">
                  <a:moveTo>
                    <a:pt x="0" y="232410"/>
                  </a:moveTo>
                  <a:lnTo>
                    <a:pt x="2328862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13" name="Freeform 13"/>
            <p:cNvSpPr/>
            <p:nvPr/>
          </p:nvSpPr>
          <p:spPr>
            <a:xfrm>
              <a:off x="2584132" y="3486150"/>
              <a:ext cx="2328862" cy="233362"/>
            </a:xfrm>
            <a:custGeom>
              <a:avLst/>
              <a:gdLst/>
              <a:ahLst/>
              <a:cxnLst/>
              <a:rect l="l" t="t" r="r" b="b"/>
              <a:pathLst>
                <a:path w="2328862" h="233362">
                  <a:moveTo>
                    <a:pt x="0" y="0"/>
                  </a:moveTo>
                  <a:lnTo>
                    <a:pt x="2328862" y="233362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14" name="Freeform 14"/>
            <p:cNvSpPr/>
            <p:nvPr/>
          </p:nvSpPr>
          <p:spPr>
            <a:xfrm>
              <a:off x="4857750" y="3001328"/>
              <a:ext cx="9525" cy="709612"/>
            </a:xfrm>
            <a:custGeom>
              <a:avLst/>
              <a:gdLst/>
              <a:ahLst/>
              <a:cxnLst/>
              <a:rect l="l" t="t" r="r" b="b"/>
              <a:pathLst>
                <a:path w="9525" h="709612">
                  <a:moveTo>
                    <a:pt x="0" y="0"/>
                  </a:moveTo>
                  <a:lnTo>
                    <a:pt x="0" y="709612"/>
                  </a:lnTo>
                </a:path>
              </a:pathLst>
            </a:custGeom>
            <a:noFill/>
            <a:ln w="47625">
              <a:solidFill>
                <a:srgbClr val="D97706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5003482" y="2159318"/>
              <a:ext cx="501968" cy="2393632"/>
            </a:xfrm>
            <a:custGeom>
              <a:avLst/>
              <a:gdLst/>
              <a:ahLst/>
              <a:cxnLst/>
              <a:rect l="l" t="t" r="r" b="b"/>
              <a:pathLst>
                <a:path w="501968" h="2393632">
                  <a:moveTo>
                    <a:pt x="1905" y="0"/>
                  </a:moveTo>
                  <a:lnTo>
                    <a:pt x="953" y="3810"/>
                  </a:lnTo>
                  <a:lnTo>
                    <a:pt x="953" y="17145"/>
                  </a:lnTo>
                  <a:lnTo>
                    <a:pt x="0" y="30480"/>
                  </a:lnTo>
                  <a:lnTo>
                    <a:pt x="0" y="43815"/>
                  </a:lnTo>
                  <a:lnTo>
                    <a:pt x="0" y="57150"/>
                  </a:lnTo>
                  <a:lnTo>
                    <a:pt x="0" y="70485"/>
                  </a:lnTo>
                  <a:lnTo>
                    <a:pt x="0" y="83820"/>
                  </a:lnTo>
                  <a:lnTo>
                    <a:pt x="953" y="97155"/>
                  </a:lnTo>
                  <a:lnTo>
                    <a:pt x="953" y="110490"/>
                  </a:lnTo>
                  <a:lnTo>
                    <a:pt x="1905" y="123825"/>
                  </a:lnTo>
                  <a:lnTo>
                    <a:pt x="2858" y="137160"/>
                  </a:lnTo>
                  <a:lnTo>
                    <a:pt x="3810" y="150495"/>
                  </a:lnTo>
                  <a:lnTo>
                    <a:pt x="3810" y="163830"/>
                  </a:lnTo>
                  <a:lnTo>
                    <a:pt x="5715" y="177165"/>
                  </a:lnTo>
                  <a:lnTo>
                    <a:pt x="6668" y="191453"/>
                  </a:lnTo>
                  <a:lnTo>
                    <a:pt x="8573" y="204788"/>
                  </a:lnTo>
                  <a:lnTo>
                    <a:pt x="9525" y="218123"/>
                  </a:lnTo>
                  <a:lnTo>
                    <a:pt x="11430" y="231458"/>
                  </a:lnTo>
                  <a:lnTo>
                    <a:pt x="13335" y="244793"/>
                  </a:lnTo>
                  <a:lnTo>
                    <a:pt x="14288" y="258128"/>
                  </a:lnTo>
                  <a:lnTo>
                    <a:pt x="16193" y="271462"/>
                  </a:lnTo>
                  <a:lnTo>
                    <a:pt x="18098" y="284798"/>
                  </a:lnTo>
                  <a:lnTo>
                    <a:pt x="19050" y="298133"/>
                  </a:lnTo>
                  <a:lnTo>
                    <a:pt x="20003" y="311467"/>
                  </a:lnTo>
                  <a:lnTo>
                    <a:pt x="20955" y="324803"/>
                  </a:lnTo>
                  <a:lnTo>
                    <a:pt x="21908" y="339090"/>
                  </a:lnTo>
                  <a:lnTo>
                    <a:pt x="22860" y="352425"/>
                  </a:lnTo>
                  <a:lnTo>
                    <a:pt x="22860" y="365760"/>
                  </a:lnTo>
                  <a:lnTo>
                    <a:pt x="23812" y="379095"/>
                  </a:lnTo>
                  <a:lnTo>
                    <a:pt x="23812" y="392430"/>
                  </a:lnTo>
                  <a:lnTo>
                    <a:pt x="22860" y="405765"/>
                  </a:lnTo>
                  <a:lnTo>
                    <a:pt x="22860" y="419100"/>
                  </a:lnTo>
                  <a:lnTo>
                    <a:pt x="21908" y="432435"/>
                  </a:lnTo>
                  <a:lnTo>
                    <a:pt x="20955" y="445770"/>
                  </a:lnTo>
                  <a:lnTo>
                    <a:pt x="20003" y="459105"/>
                  </a:lnTo>
                  <a:lnTo>
                    <a:pt x="18098" y="472440"/>
                  </a:lnTo>
                  <a:lnTo>
                    <a:pt x="16193" y="485775"/>
                  </a:lnTo>
                  <a:lnTo>
                    <a:pt x="15240" y="499110"/>
                  </a:lnTo>
                  <a:lnTo>
                    <a:pt x="12383" y="512445"/>
                  </a:lnTo>
                  <a:lnTo>
                    <a:pt x="10478" y="525780"/>
                  </a:lnTo>
                  <a:lnTo>
                    <a:pt x="8573" y="539115"/>
                  </a:lnTo>
                  <a:lnTo>
                    <a:pt x="6668" y="552450"/>
                  </a:lnTo>
                  <a:lnTo>
                    <a:pt x="4762" y="566738"/>
                  </a:lnTo>
                  <a:lnTo>
                    <a:pt x="2858" y="580073"/>
                  </a:lnTo>
                  <a:lnTo>
                    <a:pt x="1905" y="593408"/>
                  </a:lnTo>
                  <a:lnTo>
                    <a:pt x="953" y="606742"/>
                  </a:lnTo>
                  <a:lnTo>
                    <a:pt x="0" y="620078"/>
                  </a:lnTo>
                  <a:lnTo>
                    <a:pt x="0" y="633412"/>
                  </a:lnTo>
                  <a:lnTo>
                    <a:pt x="953" y="646748"/>
                  </a:lnTo>
                  <a:lnTo>
                    <a:pt x="1905" y="660083"/>
                  </a:lnTo>
                  <a:lnTo>
                    <a:pt x="3810" y="673417"/>
                  </a:lnTo>
                  <a:lnTo>
                    <a:pt x="6668" y="686753"/>
                  </a:lnTo>
                  <a:lnTo>
                    <a:pt x="9525" y="700088"/>
                  </a:lnTo>
                  <a:lnTo>
                    <a:pt x="14288" y="714375"/>
                  </a:lnTo>
                  <a:lnTo>
                    <a:pt x="20003" y="727710"/>
                  </a:lnTo>
                  <a:lnTo>
                    <a:pt x="25718" y="741045"/>
                  </a:lnTo>
                  <a:lnTo>
                    <a:pt x="34290" y="754380"/>
                  </a:lnTo>
                  <a:lnTo>
                    <a:pt x="42862" y="767715"/>
                  </a:lnTo>
                  <a:lnTo>
                    <a:pt x="52388" y="781050"/>
                  </a:lnTo>
                  <a:lnTo>
                    <a:pt x="62865" y="794385"/>
                  </a:lnTo>
                  <a:lnTo>
                    <a:pt x="75248" y="807720"/>
                  </a:lnTo>
                  <a:lnTo>
                    <a:pt x="88583" y="821055"/>
                  </a:lnTo>
                  <a:lnTo>
                    <a:pt x="102870" y="834390"/>
                  </a:lnTo>
                  <a:lnTo>
                    <a:pt x="118110" y="847725"/>
                  </a:lnTo>
                  <a:lnTo>
                    <a:pt x="134303" y="861060"/>
                  </a:lnTo>
                  <a:lnTo>
                    <a:pt x="151448" y="874395"/>
                  </a:lnTo>
                  <a:lnTo>
                    <a:pt x="168593" y="887730"/>
                  </a:lnTo>
                  <a:lnTo>
                    <a:pt x="186690" y="901065"/>
                  </a:lnTo>
                  <a:lnTo>
                    <a:pt x="205740" y="914400"/>
                  </a:lnTo>
                  <a:lnTo>
                    <a:pt x="225743" y="928688"/>
                  </a:lnTo>
                  <a:lnTo>
                    <a:pt x="245745" y="942023"/>
                  </a:lnTo>
                  <a:lnTo>
                    <a:pt x="265748" y="955358"/>
                  </a:lnTo>
                  <a:lnTo>
                    <a:pt x="285750" y="968692"/>
                  </a:lnTo>
                  <a:lnTo>
                    <a:pt x="305753" y="982028"/>
                  </a:lnTo>
                  <a:lnTo>
                    <a:pt x="325755" y="995362"/>
                  </a:lnTo>
                  <a:lnTo>
                    <a:pt x="344805" y="1008698"/>
                  </a:lnTo>
                  <a:lnTo>
                    <a:pt x="363855" y="1022033"/>
                  </a:lnTo>
                  <a:lnTo>
                    <a:pt x="381953" y="1035367"/>
                  </a:lnTo>
                  <a:lnTo>
                    <a:pt x="400050" y="1048703"/>
                  </a:lnTo>
                  <a:lnTo>
                    <a:pt x="416243" y="1062038"/>
                  </a:lnTo>
                  <a:lnTo>
                    <a:pt x="431483" y="1075373"/>
                  </a:lnTo>
                  <a:lnTo>
                    <a:pt x="445770" y="1089660"/>
                  </a:lnTo>
                  <a:lnTo>
                    <a:pt x="458153" y="1102995"/>
                  </a:lnTo>
                  <a:lnTo>
                    <a:pt x="469583" y="1116330"/>
                  </a:lnTo>
                  <a:lnTo>
                    <a:pt x="480060" y="1129665"/>
                  </a:lnTo>
                  <a:lnTo>
                    <a:pt x="487680" y="1143000"/>
                  </a:lnTo>
                  <a:lnTo>
                    <a:pt x="493395" y="1156335"/>
                  </a:lnTo>
                  <a:lnTo>
                    <a:pt x="498158" y="1169670"/>
                  </a:lnTo>
                  <a:lnTo>
                    <a:pt x="501015" y="1183005"/>
                  </a:lnTo>
                  <a:lnTo>
                    <a:pt x="501968" y="1196340"/>
                  </a:lnTo>
                  <a:lnTo>
                    <a:pt x="501015" y="1209675"/>
                  </a:lnTo>
                  <a:lnTo>
                    <a:pt x="498158" y="1223010"/>
                  </a:lnTo>
                  <a:lnTo>
                    <a:pt x="493395" y="1236345"/>
                  </a:lnTo>
                  <a:lnTo>
                    <a:pt x="487680" y="1250632"/>
                  </a:lnTo>
                  <a:lnTo>
                    <a:pt x="480060" y="1263968"/>
                  </a:lnTo>
                  <a:lnTo>
                    <a:pt x="469583" y="1277303"/>
                  </a:lnTo>
                  <a:lnTo>
                    <a:pt x="458153" y="1290638"/>
                  </a:lnTo>
                  <a:lnTo>
                    <a:pt x="445770" y="1303973"/>
                  </a:lnTo>
                  <a:lnTo>
                    <a:pt x="431483" y="1317308"/>
                  </a:lnTo>
                  <a:lnTo>
                    <a:pt x="416243" y="1330642"/>
                  </a:lnTo>
                  <a:lnTo>
                    <a:pt x="400050" y="1343978"/>
                  </a:lnTo>
                  <a:lnTo>
                    <a:pt x="381953" y="1357312"/>
                  </a:lnTo>
                  <a:lnTo>
                    <a:pt x="363855" y="1370648"/>
                  </a:lnTo>
                  <a:lnTo>
                    <a:pt x="344805" y="1383982"/>
                  </a:lnTo>
                  <a:lnTo>
                    <a:pt x="325755" y="1397318"/>
                  </a:lnTo>
                  <a:lnTo>
                    <a:pt x="305753" y="1410653"/>
                  </a:lnTo>
                  <a:lnTo>
                    <a:pt x="285750" y="1423988"/>
                  </a:lnTo>
                  <a:lnTo>
                    <a:pt x="265748" y="1437323"/>
                  </a:lnTo>
                  <a:lnTo>
                    <a:pt x="245745" y="1450658"/>
                  </a:lnTo>
                  <a:lnTo>
                    <a:pt x="225743" y="1464945"/>
                  </a:lnTo>
                  <a:lnTo>
                    <a:pt x="205740" y="1478280"/>
                  </a:lnTo>
                  <a:lnTo>
                    <a:pt x="186690" y="1491615"/>
                  </a:lnTo>
                  <a:lnTo>
                    <a:pt x="168593" y="1504950"/>
                  </a:lnTo>
                  <a:lnTo>
                    <a:pt x="151448" y="1518285"/>
                  </a:lnTo>
                  <a:lnTo>
                    <a:pt x="134303" y="1531620"/>
                  </a:lnTo>
                  <a:lnTo>
                    <a:pt x="118110" y="1544955"/>
                  </a:lnTo>
                  <a:lnTo>
                    <a:pt x="102870" y="1558290"/>
                  </a:lnTo>
                  <a:lnTo>
                    <a:pt x="88583" y="1571625"/>
                  </a:lnTo>
                  <a:lnTo>
                    <a:pt x="75248" y="1584960"/>
                  </a:lnTo>
                  <a:lnTo>
                    <a:pt x="62865" y="1598295"/>
                  </a:lnTo>
                  <a:lnTo>
                    <a:pt x="52388" y="1612582"/>
                  </a:lnTo>
                  <a:lnTo>
                    <a:pt x="42862" y="1625918"/>
                  </a:lnTo>
                  <a:lnTo>
                    <a:pt x="34290" y="1639253"/>
                  </a:lnTo>
                  <a:lnTo>
                    <a:pt x="25718" y="1652588"/>
                  </a:lnTo>
                  <a:lnTo>
                    <a:pt x="20003" y="1665923"/>
                  </a:lnTo>
                  <a:lnTo>
                    <a:pt x="14288" y="1679258"/>
                  </a:lnTo>
                  <a:lnTo>
                    <a:pt x="9525" y="1692592"/>
                  </a:lnTo>
                  <a:lnTo>
                    <a:pt x="6668" y="1705928"/>
                  </a:lnTo>
                  <a:lnTo>
                    <a:pt x="3810" y="1719262"/>
                  </a:lnTo>
                  <a:lnTo>
                    <a:pt x="1905" y="1732598"/>
                  </a:lnTo>
                  <a:lnTo>
                    <a:pt x="953" y="1745932"/>
                  </a:lnTo>
                  <a:lnTo>
                    <a:pt x="0" y="1759268"/>
                  </a:lnTo>
                  <a:lnTo>
                    <a:pt x="0" y="1772603"/>
                  </a:lnTo>
                  <a:lnTo>
                    <a:pt x="953" y="1785938"/>
                  </a:lnTo>
                  <a:lnTo>
                    <a:pt x="1905" y="1799273"/>
                  </a:lnTo>
                  <a:lnTo>
                    <a:pt x="2858" y="1812608"/>
                  </a:lnTo>
                  <a:lnTo>
                    <a:pt x="4762" y="1825942"/>
                  </a:lnTo>
                  <a:lnTo>
                    <a:pt x="6668" y="1840230"/>
                  </a:lnTo>
                  <a:lnTo>
                    <a:pt x="8573" y="1853565"/>
                  </a:lnTo>
                  <a:lnTo>
                    <a:pt x="10478" y="1866900"/>
                  </a:lnTo>
                  <a:lnTo>
                    <a:pt x="12383" y="1880235"/>
                  </a:lnTo>
                  <a:lnTo>
                    <a:pt x="15240" y="1893570"/>
                  </a:lnTo>
                  <a:lnTo>
                    <a:pt x="16193" y="1906905"/>
                  </a:lnTo>
                  <a:lnTo>
                    <a:pt x="18098" y="1920240"/>
                  </a:lnTo>
                  <a:lnTo>
                    <a:pt x="20003" y="1933575"/>
                  </a:lnTo>
                  <a:lnTo>
                    <a:pt x="20955" y="1946910"/>
                  </a:lnTo>
                  <a:lnTo>
                    <a:pt x="21908" y="1960245"/>
                  </a:lnTo>
                  <a:lnTo>
                    <a:pt x="22860" y="1973580"/>
                  </a:lnTo>
                  <a:lnTo>
                    <a:pt x="22860" y="1987868"/>
                  </a:lnTo>
                  <a:lnTo>
                    <a:pt x="23812" y="2001203"/>
                  </a:lnTo>
                  <a:lnTo>
                    <a:pt x="23812" y="2014538"/>
                  </a:lnTo>
                  <a:lnTo>
                    <a:pt x="22860" y="2027873"/>
                  </a:lnTo>
                  <a:lnTo>
                    <a:pt x="22860" y="2041208"/>
                  </a:lnTo>
                  <a:lnTo>
                    <a:pt x="21908" y="2054542"/>
                  </a:lnTo>
                  <a:lnTo>
                    <a:pt x="20955" y="2067878"/>
                  </a:lnTo>
                  <a:lnTo>
                    <a:pt x="20003" y="2081212"/>
                  </a:lnTo>
                  <a:lnTo>
                    <a:pt x="19050" y="2094548"/>
                  </a:lnTo>
                  <a:lnTo>
                    <a:pt x="18098" y="2107882"/>
                  </a:lnTo>
                  <a:lnTo>
                    <a:pt x="16193" y="2121218"/>
                  </a:lnTo>
                  <a:lnTo>
                    <a:pt x="14288" y="2134552"/>
                  </a:lnTo>
                  <a:lnTo>
                    <a:pt x="13335" y="2147888"/>
                  </a:lnTo>
                  <a:lnTo>
                    <a:pt x="11430" y="2161223"/>
                  </a:lnTo>
                  <a:lnTo>
                    <a:pt x="9525" y="2174558"/>
                  </a:lnTo>
                  <a:lnTo>
                    <a:pt x="8573" y="2187892"/>
                  </a:lnTo>
                  <a:lnTo>
                    <a:pt x="6668" y="2201228"/>
                  </a:lnTo>
                  <a:lnTo>
                    <a:pt x="5715" y="2215515"/>
                  </a:lnTo>
                  <a:lnTo>
                    <a:pt x="3810" y="2228850"/>
                  </a:lnTo>
                  <a:lnTo>
                    <a:pt x="3810" y="2242185"/>
                  </a:lnTo>
                  <a:lnTo>
                    <a:pt x="2858" y="2255520"/>
                  </a:lnTo>
                  <a:lnTo>
                    <a:pt x="1905" y="2268855"/>
                  </a:lnTo>
                  <a:lnTo>
                    <a:pt x="953" y="2282190"/>
                  </a:lnTo>
                  <a:lnTo>
                    <a:pt x="953" y="2295525"/>
                  </a:lnTo>
                  <a:lnTo>
                    <a:pt x="0" y="2308860"/>
                  </a:lnTo>
                  <a:lnTo>
                    <a:pt x="0" y="2322195"/>
                  </a:lnTo>
                  <a:lnTo>
                    <a:pt x="0" y="2335530"/>
                  </a:lnTo>
                  <a:lnTo>
                    <a:pt x="0" y="2348865"/>
                  </a:lnTo>
                  <a:lnTo>
                    <a:pt x="0" y="2363152"/>
                  </a:lnTo>
                  <a:lnTo>
                    <a:pt x="953" y="2376488"/>
                  </a:lnTo>
                  <a:lnTo>
                    <a:pt x="953" y="2389823"/>
                  </a:lnTo>
                  <a:lnTo>
                    <a:pt x="1905" y="2393632"/>
                  </a:lnTo>
                </a:path>
              </a:pathLst>
            </a:custGeom>
            <a:noFill/>
            <a:ln w="20955">
              <a:solidFill>
                <a:srgbClr val="2F4B9A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600325" y="2447925"/>
              <a:ext cx="2127885" cy="855345"/>
            </a:xfrm>
            <a:custGeom>
              <a:avLst/>
              <a:gdLst/>
              <a:ahLst/>
              <a:cxnLst/>
              <a:rect l="l" t="t" r="r" b="b"/>
              <a:pathLst>
                <a:path w="2127885" h="855345">
                  <a:moveTo>
                    <a:pt x="0" y="855345"/>
                  </a:moveTo>
                  <a:lnTo>
                    <a:pt x="2127885" y="0"/>
                  </a:lnTo>
                </a:path>
              </a:pathLst>
            </a:custGeom>
            <a:noFill/>
            <a:ln w="15240">
              <a:solidFill>
                <a:srgbClr val="B42318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4710112" y="2403158"/>
              <a:ext cx="106680" cy="88583"/>
            </a:xfrm>
            <a:custGeom>
              <a:avLst/>
              <a:gdLst/>
              <a:ahLst/>
              <a:cxnLst/>
              <a:rect l="l" t="t" r="r" b="b"/>
              <a:pathLst>
                <a:path w="106680" h="88583">
                  <a:moveTo>
                    <a:pt x="106680" y="8572"/>
                  </a:moveTo>
                  <a:lnTo>
                    <a:pt x="36195" y="885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2600325" y="3408045"/>
              <a:ext cx="2127885" cy="856297"/>
            </a:xfrm>
            <a:custGeom>
              <a:avLst/>
              <a:gdLst/>
              <a:ahLst/>
              <a:cxnLst/>
              <a:rect l="l" t="t" r="r" b="b"/>
              <a:pathLst>
                <a:path w="2127885" h="856297">
                  <a:moveTo>
                    <a:pt x="0" y="0"/>
                  </a:moveTo>
                  <a:lnTo>
                    <a:pt x="2127885" y="856297"/>
                  </a:lnTo>
                </a:path>
              </a:pathLst>
            </a:custGeom>
            <a:noFill/>
            <a:ln w="15240">
              <a:solidFill>
                <a:srgbClr val="B42318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4710112" y="4219575"/>
              <a:ext cx="106680" cy="88583"/>
            </a:xfrm>
            <a:custGeom>
              <a:avLst/>
              <a:gdLst/>
              <a:ahLst/>
              <a:cxnLst/>
              <a:rect l="l" t="t" r="r" b="b"/>
              <a:pathLst>
                <a:path w="106680" h="88583">
                  <a:moveTo>
                    <a:pt x="106680" y="80010"/>
                  </a:moveTo>
                  <a:lnTo>
                    <a:pt x="0" y="88583"/>
                  </a:lnTo>
                  <a:lnTo>
                    <a:pt x="36195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1231582" y="3308032"/>
              <a:ext cx="95250" cy="952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234004" y="310848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418213" y="328660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404262" y="4666774"/>
              <a:ext cx="34069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衍射屏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752175" y="4666774"/>
              <a:ext cx="34069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观察屏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561487" y="3211830"/>
              <a:ext cx="4985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346664" y="3298031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b="1" dirty="0">
                  <a:solidFill>
                    <a:srgbClr val="D97706"/>
                  </a:solidFill>
                  <a:latin typeface="+mn-lt"/>
                  <a:ea typeface="+mn-ea"/>
                  <a:cs typeface="+mn-cs"/>
                </a:rPr>
                <a:t>几何亮区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909466" y="2189321"/>
              <a:ext cx="89263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光进入几何阴影区</a:t>
              </a:r>
            </a:p>
          </p:txBody>
        </p:sp>
      </p:grpSp>
      <p:grpSp>
        <p:nvGrpSpPr>
          <p:cNvPr id="34" name="c2-card-1"/>
          <p:cNvGrpSpPr/>
          <p:nvPr/>
        </p:nvGrpSpPr>
        <p:grpSpPr>
          <a:xfrm>
            <a:off x="6464618" y="1524000"/>
            <a:ext cx="5193982" cy="1143952"/>
            <a:chOff x="6464618" y="1524000"/>
            <a:chExt cx="5193982" cy="1143952"/>
          </a:xfrm>
        </p:grpSpPr>
        <p:sp>
          <p:nvSpPr>
            <p:cNvPr id="29" name="Rectangle 29"/>
            <p:cNvSpPr/>
            <p:nvPr/>
          </p:nvSpPr>
          <p:spPr>
            <a:xfrm>
              <a:off x="6464618" y="1524000"/>
              <a:ext cx="5193982" cy="1143952"/>
            </a:xfrm>
            <a:prstGeom prst="roundRect">
              <a:avLst>
                <a:gd name="adj" fmla="val 116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474142" y="1657350"/>
              <a:ext cx="47625" cy="877252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683692" y="1704975"/>
              <a:ext cx="2197418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724153" y="1737836"/>
              <a:ext cx="21174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光的衍射（diffraction of light）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677216" y="2045494"/>
              <a:ext cx="45646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光在传播过程中遇到障碍物，绕过障碍物的边缘偏离直线传播，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几何阴影区里也有光，屏上的光强出现明暗相间的分布。</a:t>
              </a:r>
            </a:p>
          </p:txBody>
        </p:sp>
      </p:grpSp>
      <p:grpSp>
        <p:nvGrpSpPr>
          <p:cNvPr id="49" name="c2-table-2"/>
          <p:cNvGrpSpPr/>
          <p:nvPr/>
        </p:nvGrpSpPr>
        <p:grpSpPr>
          <a:xfrm>
            <a:off x="6464618" y="2832735"/>
            <a:ext cx="5193982" cy="1525905"/>
            <a:chOff x="6464618" y="2832735"/>
            <a:chExt cx="5193982" cy="1525905"/>
          </a:xfrm>
        </p:grpSpPr>
        <p:sp>
          <p:nvSpPr>
            <p:cNvPr id="35" name="Rectangle 35"/>
            <p:cNvSpPr/>
            <p:nvPr/>
          </p:nvSpPr>
          <p:spPr>
            <a:xfrm>
              <a:off x="6464618" y="2832735"/>
              <a:ext cx="5193982" cy="38100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871145" y="2949893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障碍物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396984" y="2949893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屏上图样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559296" y="333184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单缝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806119" y="3331845"/>
              <a:ext cx="31203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与缝平行、明暗相间的直条纹，中央一条最宽最亮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464618" y="359092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464618" y="3595688"/>
              <a:ext cx="519398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559296" y="371284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圆孔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806119" y="3712845"/>
              <a:ext cx="26963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中央亮斑，外面围着一圈圈明暗相间的圆环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464618" y="397192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559296" y="4094798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细丝、直边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806119" y="4094798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影子边缘出现一组明暗条纹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464618" y="2832735"/>
              <a:ext cx="5193982" cy="1525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7706678" y="2832735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6" name="c2-callout-3"/>
          <p:cNvGrpSpPr/>
          <p:nvPr/>
        </p:nvGrpSpPr>
        <p:grpSpPr>
          <a:xfrm>
            <a:off x="6464618" y="4523422"/>
            <a:ext cx="5193982" cy="937260"/>
            <a:chOff x="6464618" y="4523422"/>
            <a:chExt cx="5193982" cy="937260"/>
          </a:xfrm>
        </p:grpSpPr>
        <p:sp>
          <p:nvSpPr>
            <p:cNvPr id="50" name="Rectangle 50"/>
            <p:cNvSpPr/>
            <p:nvPr/>
          </p:nvSpPr>
          <p:spPr>
            <a:xfrm>
              <a:off x="6464618" y="4523422"/>
              <a:ext cx="5193982" cy="937260"/>
            </a:xfrm>
            <a:prstGeom prst="roundRect">
              <a:avLst>
                <a:gd name="adj" fmla="val 1219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6669405" y="4892040"/>
              <a:ext cx="200026" cy="200025"/>
              <a:chOff x="6669405" y="4892040"/>
              <a:chExt cx="200026" cy="200025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6669405" y="489204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6709144" y="493649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6743859" y="504761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6972491" y="4667726"/>
              <a:ext cx="4312666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障碍物尺寸与波长可比时衍射才明显。声波波长约 1 m，隔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着墙也能听到说话；可见光波长不到 1 μm，日常看到的影子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边缘却很清晰。</a:t>
              </a:r>
            </a:p>
          </p:txBody>
        </p:sp>
      </p:grpSp>
      <p:grpSp>
        <p:nvGrpSpPr>
          <p:cNvPr id="62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57" name="Rectangle 57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1041273" y="6039326"/>
              <a:ext cx="79393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衍射与干涉都是相干波的叠加。干涉讨论有限几束光的叠加，衍射讨论同一波面上无穷多个子波的叠加。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第8章 光的衍射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4994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8926" y="407194"/>
              <a:ext cx="32798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光的衍射 · 衍射现象与惠更斯-菲涅耳原理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衍射按距离分两类：菲涅耳衍射与夫琅禾费衍射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3" name="c1-table-1"/>
          <p:cNvGrpSpPr/>
          <p:nvPr/>
        </p:nvGrpSpPr>
        <p:grpSpPr>
          <a:xfrm>
            <a:off x="533400" y="1524000"/>
            <a:ext cx="4977765" cy="1700213"/>
            <a:chOff x="533400" y="1524000"/>
            <a:chExt cx="4977765" cy="1700213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42481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12508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类别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028116" y="1652588"/>
              <a:ext cx="14911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光源—障碍物—接收屏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447222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特点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5889" y="218313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菲涅耳衍射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930337" y="2076450"/>
              <a:ext cx="15361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距离为有限远（两者之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一有限即可）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821049" y="2076450"/>
              <a:ext cx="13837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波面是球面，计算复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杂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58127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586038"/>
              <a:ext cx="4977765" cy="6381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2595562"/>
              <a:ext cx="1275398" cy="61912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5889" y="282130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夫琅禾费衍射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930337" y="282130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距离都是无限远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821049" y="2714625"/>
              <a:ext cx="13837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入射光、衍射光都是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平行光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1524000"/>
              <a:ext cx="4977765" cy="170021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1823085" y="1524000"/>
              <a:ext cx="9525" cy="170021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3713798" y="1524000"/>
              <a:ext cx="9525" cy="170021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29" name="c1-card-2"/>
          <p:cNvGrpSpPr/>
          <p:nvPr/>
        </p:nvGrpSpPr>
        <p:grpSpPr>
          <a:xfrm>
            <a:off x="533400" y="3404235"/>
            <a:ext cx="4977765" cy="1522095"/>
            <a:chOff x="533400" y="3404235"/>
            <a:chExt cx="4977765" cy="1522095"/>
          </a:xfrm>
        </p:grpSpPr>
        <p:sp>
          <p:nvSpPr>
            <p:cNvPr id="24" name="Rectangle 24"/>
            <p:cNvSpPr/>
            <p:nvPr/>
          </p:nvSpPr>
          <p:spPr>
            <a:xfrm>
              <a:off x="533400" y="3404235"/>
              <a:ext cx="4977765" cy="1522095"/>
            </a:xfrm>
            <a:prstGeom prst="roundRect">
              <a:avLst>
                <a:gd name="adj" fmla="val 87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542925" y="3537585"/>
              <a:ext cx="47625" cy="125539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769620" y="3602355"/>
              <a:ext cx="15430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29056" y="3636645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本章只讲夫琅禾费衍射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381" y="3962876"/>
              <a:ext cx="434263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平行光入射、平行光出射，同一方向的衍射光被透镜会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聚到焦平面上同一点，光程差用几何关系就能写出。菲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涅耳衍射要对球面波积分，超出本课程要求。</a:t>
              </a:r>
            </a:p>
          </p:txBody>
        </p:sp>
      </p:grpSp>
      <p:grpSp>
        <p:nvGrpSpPr>
          <p:cNvPr id="35" name="c1-card-3"/>
          <p:cNvGrpSpPr/>
          <p:nvPr/>
        </p:nvGrpSpPr>
        <p:grpSpPr>
          <a:xfrm>
            <a:off x="533400" y="5107305"/>
            <a:ext cx="4977765" cy="1250632"/>
            <a:chOff x="533400" y="5107305"/>
            <a:chExt cx="4977765" cy="1250632"/>
          </a:xfrm>
        </p:grpSpPr>
        <p:sp>
          <p:nvSpPr>
            <p:cNvPr id="30" name="Rectangle 30"/>
            <p:cNvSpPr/>
            <p:nvPr/>
          </p:nvSpPr>
          <p:spPr>
            <a:xfrm>
              <a:off x="533400" y="5107305"/>
              <a:ext cx="4977765" cy="1250632"/>
            </a:xfrm>
            <a:prstGeom prst="roundRect">
              <a:avLst>
                <a:gd name="adj" fmla="val 106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542925" y="5240655"/>
              <a:ext cx="47625" cy="98393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769620" y="5305425"/>
              <a:ext cx="194310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17054" y="5339715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实验室里怎样实现「无限远」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2381" y="5665946"/>
              <a:ext cx="428853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光源放在透镜 L₁ 的焦点上，得到平行入射光；屏放在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透镜 L₂ 的焦平面上，把平行的衍射光会聚起来观察。</a:t>
              </a:r>
            </a:p>
          </p:txBody>
        </p:sp>
      </p:grpSp>
      <p:grpSp>
        <p:nvGrpSpPr>
          <p:cNvPr id="72" name="g_classes"/>
          <p:cNvGrpSpPr/>
          <p:nvPr/>
        </p:nvGrpSpPr>
        <p:grpSpPr>
          <a:xfrm>
            <a:off x="6089332" y="2178844"/>
            <a:ext cx="5264468" cy="3431095"/>
            <a:chOff x="6089332" y="2178844"/>
            <a:chExt cx="5264468" cy="3431095"/>
          </a:xfrm>
        </p:grpSpPr>
        <p:sp>
          <p:nvSpPr>
            <p:cNvPr id="36" name="Freeform 36"/>
            <p:cNvSpPr/>
            <p:nvPr/>
          </p:nvSpPr>
          <p:spPr>
            <a:xfrm>
              <a:off x="8229600" y="2503170"/>
              <a:ext cx="9525" cy="365760"/>
            </a:xfrm>
            <a:custGeom>
              <a:avLst/>
              <a:gdLst/>
              <a:ahLst/>
              <a:cxnLst/>
              <a:rect l="l" t="t" r="r" b="b"/>
              <a:pathLst>
                <a:path w="9525" h="365760">
                  <a:moveTo>
                    <a:pt x="0" y="0"/>
                  </a:moveTo>
                  <a:lnTo>
                    <a:pt x="0" y="365760"/>
                  </a:lnTo>
                </a:path>
              </a:pathLst>
            </a:custGeom>
            <a:noFill/>
            <a:ln w="28575">
              <a:solidFill>
                <a:srgbClr val="1F2937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8229600" y="3281362"/>
              <a:ext cx="9525" cy="365760"/>
            </a:xfrm>
            <a:custGeom>
              <a:avLst/>
              <a:gdLst/>
              <a:ahLst/>
              <a:cxnLst/>
              <a:rect l="l" t="t" r="r" b="b"/>
              <a:pathLst>
                <a:path w="9525" h="365760">
                  <a:moveTo>
                    <a:pt x="0" y="0"/>
                  </a:moveTo>
                  <a:lnTo>
                    <a:pt x="0" y="365760"/>
                  </a:lnTo>
                </a:path>
              </a:pathLst>
            </a:custGeom>
            <a:noFill/>
            <a:ln w="28575">
              <a:solidFill>
                <a:srgbClr val="1F2937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10826115" y="2448878"/>
              <a:ext cx="9525" cy="1252538"/>
            </a:xfrm>
            <a:custGeom>
              <a:avLst/>
              <a:gdLst/>
              <a:ahLst/>
              <a:cxnLst/>
              <a:rect l="l" t="t" r="r" b="b"/>
              <a:pathLst>
                <a:path w="9525" h="1252538">
                  <a:moveTo>
                    <a:pt x="0" y="0"/>
                  </a:moveTo>
                  <a:lnTo>
                    <a:pt x="0" y="1252538"/>
                  </a:lnTo>
                </a:path>
              </a:pathLst>
            </a:custGeom>
            <a:noFill/>
            <a:ln w="38100">
              <a:solidFill>
                <a:srgbClr val="D97706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6818948" y="2814638"/>
              <a:ext cx="66675" cy="521017"/>
            </a:xfrm>
            <a:custGeom>
              <a:avLst/>
              <a:gdLst/>
              <a:ahLst/>
              <a:cxnLst/>
              <a:rect l="l" t="t" r="r" b="b"/>
              <a:pathLst>
                <a:path w="66675" h="521017">
                  <a:moveTo>
                    <a:pt x="0" y="521017"/>
                  </a:moveTo>
                  <a:lnTo>
                    <a:pt x="8572" y="504825"/>
                  </a:lnTo>
                  <a:lnTo>
                    <a:pt x="20955" y="479108"/>
                  </a:lnTo>
                  <a:lnTo>
                    <a:pt x="31433" y="453390"/>
                  </a:lnTo>
                  <a:lnTo>
                    <a:pt x="40958" y="426720"/>
                  </a:lnTo>
                  <a:lnTo>
                    <a:pt x="48578" y="400050"/>
                  </a:lnTo>
                  <a:lnTo>
                    <a:pt x="55245" y="372428"/>
                  </a:lnTo>
                  <a:lnTo>
                    <a:pt x="60960" y="344805"/>
                  </a:lnTo>
                  <a:lnTo>
                    <a:pt x="63818" y="317183"/>
                  </a:lnTo>
                  <a:lnTo>
                    <a:pt x="66675" y="288608"/>
                  </a:lnTo>
                  <a:lnTo>
                    <a:pt x="66675" y="260985"/>
                  </a:lnTo>
                  <a:lnTo>
                    <a:pt x="66675" y="232410"/>
                  </a:lnTo>
                  <a:lnTo>
                    <a:pt x="63818" y="203835"/>
                  </a:lnTo>
                  <a:lnTo>
                    <a:pt x="60960" y="176212"/>
                  </a:lnTo>
                  <a:lnTo>
                    <a:pt x="55245" y="148590"/>
                  </a:lnTo>
                  <a:lnTo>
                    <a:pt x="48578" y="121920"/>
                  </a:lnTo>
                  <a:lnTo>
                    <a:pt x="40958" y="94297"/>
                  </a:lnTo>
                  <a:lnTo>
                    <a:pt x="31433" y="67628"/>
                  </a:lnTo>
                  <a:lnTo>
                    <a:pt x="20955" y="41910"/>
                  </a:lnTo>
                  <a:lnTo>
                    <a:pt x="8572" y="16192"/>
                  </a:ln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D97706"/>
              </a:solidFill>
              <a:custDash>
                <a:ds d="333333" sp="222222"/>
              </a:custDash>
            </a:ln>
          </p:spPr>
        </p:sp>
        <p:sp>
          <p:nvSpPr>
            <p:cNvPr id="40" name="Freeform 40"/>
            <p:cNvSpPr/>
            <p:nvPr/>
          </p:nvSpPr>
          <p:spPr>
            <a:xfrm>
              <a:off x="7283768" y="2546032"/>
              <a:ext cx="140017" cy="1058227"/>
            </a:xfrm>
            <a:custGeom>
              <a:avLst/>
              <a:gdLst/>
              <a:ahLst/>
              <a:cxnLst/>
              <a:rect l="l" t="t" r="r" b="b"/>
              <a:pathLst>
                <a:path w="140017" h="1058227">
                  <a:moveTo>
                    <a:pt x="0" y="1058227"/>
                  </a:moveTo>
                  <a:lnTo>
                    <a:pt x="21907" y="1016317"/>
                  </a:lnTo>
                  <a:lnTo>
                    <a:pt x="46672" y="966788"/>
                  </a:lnTo>
                  <a:lnTo>
                    <a:pt x="67627" y="914400"/>
                  </a:lnTo>
                  <a:lnTo>
                    <a:pt x="87630" y="861060"/>
                  </a:lnTo>
                  <a:lnTo>
                    <a:pt x="102870" y="806767"/>
                  </a:lnTo>
                  <a:lnTo>
                    <a:pt x="116205" y="752475"/>
                  </a:lnTo>
                  <a:lnTo>
                    <a:pt x="126682" y="697230"/>
                  </a:lnTo>
                  <a:lnTo>
                    <a:pt x="134302" y="641985"/>
                  </a:lnTo>
                  <a:lnTo>
                    <a:pt x="138112" y="585788"/>
                  </a:lnTo>
                  <a:lnTo>
                    <a:pt x="140017" y="529590"/>
                  </a:lnTo>
                  <a:lnTo>
                    <a:pt x="138112" y="472440"/>
                  </a:lnTo>
                  <a:lnTo>
                    <a:pt x="134302" y="416242"/>
                  </a:lnTo>
                  <a:lnTo>
                    <a:pt x="126682" y="360997"/>
                  </a:lnTo>
                  <a:lnTo>
                    <a:pt x="116205" y="305752"/>
                  </a:lnTo>
                  <a:lnTo>
                    <a:pt x="102870" y="251460"/>
                  </a:lnTo>
                  <a:lnTo>
                    <a:pt x="87630" y="197167"/>
                  </a:lnTo>
                  <a:lnTo>
                    <a:pt x="67627" y="143827"/>
                  </a:lnTo>
                  <a:lnTo>
                    <a:pt x="46672" y="92392"/>
                  </a:lnTo>
                  <a:lnTo>
                    <a:pt x="21907" y="41910"/>
                  </a:ln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D97706"/>
              </a:solidFill>
              <a:custDash>
                <a:ds d="333333" sp="222222"/>
              </a:custDash>
            </a:ln>
          </p:spPr>
        </p:sp>
        <p:sp>
          <p:nvSpPr>
            <p:cNvPr id="41" name="Freeform 41"/>
            <p:cNvSpPr/>
            <p:nvPr/>
          </p:nvSpPr>
          <p:spPr>
            <a:xfrm>
              <a:off x="7749540" y="2277428"/>
              <a:ext cx="211455" cy="1595438"/>
            </a:xfrm>
            <a:custGeom>
              <a:avLst/>
              <a:gdLst/>
              <a:ahLst/>
              <a:cxnLst/>
              <a:rect l="l" t="t" r="r" b="b"/>
              <a:pathLst>
                <a:path w="211455" h="1595438">
                  <a:moveTo>
                    <a:pt x="0" y="1595438"/>
                  </a:moveTo>
                  <a:lnTo>
                    <a:pt x="35242" y="1529715"/>
                  </a:lnTo>
                  <a:lnTo>
                    <a:pt x="72390" y="1453515"/>
                  </a:lnTo>
                  <a:lnTo>
                    <a:pt x="103822" y="1375410"/>
                  </a:lnTo>
                  <a:lnTo>
                    <a:pt x="132397" y="1295400"/>
                  </a:lnTo>
                  <a:lnTo>
                    <a:pt x="156210" y="1214438"/>
                  </a:lnTo>
                  <a:lnTo>
                    <a:pt x="176212" y="1132522"/>
                  </a:lnTo>
                  <a:lnTo>
                    <a:pt x="191453" y="1049655"/>
                  </a:lnTo>
                  <a:lnTo>
                    <a:pt x="201930" y="965835"/>
                  </a:lnTo>
                  <a:lnTo>
                    <a:pt x="208597" y="882015"/>
                  </a:lnTo>
                  <a:lnTo>
                    <a:pt x="211455" y="798195"/>
                  </a:lnTo>
                  <a:lnTo>
                    <a:pt x="208597" y="713422"/>
                  </a:lnTo>
                  <a:lnTo>
                    <a:pt x="201930" y="629602"/>
                  </a:lnTo>
                  <a:lnTo>
                    <a:pt x="191453" y="545782"/>
                  </a:lnTo>
                  <a:lnTo>
                    <a:pt x="176212" y="462915"/>
                  </a:lnTo>
                  <a:lnTo>
                    <a:pt x="156210" y="381000"/>
                  </a:lnTo>
                  <a:lnTo>
                    <a:pt x="132397" y="300038"/>
                  </a:lnTo>
                  <a:lnTo>
                    <a:pt x="103822" y="220027"/>
                  </a:lnTo>
                  <a:lnTo>
                    <a:pt x="72390" y="141923"/>
                  </a:lnTo>
                  <a:lnTo>
                    <a:pt x="35242" y="65723"/>
                  </a:ln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D97706"/>
              </a:solidFill>
              <a:custDash>
                <a:ds d="333333" sp="222222"/>
              </a:custDash>
            </a:ln>
          </p:spPr>
        </p:sp>
        <p:sp>
          <p:nvSpPr>
            <p:cNvPr id="42" name="Freeform 42"/>
            <p:cNvSpPr/>
            <p:nvPr/>
          </p:nvSpPr>
          <p:spPr>
            <a:xfrm>
              <a:off x="6358890" y="2606992"/>
              <a:ext cx="4457700" cy="467678"/>
            </a:xfrm>
            <a:custGeom>
              <a:avLst/>
              <a:gdLst/>
              <a:ahLst/>
              <a:cxnLst/>
              <a:rect l="l" t="t" r="r" b="b"/>
              <a:pathLst>
                <a:path w="4457700" h="467678">
                  <a:moveTo>
                    <a:pt x="0" y="467678"/>
                  </a:moveTo>
                  <a:lnTo>
                    <a:pt x="1870710" y="271462"/>
                  </a:lnTo>
                  <a:lnTo>
                    <a:pt x="4457700" y="0"/>
                  </a:ln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6358890" y="3076575"/>
              <a:ext cx="4457700" cy="466725"/>
            </a:xfrm>
            <a:custGeom>
              <a:avLst/>
              <a:gdLst/>
              <a:ahLst/>
              <a:cxnLst/>
              <a:rect l="l" t="t" r="r" b="b"/>
              <a:pathLst>
                <a:path w="4457700" h="466725">
                  <a:moveTo>
                    <a:pt x="0" y="0"/>
                  </a:moveTo>
                  <a:lnTo>
                    <a:pt x="1870710" y="195262"/>
                  </a:lnTo>
                  <a:lnTo>
                    <a:pt x="4457700" y="466725"/>
                  </a:ln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6089332" y="3926205"/>
              <a:ext cx="5264468" cy="9525"/>
            </a:xfrm>
            <a:custGeom>
              <a:avLst/>
              <a:gdLst/>
              <a:ahLst/>
              <a:cxnLst/>
              <a:rect l="l" t="t" r="r" b="b"/>
              <a:pathLst>
                <a:path w="5264468" h="9525">
                  <a:moveTo>
                    <a:pt x="0" y="0"/>
                  </a:moveTo>
                  <a:lnTo>
                    <a:pt x="5264468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45" name="Freeform 45"/>
            <p:cNvSpPr/>
            <p:nvPr/>
          </p:nvSpPr>
          <p:spPr>
            <a:xfrm>
              <a:off x="6805612" y="4373880"/>
              <a:ext cx="160972" cy="895350"/>
            </a:xfrm>
            <a:custGeom>
              <a:avLst/>
              <a:gdLst/>
              <a:ahLst/>
              <a:cxnLst/>
              <a:rect l="l" t="t" r="r" b="b"/>
              <a:pathLst>
                <a:path w="160972" h="895350">
                  <a:moveTo>
                    <a:pt x="160972" y="437198"/>
                  </a:moveTo>
                  <a:lnTo>
                    <a:pt x="160020" y="402908"/>
                  </a:lnTo>
                  <a:lnTo>
                    <a:pt x="159068" y="360045"/>
                  </a:lnTo>
                  <a:lnTo>
                    <a:pt x="157162" y="317183"/>
                  </a:lnTo>
                  <a:lnTo>
                    <a:pt x="155257" y="276225"/>
                  </a:lnTo>
                  <a:lnTo>
                    <a:pt x="151447" y="236220"/>
                  </a:lnTo>
                  <a:lnTo>
                    <a:pt x="147638" y="199073"/>
                  </a:lnTo>
                  <a:lnTo>
                    <a:pt x="142875" y="162878"/>
                  </a:lnTo>
                  <a:lnTo>
                    <a:pt x="138112" y="130492"/>
                  </a:lnTo>
                  <a:lnTo>
                    <a:pt x="131445" y="100965"/>
                  </a:lnTo>
                  <a:lnTo>
                    <a:pt x="125730" y="75248"/>
                  </a:lnTo>
                  <a:lnTo>
                    <a:pt x="118110" y="52388"/>
                  </a:lnTo>
                  <a:lnTo>
                    <a:pt x="111443" y="33338"/>
                  </a:lnTo>
                  <a:lnTo>
                    <a:pt x="103822" y="19050"/>
                  </a:lnTo>
                  <a:lnTo>
                    <a:pt x="96203" y="8573"/>
                  </a:lnTo>
                  <a:lnTo>
                    <a:pt x="88582" y="1905"/>
                  </a:lnTo>
                  <a:lnTo>
                    <a:pt x="80010" y="0"/>
                  </a:lnTo>
                  <a:lnTo>
                    <a:pt x="72390" y="1905"/>
                  </a:lnTo>
                  <a:lnTo>
                    <a:pt x="64770" y="8573"/>
                  </a:lnTo>
                  <a:lnTo>
                    <a:pt x="57150" y="19050"/>
                  </a:lnTo>
                  <a:lnTo>
                    <a:pt x="49530" y="33338"/>
                  </a:lnTo>
                  <a:lnTo>
                    <a:pt x="42862" y="52388"/>
                  </a:lnTo>
                  <a:lnTo>
                    <a:pt x="36195" y="75248"/>
                  </a:lnTo>
                  <a:lnTo>
                    <a:pt x="29528" y="100965"/>
                  </a:lnTo>
                  <a:lnTo>
                    <a:pt x="23812" y="130492"/>
                  </a:lnTo>
                  <a:lnTo>
                    <a:pt x="18097" y="162878"/>
                  </a:lnTo>
                  <a:lnTo>
                    <a:pt x="13335" y="199073"/>
                  </a:lnTo>
                  <a:lnTo>
                    <a:pt x="9525" y="236220"/>
                  </a:lnTo>
                  <a:lnTo>
                    <a:pt x="6668" y="276225"/>
                  </a:lnTo>
                  <a:lnTo>
                    <a:pt x="2857" y="317183"/>
                  </a:lnTo>
                  <a:lnTo>
                    <a:pt x="1905" y="360045"/>
                  </a:lnTo>
                  <a:lnTo>
                    <a:pt x="0" y="402908"/>
                  </a:lnTo>
                  <a:lnTo>
                    <a:pt x="0" y="446723"/>
                  </a:lnTo>
                  <a:lnTo>
                    <a:pt x="0" y="490538"/>
                  </a:lnTo>
                  <a:lnTo>
                    <a:pt x="1905" y="534352"/>
                  </a:lnTo>
                  <a:lnTo>
                    <a:pt x="2857" y="577215"/>
                  </a:lnTo>
                  <a:lnTo>
                    <a:pt x="6668" y="619125"/>
                  </a:lnTo>
                  <a:lnTo>
                    <a:pt x="9525" y="658177"/>
                  </a:lnTo>
                  <a:lnTo>
                    <a:pt x="13335" y="696277"/>
                  </a:lnTo>
                  <a:lnTo>
                    <a:pt x="18097" y="731520"/>
                  </a:lnTo>
                  <a:lnTo>
                    <a:pt x="23812" y="763905"/>
                  </a:lnTo>
                  <a:lnTo>
                    <a:pt x="29528" y="793433"/>
                  </a:lnTo>
                  <a:lnTo>
                    <a:pt x="36195" y="819150"/>
                  </a:lnTo>
                  <a:lnTo>
                    <a:pt x="42862" y="842010"/>
                  </a:lnTo>
                  <a:lnTo>
                    <a:pt x="49530" y="861060"/>
                  </a:lnTo>
                  <a:lnTo>
                    <a:pt x="57150" y="875348"/>
                  </a:lnTo>
                  <a:lnTo>
                    <a:pt x="64770" y="886777"/>
                  </a:lnTo>
                  <a:lnTo>
                    <a:pt x="72390" y="892492"/>
                  </a:lnTo>
                  <a:lnTo>
                    <a:pt x="80010" y="895350"/>
                  </a:lnTo>
                  <a:lnTo>
                    <a:pt x="88582" y="892492"/>
                  </a:lnTo>
                  <a:lnTo>
                    <a:pt x="96203" y="886777"/>
                  </a:lnTo>
                  <a:lnTo>
                    <a:pt x="103822" y="875348"/>
                  </a:lnTo>
                  <a:lnTo>
                    <a:pt x="111443" y="861060"/>
                  </a:lnTo>
                  <a:lnTo>
                    <a:pt x="118110" y="842010"/>
                  </a:lnTo>
                  <a:lnTo>
                    <a:pt x="125730" y="819150"/>
                  </a:lnTo>
                  <a:lnTo>
                    <a:pt x="131445" y="793433"/>
                  </a:lnTo>
                  <a:lnTo>
                    <a:pt x="138112" y="763905"/>
                  </a:lnTo>
                  <a:lnTo>
                    <a:pt x="142875" y="731520"/>
                  </a:lnTo>
                  <a:lnTo>
                    <a:pt x="147638" y="696277"/>
                  </a:lnTo>
                  <a:lnTo>
                    <a:pt x="151447" y="658177"/>
                  </a:lnTo>
                  <a:lnTo>
                    <a:pt x="155257" y="619125"/>
                  </a:lnTo>
                  <a:lnTo>
                    <a:pt x="157162" y="577215"/>
                  </a:lnTo>
                  <a:lnTo>
                    <a:pt x="159068" y="534352"/>
                  </a:lnTo>
                  <a:lnTo>
                    <a:pt x="160020" y="490538"/>
                  </a:lnTo>
                  <a:lnTo>
                    <a:pt x="160972" y="456248"/>
                  </a:lnTo>
                </a:path>
              </a:pathLst>
            </a:custGeom>
            <a:noFill/>
            <a:ln w="19050">
              <a:solidFill>
                <a:srgbClr val="2F4B9A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9393555" y="4302442"/>
              <a:ext cx="178117" cy="1038225"/>
            </a:xfrm>
            <a:custGeom>
              <a:avLst/>
              <a:gdLst/>
              <a:ahLst/>
              <a:cxnLst/>
              <a:rect l="l" t="t" r="r" b="b"/>
              <a:pathLst>
                <a:path w="178117" h="1038225">
                  <a:moveTo>
                    <a:pt x="178117" y="508635"/>
                  </a:moveTo>
                  <a:lnTo>
                    <a:pt x="178117" y="467678"/>
                  </a:lnTo>
                  <a:lnTo>
                    <a:pt x="177165" y="417195"/>
                  </a:lnTo>
                  <a:lnTo>
                    <a:pt x="175260" y="368617"/>
                  </a:lnTo>
                  <a:lnTo>
                    <a:pt x="172402" y="320040"/>
                  </a:lnTo>
                  <a:lnTo>
                    <a:pt x="167640" y="274320"/>
                  </a:lnTo>
                  <a:lnTo>
                    <a:pt x="163830" y="230505"/>
                  </a:lnTo>
                  <a:lnTo>
                    <a:pt x="159067" y="188595"/>
                  </a:lnTo>
                  <a:lnTo>
                    <a:pt x="152400" y="151448"/>
                  </a:lnTo>
                  <a:lnTo>
                    <a:pt x="145732" y="117158"/>
                  </a:lnTo>
                  <a:lnTo>
                    <a:pt x="139065" y="86678"/>
                  </a:lnTo>
                  <a:lnTo>
                    <a:pt x="131445" y="60960"/>
                  </a:lnTo>
                  <a:lnTo>
                    <a:pt x="123825" y="39053"/>
                  </a:lnTo>
                  <a:lnTo>
                    <a:pt x="115252" y="21908"/>
                  </a:lnTo>
                  <a:lnTo>
                    <a:pt x="106680" y="9525"/>
                  </a:lnTo>
                  <a:lnTo>
                    <a:pt x="98107" y="1905"/>
                  </a:lnTo>
                  <a:lnTo>
                    <a:pt x="89535" y="0"/>
                  </a:lnTo>
                  <a:lnTo>
                    <a:pt x="80010" y="1905"/>
                  </a:lnTo>
                  <a:lnTo>
                    <a:pt x="71438" y="9525"/>
                  </a:lnTo>
                  <a:lnTo>
                    <a:pt x="63817" y="21908"/>
                  </a:lnTo>
                  <a:lnTo>
                    <a:pt x="55245" y="39053"/>
                  </a:lnTo>
                  <a:lnTo>
                    <a:pt x="46672" y="60960"/>
                  </a:lnTo>
                  <a:lnTo>
                    <a:pt x="39052" y="86678"/>
                  </a:lnTo>
                  <a:lnTo>
                    <a:pt x="32385" y="117158"/>
                  </a:lnTo>
                  <a:lnTo>
                    <a:pt x="25717" y="151448"/>
                  </a:lnTo>
                  <a:lnTo>
                    <a:pt x="20002" y="188595"/>
                  </a:lnTo>
                  <a:lnTo>
                    <a:pt x="15240" y="230505"/>
                  </a:lnTo>
                  <a:lnTo>
                    <a:pt x="10477" y="274320"/>
                  </a:lnTo>
                  <a:lnTo>
                    <a:pt x="6667" y="320040"/>
                  </a:lnTo>
                  <a:lnTo>
                    <a:pt x="3810" y="368617"/>
                  </a:lnTo>
                  <a:lnTo>
                    <a:pt x="1905" y="417195"/>
                  </a:lnTo>
                  <a:lnTo>
                    <a:pt x="0" y="467678"/>
                  </a:lnTo>
                  <a:lnTo>
                    <a:pt x="0" y="518160"/>
                  </a:lnTo>
                  <a:lnTo>
                    <a:pt x="0" y="569595"/>
                  </a:lnTo>
                  <a:lnTo>
                    <a:pt x="1905" y="620077"/>
                  </a:lnTo>
                  <a:lnTo>
                    <a:pt x="3810" y="669608"/>
                  </a:lnTo>
                  <a:lnTo>
                    <a:pt x="6667" y="717233"/>
                  </a:lnTo>
                  <a:lnTo>
                    <a:pt x="10477" y="763905"/>
                  </a:lnTo>
                  <a:lnTo>
                    <a:pt x="15240" y="806767"/>
                  </a:lnTo>
                  <a:lnTo>
                    <a:pt x="20002" y="847725"/>
                  </a:lnTo>
                  <a:lnTo>
                    <a:pt x="25717" y="885825"/>
                  </a:lnTo>
                  <a:lnTo>
                    <a:pt x="32385" y="920115"/>
                  </a:lnTo>
                  <a:lnTo>
                    <a:pt x="39052" y="950595"/>
                  </a:lnTo>
                  <a:lnTo>
                    <a:pt x="46672" y="976313"/>
                  </a:lnTo>
                  <a:lnTo>
                    <a:pt x="55245" y="998220"/>
                  </a:lnTo>
                  <a:lnTo>
                    <a:pt x="63817" y="1016317"/>
                  </a:lnTo>
                  <a:lnTo>
                    <a:pt x="71438" y="1027748"/>
                  </a:lnTo>
                  <a:lnTo>
                    <a:pt x="80010" y="1035367"/>
                  </a:lnTo>
                  <a:lnTo>
                    <a:pt x="89535" y="1038225"/>
                  </a:lnTo>
                  <a:lnTo>
                    <a:pt x="98107" y="1035367"/>
                  </a:lnTo>
                  <a:lnTo>
                    <a:pt x="106680" y="1027748"/>
                  </a:lnTo>
                  <a:lnTo>
                    <a:pt x="115252" y="1016317"/>
                  </a:lnTo>
                  <a:lnTo>
                    <a:pt x="123825" y="998220"/>
                  </a:lnTo>
                  <a:lnTo>
                    <a:pt x="131445" y="976313"/>
                  </a:lnTo>
                  <a:lnTo>
                    <a:pt x="139065" y="950595"/>
                  </a:lnTo>
                  <a:lnTo>
                    <a:pt x="145732" y="920115"/>
                  </a:lnTo>
                  <a:lnTo>
                    <a:pt x="152400" y="885825"/>
                  </a:lnTo>
                  <a:lnTo>
                    <a:pt x="159067" y="847725"/>
                  </a:lnTo>
                  <a:lnTo>
                    <a:pt x="163830" y="806767"/>
                  </a:lnTo>
                  <a:lnTo>
                    <a:pt x="167640" y="763905"/>
                  </a:lnTo>
                  <a:lnTo>
                    <a:pt x="172402" y="717233"/>
                  </a:lnTo>
                  <a:lnTo>
                    <a:pt x="175260" y="669608"/>
                  </a:lnTo>
                  <a:lnTo>
                    <a:pt x="177165" y="620077"/>
                  </a:lnTo>
                  <a:lnTo>
                    <a:pt x="178117" y="569595"/>
                  </a:lnTo>
                  <a:lnTo>
                    <a:pt x="178117" y="527685"/>
                  </a:lnTo>
                </a:path>
              </a:pathLst>
            </a:custGeom>
            <a:noFill/>
            <a:ln w="19050">
              <a:solidFill>
                <a:srgbClr val="2F4B9A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8229600" y="4365308"/>
              <a:ext cx="9525" cy="231458"/>
            </a:xfrm>
            <a:custGeom>
              <a:avLst/>
              <a:gdLst/>
              <a:ahLst/>
              <a:cxnLst/>
              <a:rect l="l" t="t" r="r" b="b"/>
              <a:pathLst>
                <a:path w="9525" h="231458">
                  <a:moveTo>
                    <a:pt x="0" y="0"/>
                  </a:moveTo>
                  <a:lnTo>
                    <a:pt x="0" y="231458"/>
                  </a:lnTo>
                </a:path>
              </a:pathLst>
            </a:custGeom>
            <a:noFill/>
            <a:ln w="28575">
              <a:solidFill>
                <a:srgbClr val="1F2937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8229600" y="5045392"/>
              <a:ext cx="9525" cy="267652"/>
            </a:xfrm>
            <a:custGeom>
              <a:avLst/>
              <a:gdLst/>
              <a:ahLst/>
              <a:cxnLst/>
              <a:rect l="l" t="t" r="r" b="b"/>
              <a:pathLst>
                <a:path w="9525" h="267652">
                  <a:moveTo>
                    <a:pt x="0" y="0"/>
                  </a:moveTo>
                  <a:lnTo>
                    <a:pt x="0" y="267652"/>
                  </a:lnTo>
                </a:path>
              </a:pathLst>
            </a:custGeom>
            <a:noFill/>
            <a:ln w="28575">
              <a:solidFill>
                <a:srgbClr val="1F2937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10826115" y="4329112"/>
              <a:ext cx="9525" cy="1037272"/>
            </a:xfrm>
            <a:custGeom>
              <a:avLst/>
              <a:gdLst/>
              <a:ahLst/>
              <a:cxnLst/>
              <a:rect l="l" t="t" r="r" b="b"/>
              <a:pathLst>
                <a:path w="9525" h="1037272">
                  <a:moveTo>
                    <a:pt x="0" y="0"/>
                  </a:moveTo>
                  <a:lnTo>
                    <a:pt x="0" y="1037272"/>
                  </a:lnTo>
                </a:path>
              </a:pathLst>
            </a:custGeom>
            <a:noFill/>
            <a:ln w="38100">
              <a:solidFill>
                <a:srgbClr val="D97706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6268402" y="4659630"/>
              <a:ext cx="1951672" cy="159067"/>
            </a:xfrm>
            <a:custGeom>
              <a:avLst/>
              <a:gdLst/>
              <a:ahLst/>
              <a:cxnLst/>
              <a:rect l="l" t="t" r="r" b="b"/>
              <a:pathLst>
                <a:path w="1951672" h="159067">
                  <a:moveTo>
                    <a:pt x="0" y="159067"/>
                  </a:moveTo>
                  <a:lnTo>
                    <a:pt x="617220" y="0"/>
                  </a:lnTo>
                  <a:lnTo>
                    <a:pt x="1951672" y="0"/>
                  </a:lnTo>
                </a:path>
              </a:pathLst>
            </a:custGeom>
            <a:noFill/>
            <a:ln w="15240">
              <a:solidFill>
                <a:srgbClr val="D97706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8239125" y="4393882"/>
              <a:ext cx="2577465" cy="263842"/>
            </a:xfrm>
            <a:custGeom>
              <a:avLst/>
              <a:gdLst/>
              <a:ahLst/>
              <a:cxnLst/>
              <a:rect l="l" t="t" r="r" b="b"/>
              <a:pathLst>
                <a:path w="2577465" h="263842">
                  <a:moveTo>
                    <a:pt x="0" y="263842"/>
                  </a:moveTo>
                  <a:lnTo>
                    <a:pt x="1243965" y="0"/>
                  </a:lnTo>
                  <a:lnTo>
                    <a:pt x="2577465" y="140970"/>
                  </a:ln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6268402" y="4820602"/>
              <a:ext cx="1951672" cy="9525"/>
            </a:xfrm>
            <a:custGeom>
              <a:avLst/>
              <a:gdLst/>
              <a:ahLst/>
              <a:cxnLst/>
              <a:rect l="l" t="t" r="r" b="b"/>
              <a:pathLst>
                <a:path w="1951672" h="9525">
                  <a:moveTo>
                    <a:pt x="0" y="0"/>
                  </a:moveTo>
                  <a:lnTo>
                    <a:pt x="617220" y="0"/>
                  </a:lnTo>
                  <a:lnTo>
                    <a:pt x="1951672" y="0"/>
                  </a:lnTo>
                </a:path>
              </a:pathLst>
            </a:custGeom>
            <a:noFill/>
            <a:ln w="15240">
              <a:solidFill>
                <a:srgbClr val="D97706"/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8239125" y="4535805"/>
              <a:ext cx="2577465" cy="282892"/>
            </a:xfrm>
            <a:custGeom>
              <a:avLst/>
              <a:gdLst/>
              <a:ahLst/>
              <a:cxnLst/>
              <a:rect l="l" t="t" r="r" b="b"/>
              <a:pathLst>
                <a:path w="2577465" h="282892">
                  <a:moveTo>
                    <a:pt x="0" y="282892"/>
                  </a:moveTo>
                  <a:lnTo>
                    <a:pt x="1243965" y="19050"/>
                  </a:lnTo>
                  <a:lnTo>
                    <a:pt x="2577465" y="0"/>
                  </a:ln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6268402" y="4823460"/>
              <a:ext cx="1951672" cy="159068"/>
            </a:xfrm>
            <a:custGeom>
              <a:avLst/>
              <a:gdLst/>
              <a:ahLst/>
              <a:cxnLst/>
              <a:rect l="l" t="t" r="r" b="b"/>
              <a:pathLst>
                <a:path w="1951672" h="159068">
                  <a:moveTo>
                    <a:pt x="0" y="0"/>
                  </a:moveTo>
                  <a:lnTo>
                    <a:pt x="617220" y="159068"/>
                  </a:lnTo>
                  <a:lnTo>
                    <a:pt x="1951672" y="159068"/>
                  </a:lnTo>
                </a:path>
              </a:pathLst>
            </a:custGeom>
            <a:noFill/>
            <a:ln w="15240">
              <a:solidFill>
                <a:srgbClr val="D97706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8239125" y="4536758"/>
              <a:ext cx="2577465" cy="443865"/>
            </a:xfrm>
            <a:custGeom>
              <a:avLst/>
              <a:gdLst/>
              <a:ahLst/>
              <a:cxnLst/>
              <a:rect l="l" t="t" r="r" b="b"/>
              <a:pathLst>
                <a:path w="2577465" h="443865">
                  <a:moveTo>
                    <a:pt x="0" y="443865"/>
                  </a:moveTo>
                  <a:lnTo>
                    <a:pt x="1243965" y="179070"/>
                  </a:lnTo>
                  <a:lnTo>
                    <a:pt x="2577465" y="0"/>
                  </a:ln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56" name="Freeform 56"/>
            <p:cNvSpPr/>
            <p:nvPr/>
          </p:nvSpPr>
          <p:spPr>
            <a:xfrm>
              <a:off x="9587865" y="5501640"/>
              <a:ext cx="1133475" cy="9525"/>
            </a:xfrm>
            <a:custGeom>
              <a:avLst/>
              <a:gdLst/>
              <a:ahLst/>
              <a:cxnLst/>
              <a:rect l="l" t="t" r="r" b="b"/>
              <a:pathLst>
                <a:path w="1133475" h="9525">
                  <a:moveTo>
                    <a:pt x="0" y="0"/>
                  </a:moveTo>
                  <a:lnTo>
                    <a:pt x="113347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7" name="Freeform 57"/>
            <p:cNvSpPr/>
            <p:nvPr/>
          </p:nvSpPr>
          <p:spPr>
            <a:xfrm>
              <a:off x="10721340" y="545401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8" name="Freeform 58"/>
            <p:cNvSpPr/>
            <p:nvPr/>
          </p:nvSpPr>
          <p:spPr>
            <a:xfrm>
              <a:off x="9492615" y="545401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9" name="Ellipse 59"/>
            <p:cNvSpPr/>
            <p:nvPr/>
          </p:nvSpPr>
          <p:spPr>
            <a:xfrm>
              <a:off x="6301740" y="3027998"/>
              <a:ext cx="95250" cy="952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60" name="Ellipse 60"/>
            <p:cNvSpPr/>
            <p:nvPr/>
          </p:nvSpPr>
          <p:spPr>
            <a:xfrm>
              <a:off x="6211252" y="4772978"/>
              <a:ext cx="95250" cy="952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61" name="Ellipse 61"/>
            <p:cNvSpPr/>
            <p:nvPr/>
          </p:nvSpPr>
          <p:spPr>
            <a:xfrm>
              <a:off x="10788015" y="4497705"/>
              <a:ext cx="76200" cy="7620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164390" y="2178844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菲涅耳衍射：距离有限，波面是球面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300906" y="2808923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771829" y="3705225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障碍物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349065" y="3741420"/>
              <a:ext cx="48181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接收屏 E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164390" y="4022884"/>
              <a:ext cx="25165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夫琅禾费衍射：入射光、衍射光都是平行光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210418" y="4572952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800169" y="5347811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L₁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397636" y="5419249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L₂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0902433" y="4431030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0111555" y="532971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</p:grpSp>
      <p:grpSp>
        <p:nvGrpSpPr>
          <p:cNvPr id="7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3" name="TextBox 73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第8章 光的衍射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462897" cy="909257"/>
            <a:chOff x="520446" y="342900"/>
            <a:chExt cx="846289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4994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8926" y="407194"/>
              <a:ext cx="32798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光的衍射 · 衍射现象与惠更斯-菲涅耳原理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46289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惠更斯-菲涅耳原理：波面上各面元发出的子波相干叠加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5" name="g_hf"/>
          <p:cNvGrpSpPr/>
          <p:nvPr/>
        </p:nvGrpSpPr>
        <p:grpSpPr>
          <a:xfrm>
            <a:off x="1376292" y="1699260"/>
            <a:ext cx="3931474" cy="2383631"/>
            <a:chOff x="1376292" y="1699260"/>
            <a:chExt cx="3931474" cy="2383631"/>
          </a:xfrm>
        </p:grpSpPr>
        <p:sp>
          <p:nvSpPr>
            <p:cNvPr id="7" name="Freeform 7"/>
            <p:cNvSpPr/>
            <p:nvPr/>
          </p:nvSpPr>
          <p:spPr>
            <a:xfrm>
              <a:off x="1514475" y="1738312"/>
              <a:ext cx="234315" cy="2324100"/>
            </a:xfrm>
            <a:custGeom>
              <a:avLst/>
              <a:gdLst/>
              <a:ahLst/>
              <a:cxnLst/>
              <a:rect l="l" t="t" r="r" b="b"/>
              <a:pathLst>
                <a:path w="234315" h="2324100">
                  <a:moveTo>
                    <a:pt x="0" y="2324100"/>
                  </a:moveTo>
                  <a:lnTo>
                    <a:pt x="11430" y="2294572"/>
                  </a:lnTo>
                  <a:lnTo>
                    <a:pt x="26670" y="2257425"/>
                  </a:lnTo>
                  <a:lnTo>
                    <a:pt x="41910" y="2219325"/>
                  </a:lnTo>
                  <a:lnTo>
                    <a:pt x="55245" y="2181225"/>
                  </a:lnTo>
                  <a:lnTo>
                    <a:pt x="69533" y="2142172"/>
                  </a:lnTo>
                  <a:lnTo>
                    <a:pt x="82867" y="2104072"/>
                  </a:lnTo>
                  <a:lnTo>
                    <a:pt x="95250" y="2065020"/>
                  </a:lnTo>
                  <a:lnTo>
                    <a:pt x="106680" y="2025968"/>
                  </a:lnTo>
                  <a:lnTo>
                    <a:pt x="118110" y="1986915"/>
                  </a:lnTo>
                  <a:lnTo>
                    <a:pt x="129540" y="1947862"/>
                  </a:lnTo>
                  <a:lnTo>
                    <a:pt x="140017" y="1907858"/>
                  </a:lnTo>
                  <a:lnTo>
                    <a:pt x="149542" y="1868805"/>
                  </a:lnTo>
                  <a:lnTo>
                    <a:pt x="159067" y="1828800"/>
                  </a:lnTo>
                  <a:lnTo>
                    <a:pt x="167640" y="1788795"/>
                  </a:lnTo>
                  <a:lnTo>
                    <a:pt x="176212" y="1748790"/>
                  </a:lnTo>
                  <a:lnTo>
                    <a:pt x="183833" y="1709738"/>
                  </a:lnTo>
                  <a:lnTo>
                    <a:pt x="191452" y="1668780"/>
                  </a:lnTo>
                  <a:lnTo>
                    <a:pt x="198120" y="1628775"/>
                  </a:lnTo>
                  <a:lnTo>
                    <a:pt x="203835" y="1588770"/>
                  </a:lnTo>
                  <a:lnTo>
                    <a:pt x="209550" y="1547812"/>
                  </a:lnTo>
                  <a:lnTo>
                    <a:pt x="214312" y="1507808"/>
                  </a:lnTo>
                  <a:lnTo>
                    <a:pt x="219075" y="1467803"/>
                  </a:lnTo>
                  <a:lnTo>
                    <a:pt x="222885" y="1426845"/>
                  </a:lnTo>
                  <a:lnTo>
                    <a:pt x="225742" y="1385888"/>
                  </a:lnTo>
                  <a:lnTo>
                    <a:pt x="228600" y="1344930"/>
                  </a:lnTo>
                  <a:lnTo>
                    <a:pt x="230505" y="1304925"/>
                  </a:lnTo>
                  <a:lnTo>
                    <a:pt x="232410" y="1263968"/>
                  </a:lnTo>
                  <a:lnTo>
                    <a:pt x="233362" y="1223010"/>
                  </a:lnTo>
                  <a:lnTo>
                    <a:pt x="234315" y="1182053"/>
                  </a:lnTo>
                  <a:lnTo>
                    <a:pt x="234315" y="1142047"/>
                  </a:lnTo>
                  <a:lnTo>
                    <a:pt x="233362" y="1101090"/>
                  </a:lnTo>
                  <a:lnTo>
                    <a:pt x="232410" y="1060132"/>
                  </a:lnTo>
                  <a:lnTo>
                    <a:pt x="230505" y="1019175"/>
                  </a:lnTo>
                  <a:lnTo>
                    <a:pt x="228600" y="979170"/>
                  </a:lnTo>
                  <a:lnTo>
                    <a:pt x="225742" y="938212"/>
                  </a:lnTo>
                  <a:lnTo>
                    <a:pt x="222885" y="897255"/>
                  </a:lnTo>
                  <a:lnTo>
                    <a:pt x="219075" y="856297"/>
                  </a:lnTo>
                  <a:lnTo>
                    <a:pt x="214312" y="816292"/>
                  </a:lnTo>
                  <a:lnTo>
                    <a:pt x="209550" y="776288"/>
                  </a:lnTo>
                  <a:lnTo>
                    <a:pt x="203835" y="735330"/>
                  </a:lnTo>
                  <a:lnTo>
                    <a:pt x="198120" y="695325"/>
                  </a:lnTo>
                  <a:lnTo>
                    <a:pt x="191452" y="655320"/>
                  </a:lnTo>
                  <a:lnTo>
                    <a:pt x="183833" y="614362"/>
                  </a:lnTo>
                  <a:lnTo>
                    <a:pt x="176212" y="575310"/>
                  </a:lnTo>
                  <a:lnTo>
                    <a:pt x="167640" y="535305"/>
                  </a:lnTo>
                  <a:lnTo>
                    <a:pt x="159067" y="495300"/>
                  </a:lnTo>
                  <a:lnTo>
                    <a:pt x="149542" y="455295"/>
                  </a:lnTo>
                  <a:lnTo>
                    <a:pt x="140017" y="416242"/>
                  </a:lnTo>
                  <a:lnTo>
                    <a:pt x="129540" y="376238"/>
                  </a:lnTo>
                  <a:lnTo>
                    <a:pt x="118110" y="337185"/>
                  </a:lnTo>
                  <a:lnTo>
                    <a:pt x="106680" y="298133"/>
                  </a:lnTo>
                  <a:lnTo>
                    <a:pt x="95250" y="259080"/>
                  </a:lnTo>
                  <a:lnTo>
                    <a:pt x="82867" y="220027"/>
                  </a:lnTo>
                  <a:lnTo>
                    <a:pt x="69533" y="181927"/>
                  </a:lnTo>
                  <a:lnTo>
                    <a:pt x="55245" y="142875"/>
                  </a:lnTo>
                  <a:lnTo>
                    <a:pt x="41910" y="104775"/>
                  </a:lnTo>
                  <a:lnTo>
                    <a:pt x="26670" y="66675"/>
                  </a:lnTo>
                  <a:lnTo>
                    <a:pt x="11430" y="29527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2F4B9A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692592" y="2325052"/>
              <a:ext cx="20003" cy="110490"/>
            </a:xfrm>
            <a:custGeom>
              <a:avLst/>
              <a:gdLst/>
              <a:ahLst/>
              <a:cxnLst/>
              <a:rect l="l" t="t" r="r" b="b"/>
              <a:pathLst>
                <a:path w="20003" h="110490">
                  <a:moveTo>
                    <a:pt x="20003" y="110490"/>
                  </a:moveTo>
                  <a:lnTo>
                    <a:pt x="17145" y="94298"/>
                  </a:lnTo>
                  <a:lnTo>
                    <a:pt x="13335" y="67627"/>
                  </a:lnTo>
                  <a:lnTo>
                    <a:pt x="8573" y="41910"/>
                  </a:lnTo>
                  <a:lnTo>
                    <a:pt x="3810" y="16193"/>
                  </a:lnTo>
                  <a:lnTo>
                    <a:pt x="0" y="0"/>
                  </a:lnTo>
                </a:path>
              </a:pathLst>
            </a:custGeom>
            <a:noFill/>
            <a:ln w="76200">
              <a:solidFill>
                <a:srgbClr val="F26B3A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1712595" y="2288858"/>
              <a:ext cx="509588" cy="89535"/>
            </a:xfrm>
            <a:custGeom>
              <a:avLst/>
              <a:gdLst/>
              <a:ahLst/>
              <a:cxnLst/>
              <a:rect l="l" t="t" r="r" b="b"/>
              <a:pathLst>
                <a:path w="509588" h="89535">
                  <a:moveTo>
                    <a:pt x="0" y="89535"/>
                  </a:moveTo>
                  <a:lnTo>
                    <a:pt x="509588" y="0"/>
                  </a:lnTo>
                </a:path>
              </a:pathLst>
            </a:custGeom>
            <a:noFill/>
            <a:ln w="19050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213610" y="2242185"/>
              <a:ext cx="101917" cy="93345"/>
            </a:xfrm>
            <a:custGeom>
              <a:avLst/>
              <a:gdLst/>
              <a:ahLst/>
              <a:cxnLst/>
              <a:rect l="l" t="t" r="r" b="b"/>
              <a:pathLst>
                <a:path w="101917" h="93345">
                  <a:moveTo>
                    <a:pt x="101917" y="30480"/>
                  </a:moveTo>
                  <a:lnTo>
                    <a:pt x="17145" y="93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712595" y="2381250"/>
              <a:ext cx="3427095" cy="356235"/>
            </a:xfrm>
            <a:custGeom>
              <a:avLst/>
              <a:gdLst/>
              <a:ahLst/>
              <a:cxnLst/>
              <a:rect l="l" t="t" r="r" b="b"/>
              <a:pathLst>
                <a:path w="3427095" h="356235">
                  <a:moveTo>
                    <a:pt x="0" y="0"/>
                  </a:moveTo>
                  <a:lnTo>
                    <a:pt x="3427095" y="356235"/>
                  </a:lnTo>
                </a:path>
              </a:pathLst>
            </a:custGeom>
            <a:noFill/>
            <a:ln w="19050">
              <a:solidFill>
                <a:srgbClr val="B42318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119312" y="2316480"/>
              <a:ext cx="9525" cy="98108"/>
            </a:xfrm>
            <a:custGeom>
              <a:avLst/>
              <a:gdLst/>
              <a:ahLst/>
              <a:cxnLst/>
              <a:rect l="l" t="t" r="r" b="b"/>
              <a:pathLst>
                <a:path w="9525" h="98108">
                  <a:moveTo>
                    <a:pt x="3810" y="98108"/>
                  </a:moveTo>
                  <a:lnTo>
                    <a:pt x="3810" y="97155"/>
                  </a:lnTo>
                  <a:lnTo>
                    <a:pt x="3810" y="87630"/>
                  </a:lnTo>
                  <a:lnTo>
                    <a:pt x="4762" y="78105"/>
                  </a:lnTo>
                  <a:lnTo>
                    <a:pt x="4762" y="68580"/>
                  </a:lnTo>
                  <a:lnTo>
                    <a:pt x="4762" y="58103"/>
                  </a:lnTo>
                  <a:lnTo>
                    <a:pt x="4762" y="48578"/>
                  </a:lnTo>
                  <a:lnTo>
                    <a:pt x="3810" y="39053"/>
                  </a:lnTo>
                  <a:lnTo>
                    <a:pt x="3810" y="29528"/>
                  </a:lnTo>
                  <a:lnTo>
                    <a:pt x="2858" y="20003"/>
                  </a:lnTo>
                  <a:lnTo>
                    <a:pt x="1905" y="9525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1570672" y="3255645"/>
              <a:ext cx="662940" cy="733425"/>
            </a:xfrm>
            <a:custGeom>
              <a:avLst/>
              <a:gdLst/>
              <a:ahLst/>
              <a:cxnLst/>
              <a:rect l="l" t="t" r="r" b="b"/>
              <a:pathLst>
                <a:path w="662940" h="733425">
                  <a:moveTo>
                    <a:pt x="92392" y="316230"/>
                  </a:moveTo>
                  <a:lnTo>
                    <a:pt x="100965" y="318135"/>
                  </a:lnTo>
                  <a:lnTo>
                    <a:pt x="97155" y="318135"/>
                  </a:lnTo>
                  <a:lnTo>
                    <a:pt x="91440" y="319088"/>
                  </a:lnTo>
                  <a:lnTo>
                    <a:pt x="83820" y="320992"/>
                  </a:lnTo>
                  <a:lnTo>
                    <a:pt x="75248" y="323850"/>
                  </a:lnTo>
                  <a:lnTo>
                    <a:pt x="64770" y="329565"/>
                  </a:lnTo>
                  <a:lnTo>
                    <a:pt x="54292" y="338138"/>
                  </a:lnTo>
                  <a:lnTo>
                    <a:pt x="41910" y="348615"/>
                  </a:lnTo>
                  <a:lnTo>
                    <a:pt x="30480" y="362902"/>
                  </a:lnTo>
                  <a:lnTo>
                    <a:pt x="20002" y="379095"/>
                  </a:lnTo>
                  <a:lnTo>
                    <a:pt x="11430" y="399097"/>
                  </a:lnTo>
                  <a:lnTo>
                    <a:pt x="4762" y="421958"/>
                  </a:lnTo>
                  <a:lnTo>
                    <a:pt x="0" y="447675"/>
                  </a:lnTo>
                  <a:lnTo>
                    <a:pt x="0" y="475297"/>
                  </a:lnTo>
                  <a:lnTo>
                    <a:pt x="2857" y="503872"/>
                  </a:lnTo>
                  <a:lnTo>
                    <a:pt x="9525" y="534352"/>
                  </a:lnTo>
                  <a:lnTo>
                    <a:pt x="21907" y="564833"/>
                  </a:lnTo>
                  <a:lnTo>
                    <a:pt x="38100" y="594360"/>
                  </a:lnTo>
                  <a:lnTo>
                    <a:pt x="58102" y="623888"/>
                  </a:lnTo>
                  <a:lnTo>
                    <a:pt x="83820" y="650558"/>
                  </a:lnTo>
                  <a:lnTo>
                    <a:pt x="114300" y="675322"/>
                  </a:lnTo>
                  <a:lnTo>
                    <a:pt x="147638" y="696277"/>
                  </a:lnTo>
                  <a:lnTo>
                    <a:pt x="184785" y="712470"/>
                  </a:lnTo>
                  <a:lnTo>
                    <a:pt x="225742" y="724852"/>
                  </a:lnTo>
                  <a:lnTo>
                    <a:pt x="268605" y="732472"/>
                  </a:lnTo>
                  <a:lnTo>
                    <a:pt x="312420" y="733425"/>
                  </a:lnTo>
                  <a:lnTo>
                    <a:pt x="357188" y="728662"/>
                  </a:lnTo>
                  <a:lnTo>
                    <a:pt x="401955" y="718185"/>
                  </a:lnTo>
                  <a:lnTo>
                    <a:pt x="445770" y="701992"/>
                  </a:lnTo>
                  <a:lnTo>
                    <a:pt x="487680" y="679133"/>
                  </a:lnTo>
                  <a:lnTo>
                    <a:pt x="526732" y="651510"/>
                  </a:lnTo>
                  <a:lnTo>
                    <a:pt x="562928" y="618172"/>
                  </a:lnTo>
                  <a:lnTo>
                    <a:pt x="593407" y="580072"/>
                  </a:lnTo>
                  <a:lnTo>
                    <a:pt x="619125" y="538162"/>
                  </a:lnTo>
                  <a:lnTo>
                    <a:pt x="639128" y="493395"/>
                  </a:lnTo>
                  <a:lnTo>
                    <a:pt x="653415" y="445770"/>
                  </a:lnTo>
                  <a:lnTo>
                    <a:pt x="661988" y="397192"/>
                  </a:lnTo>
                  <a:lnTo>
                    <a:pt x="662940" y="347662"/>
                  </a:lnTo>
                  <a:lnTo>
                    <a:pt x="658178" y="299085"/>
                  </a:lnTo>
                  <a:lnTo>
                    <a:pt x="646748" y="251460"/>
                  </a:lnTo>
                  <a:lnTo>
                    <a:pt x="629602" y="206692"/>
                  </a:lnTo>
                  <a:lnTo>
                    <a:pt x="606742" y="163830"/>
                  </a:lnTo>
                  <a:lnTo>
                    <a:pt x="579120" y="125730"/>
                  </a:lnTo>
                  <a:lnTo>
                    <a:pt x="547688" y="91440"/>
                  </a:lnTo>
                  <a:lnTo>
                    <a:pt x="511492" y="61912"/>
                  </a:lnTo>
                  <a:lnTo>
                    <a:pt x="473392" y="38100"/>
                  </a:lnTo>
                  <a:lnTo>
                    <a:pt x="432435" y="20002"/>
                  </a:lnTo>
                  <a:lnTo>
                    <a:pt x="391477" y="7620"/>
                  </a:lnTo>
                  <a:lnTo>
                    <a:pt x="349567" y="952"/>
                  </a:lnTo>
                  <a:lnTo>
                    <a:pt x="308610" y="0"/>
                  </a:lnTo>
                  <a:lnTo>
                    <a:pt x="268605" y="3810"/>
                  </a:lnTo>
                  <a:lnTo>
                    <a:pt x="231457" y="12383"/>
                  </a:lnTo>
                  <a:lnTo>
                    <a:pt x="197167" y="25717"/>
                  </a:lnTo>
                  <a:lnTo>
                    <a:pt x="164782" y="42862"/>
                  </a:lnTo>
                  <a:lnTo>
                    <a:pt x="137160" y="61912"/>
                  </a:lnTo>
                  <a:lnTo>
                    <a:pt x="113348" y="84772"/>
                  </a:lnTo>
                  <a:lnTo>
                    <a:pt x="94298" y="108585"/>
                  </a:lnTo>
                  <a:lnTo>
                    <a:pt x="79057" y="133350"/>
                  </a:lnTo>
                  <a:lnTo>
                    <a:pt x="67627" y="159067"/>
                  </a:lnTo>
                  <a:lnTo>
                    <a:pt x="60007" y="182880"/>
                  </a:lnTo>
                  <a:lnTo>
                    <a:pt x="56198" y="206692"/>
                  </a:lnTo>
                  <a:lnTo>
                    <a:pt x="55245" y="228600"/>
                  </a:lnTo>
                  <a:lnTo>
                    <a:pt x="57150" y="247650"/>
                  </a:lnTo>
                  <a:lnTo>
                    <a:pt x="61912" y="265747"/>
                  </a:lnTo>
                  <a:lnTo>
                    <a:pt x="66675" y="280988"/>
                  </a:lnTo>
                  <a:lnTo>
                    <a:pt x="73342" y="292417"/>
                  </a:lnTo>
                  <a:lnTo>
                    <a:pt x="80010" y="301942"/>
                  </a:lnTo>
                  <a:lnTo>
                    <a:pt x="86677" y="309562"/>
                  </a:lnTo>
                  <a:lnTo>
                    <a:pt x="93345" y="314325"/>
                  </a:lnTo>
                  <a:lnTo>
                    <a:pt x="97155" y="317183"/>
                  </a:lnTo>
                  <a:lnTo>
                    <a:pt x="100965" y="318135"/>
                  </a:lnTo>
                  <a:lnTo>
                    <a:pt x="92392" y="316230"/>
                  </a:lnTo>
                </a:path>
              </a:pathLst>
            </a:custGeom>
            <a:noFill/>
            <a:ln w="19050">
              <a:solidFill>
                <a:srgbClr val="14A38B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5101590" y="2690812"/>
              <a:ext cx="95250" cy="952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1634490" y="3535680"/>
              <a:ext cx="76200" cy="76200"/>
            </a:xfrm>
            <a:prstGeom prst="ellipse">
              <a:avLst/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586865" y="1699260"/>
              <a:ext cx="36609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波面 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388691" y="213598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eₙ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217359" y="263699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545020" y="239315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194375" y="229219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φ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513690" y="2214086"/>
              <a:ext cx="1196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376292" y="2446020"/>
              <a:ext cx="15342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dS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347912" y="3759041"/>
              <a:ext cx="74904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rgbClr val="14A38B"/>
                  </a:solidFill>
                  <a:latin typeface="+mn-lt"/>
                  <a:ea typeface="+mn-ea"/>
                  <a:cs typeface="+mn-cs"/>
                </a:rPr>
                <a:t>K(φ) 的方向图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347912" y="3920966"/>
              <a:ext cx="100302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14A38B"/>
                  </a:solidFill>
                  <a:latin typeface="+mn-lt"/>
                  <a:ea typeface="+mn-ea"/>
                  <a:cs typeface="+mn-cs"/>
                </a:rPr>
                <a:t>向前最大，向后为零</a:t>
              </a:r>
            </a:p>
          </p:txBody>
        </p:sp>
      </p:grpSp>
      <p:grpSp>
        <p:nvGrpSpPr>
          <p:cNvPr id="34" name="c1-kv-2"/>
          <p:cNvGrpSpPr/>
          <p:nvPr/>
        </p:nvGrpSpPr>
        <p:grpSpPr>
          <a:xfrm>
            <a:off x="526923" y="4462939"/>
            <a:ext cx="5416677" cy="997076"/>
            <a:chOff x="526923" y="4462939"/>
            <a:chExt cx="5416677" cy="997076"/>
          </a:xfrm>
        </p:grpSpPr>
        <p:sp>
          <p:nvSpPr>
            <p:cNvPr id="26" name="TextBox 26"/>
            <p:cNvSpPr txBox="1"/>
            <p:nvPr/>
          </p:nvSpPr>
          <p:spPr>
            <a:xfrm>
              <a:off x="526923" y="4462939"/>
              <a:ext cx="4222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K(φ)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663256" y="4462939"/>
              <a:ext cx="30629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倾斜因子，φ 是面元法线 eₙ 与 r 的夹角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473487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26923" y="4836319"/>
              <a:ext cx="7103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1/r 因子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663256" y="4836319"/>
              <a:ext cx="22788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子波振幅随距离 r 增大而减小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510825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26923" y="5210651"/>
              <a:ext cx="9176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ωt − 2πr/λ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663256" y="5210651"/>
              <a:ext cx="24710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子波传到 P 点，相位落后 2πr/λ</a:t>
              </a:r>
            </a:p>
          </p:txBody>
        </p:sp>
      </p:grpSp>
      <p:grpSp>
        <p:nvGrpSpPr>
          <p:cNvPr id="40" name="c2-card-1"/>
          <p:cNvGrpSpPr/>
          <p:nvPr/>
        </p:nvGrpSpPr>
        <p:grpSpPr>
          <a:xfrm>
            <a:off x="6248400" y="1524000"/>
            <a:ext cx="5410200" cy="1386840"/>
            <a:chOff x="6248400" y="1524000"/>
            <a:chExt cx="5410200" cy="1386840"/>
          </a:xfrm>
        </p:grpSpPr>
        <p:sp>
          <p:nvSpPr>
            <p:cNvPr id="35" name="Rectangle 35"/>
            <p:cNvSpPr/>
            <p:nvPr/>
          </p:nvSpPr>
          <p:spPr>
            <a:xfrm>
              <a:off x="6248400" y="1524000"/>
              <a:ext cx="5410200" cy="1386840"/>
            </a:xfrm>
            <a:prstGeom prst="roundRect">
              <a:avLst>
                <a:gd name="adj" fmla="val 961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257925" y="1657350"/>
              <a:ext cx="47625" cy="112014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467475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6014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原理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60998" y="2045494"/>
              <a:ext cx="4751578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惠更斯：波面上每一点都可以看作发射子波的波源。菲涅耳补充：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这些子波是相干的，空间某点 P 的振动是波面上所有子波在该点相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干叠加的结果。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formula19"/>
              <p:cNvSpPr txBox="1">
                <a:spLocks noGrp="1"/>
              </p:cNvSpPr>
              <p:nvPr/>
            </p:nvSpPr>
            <p:spPr>
              <a:xfrm>
                <a:off x="6248400" y="3075622"/>
                <a:ext cx="5410200" cy="4114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d</m:t>
                      </m:r>
                      <m:sSub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b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∝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K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φ</m:t>
                          </m:r>
                        </m:e>
                      </m:d>
                      <m:f>
                        <m:fPr>
                          <m:type m:val="bar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b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E</m:t>
                              </m:r>
                            </m:e>
                            <m:sub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Q</m:t>
                              </m:r>
                            </m:sub>
                          </m:sSub>
                        </m:num>
                        <m:den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den>
                      </m:f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ωt</m:t>
                              </m:r>
                              <m:r>
                                <m:rPr>
                                  <m:sty m:val="p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f>
                                <m:fPr>
                                  <m:type m:val="bar"/>
                                  <m:ctrlP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2π</m:t>
                                  </m:r>
                                </m:num>
                                <m:den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λ</m:t>
                                  </m:r>
                                </m:den>
                              </m:f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r</m:t>
                              </m:r>
                            </m:e>
                          </m:d>
                        </m:e>
                      </m:func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dS</m:t>
                      </m:r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formula20"/>
              <p:cNvSpPr txBox="1">
                <a:spLocks noGrp="1"/>
              </p:cNvSpPr>
              <p:nvPr/>
            </p:nvSpPr>
            <p:spPr>
              <a:xfrm>
                <a:off x="6248400" y="3651885"/>
                <a:ext cx="541020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b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C</m:t>
                      </m:r>
                      <m:nary>
                        <m:naryPr>
                          <m:chr m:val="∫"/>
                          <m:limLoc m:val="subSup"/>
                          <m:grow m:val="off"/>
                          <m:subHide m:val="off"/>
                          <m:supHide m:val="on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sub>
                        <m:sup/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φ</m:t>
                              </m:r>
                            </m:e>
                          </m:d>
                          <m:f>
                            <m:fPr>
                              <m:type m:val="bar"/>
                              <m:ctrl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sSub>
                                <m:e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E</m:t>
                                  </m:r>
                                </m:e>
                                <m:sub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Q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r</m:t>
                              </m:r>
                            </m:den>
                          </m:f>
                          <m:func>
                            <m:funcPr/>
                            <m:fName>
                              <m:r>
                                <m:rPr>
                                  <m:sty m:val="p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ωt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kr</m:t>
                                  </m:r>
                                </m:e>
                              </m:d>
                            </m:e>
                          </m:func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dS</m:t>
                          </m:r>
                        </m:e>
                      </m:nary>
                    </m:oMath>
                  </m:oMathPara>
                </a14:m>
              </a:p>
            </p:txBody>
          </p:sp>
        </mc:Choice>
      </mc:AlternateContent>
      <p:grpSp>
        <p:nvGrpSpPr>
          <p:cNvPr id="48" name="c2-card-4"/>
          <p:cNvGrpSpPr/>
          <p:nvPr/>
        </p:nvGrpSpPr>
        <p:grpSpPr>
          <a:xfrm>
            <a:off x="6248400" y="4243388"/>
            <a:ext cx="5410200" cy="1419225"/>
            <a:chOff x="6248400" y="4243388"/>
            <a:chExt cx="5410200" cy="1419225"/>
          </a:xfrm>
        </p:grpSpPr>
        <p:sp>
          <p:nvSpPr>
            <p:cNvPr id="43" name="Rectangle 43"/>
            <p:cNvSpPr/>
            <p:nvPr/>
          </p:nvSpPr>
          <p:spPr>
            <a:xfrm>
              <a:off x="6248400" y="4243388"/>
              <a:ext cx="5410200" cy="1419225"/>
            </a:xfrm>
            <a:prstGeom prst="roundRect">
              <a:avLst>
                <a:gd name="adj" fmla="val 9396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429375" y="4424362"/>
              <a:ext cx="1578292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488443" y="4457224"/>
              <a:ext cx="1461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倾斜因子（垂直入射时）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6" name="formula21"/>
                <p:cNvSpPr txBox="1">
                  <a:spLocks noGrp="1"/>
                </p:cNvSpPr>
                <p:nvPr/>
              </p:nvSpPr>
              <p:spPr>
                <a:xfrm>
                  <a:off x="6429375" y="4743450"/>
                  <a:ext cx="5048250" cy="43719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K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φ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den>
                        </m:f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func>
                              <m:funcPr/>
                              <m:fName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cos</m:t>
                                </m:r>
                              </m:fName>
                              <m:e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φ</m:t>
                                </m:r>
                              </m:e>
                            </m:func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47" name="TextBox 47"/>
            <p:cNvSpPr txBox="1"/>
            <p:nvPr/>
          </p:nvSpPr>
          <p:spPr>
            <a:xfrm>
              <a:off x="6422898" y="5283041"/>
              <a:ext cx="40603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φ = 0 时 K = 1，φ = π 时 K = 0：子波不会向后传播。</a:t>
              </a:r>
            </a:p>
          </p:txBody>
        </p:sp>
      </p:grpSp>
      <p:grpSp>
        <p:nvGrpSpPr>
          <p:cNvPr id="55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49" name="Rectangle 49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38200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27088" y="6128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1041273" y="6039326"/>
              <a:ext cx="81116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原理只给出一个积分式，一般情形很难算。下面的半波带法把积分换成「数半波带」，是对它的近似处理。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第8章 光的衍射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680147" cy="3351847"/>
            <a:chOff x="667512" y="1835468"/>
            <a:chExt cx="4680147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91363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夫琅禾费单缝衍射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6702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对应原课件 8.2，半波带法是本章最常用的方法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实验装置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光程差与半波带法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明暗条件与光强分布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条纹位置、宽度与三道例题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第8章 光的衍射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07933" cy="909257"/>
            <a:chOff x="520446" y="342900"/>
            <a:chExt cx="860793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光的衍射 · 夫琅禾费单缝衍射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0793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单缝衍射装置：平行光入射，透镜把衍射光会聚到焦平面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9" name="g_setup"/>
          <p:cNvGrpSpPr/>
          <p:nvPr/>
        </p:nvGrpSpPr>
        <p:grpSpPr>
          <a:xfrm>
            <a:off x="816012" y="1916906"/>
            <a:ext cx="5428578" cy="2960847"/>
            <a:chOff x="816012" y="1916906"/>
            <a:chExt cx="5428578" cy="2960847"/>
          </a:xfrm>
        </p:grpSpPr>
        <p:sp>
          <p:nvSpPr>
            <p:cNvPr id="7" name="Freeform 7"/>
            <p:cNvSpPr/>
            <p:nvPr/>
          </p:nvSpPr>
          <p:spPr>
            <a:xfrm>
              <a:off x="1459230" y="2886075"/>
              <a:ext cx="184785" cy="1183005"/>
            </a:xfrm>
            <a:custGeom>
              <a:avLst/>
              <a:gdLst/>
              <a:ahLst/>
              <a:cxnLst/>
              <a:rect l="l" t="t" r="r" b="b"/>
              <a:pathLst>
                <a:path w="184785" h="1183005">
                  <a:moveTo>
                    <a:pt x="184785" y="581978"/>
                  </a:moveTo>
                  <a:lnTo>
                    <a:pt x="184785" y="533400"/>
                  </a:lnTo>
                  <a:lnTo>
                    <a:pt x="182880" y="476250"/>
                  </a:lnTo>
                  <a:lnTo>
                    <a:pt x="180975" y="420053"/>
                  </a:lnTo>
                  <a:lnTo>
                    <a:pt x="177165" y="364808"/>
                  </a:lnTo>
                  <a:lnTo>
                    <a:pt x="173355" y="312420"/>
                  </a:lnTo>
                  <a:lnTo>
                    <a:pt x="169545" y="262890"/>
                  </a:lnTo>
                  <a:lnTo>
                    <a:pt x="163830" y="216217"/>
                  </a:lnTo>
                  <a:lnTo>
                    <a:pt x="157162" y="173355"/>
                  </a:lnTo>
                  <a:lnTo>
                    <a:pt x="151448" y="134303"/>
                  </a:lnTo>
                  <a:lnTo>
                    <a:pt x="143828" y="100012"/>
                  </a:lnTo>
                  <a:lnTo>
                    <a:pt x="136208" y="69533"/>
                  </a:lnTo>
                  <a:lnTo>
                    <a:pt x="127635" y="44767"/>
                  </a:lnTo>
                  <a:lnTo>
                    <a:pt x="119062" y="25717"/>
                  </a:lnTo>
                  <a:lnTo>
                    <a:pt x="110490" y="11430"/>
                  </a:lnTo>
                  <a:lnTo>
                    <a:pt x="101918" y="2858"/>
                  </a:lnTo>
                  <a:lnTo>
                    <a:pt x="92393" y="0"/>
                  </a:lnTo>
                  <a:lnTo>
                    <a:pt x="82868" y="2858"/>
                  </a:lnTo>
                  <a:lnTo>
                    <a:pt x="74295" y="11430"/>
                  </a:lnTo>
                  <a:lnTo>
                    <a:pt x="65723" y="25717"/>
                  </a:lnTo>
                  <a:lnTo>
                    <a:pt x="57150" y="44767"/>
                  </a:lnTo>
                  <a:lnTo>
                    <a:pt x="48578" y="69533"/>
                  </a:lnTo>
                  <a:lnTo>
                    <a:pt x="40958" y="100012"/>
                  </a:lnTo>
                  <a:lnTo>
                    <a:pt x="33338" y="134303"/>
                  </a:lnTo>
                  <a:lnTo>
                    <a:pt x="26670" y="173355"/>
                  </a:lnTo>
                  <a:lnTo>
                    <a:pt x="20955" y="216217"/>
                  </a:lnTo>
                  <a:lnTo>
                    <a:pt x="15240" y="262890"/>
                  </a:lnTo>
                  <a:lnTo>
                    <a:pt x="10478" y="312420"/>
                  </a:lnTo>
                  <a:lnTo>
                    <a:pt x="6668" y="364808"/>
                  </a:lnTo>
                  <a:lnTo>
                    <a:pt x="3810" y="420053"/>
                  </a:lnTo>
                  <a:lnTo>
                    <a:pt x="1905" y="476250"/>
                  </a:lnTo>
                  <a:lnTo>
                    <a:pt x="953" y="533400"/>
                  </a:lnTo>
                  <a:lnTo>
                    <a:pt x="0" y="591503"/>
                  </a:lnTo>
                  <a:lnTo>
                    <a:pt x="953" y="649605"/>
                  </a:lnTo>
                  <a:lnTo>
                    <a:pt x="1905" y="706755"/>
                  </a:lnTo>
                  <a:lnTo>
                    <a:pt x="3810" y="762953"/>
                  </a:lnTo>
                  <a:lnTo>
                    <a:pt x="6668" y="817245"/>
                  </a:lnTo>
                  <a:lnTo>
                    <a:pt x="10478" y="869633"/>
                  </a:lnTo>
                  <a:lnTo>
                    <a:pt x="15240" y="920115"/>
                  </a:lnTo>
                  <a:lnTo>
                    <a:pt x="20955" y="966788"/>
                  </a:lnTo>
                  <a:lnTo>
                    <a:pt x="26670" y="1009650"/>
                  </a:lnTo>
                  <a:lnTo>
                    <a:pt x="33338" y="1048703"/>
                  </a:lnTo>
                  <a:lnTo>
                    <a:pt x="40958" y="1082992"/>
                  </a:lnTo>
                  <a:lnTo>
                    <a:pt x="48578" y="1112520"/>
                  </a:lnTo>
                  <a:lnTo>
                    <a:pt x="57150" y="1137285"/>
                  </a:lnTo>
                  <a:lnTo>
                    <a:pt x="65723" y="1157288"/>
                  </a:lnTo>
                  <a:lnTo>
                    <a:pt x="74295" y="1171575"/>
                  </a:lnTo>
                  <a:lnTo>
                    <a:pt x="82868" y="1180147"/>
                  </a:lnTo>
                  <a:lnTo>
                    <a:pt x="92393" y="1183005"/>
                  </a:lnTo>
                  <a:lnTo>
                    <a:pt x="101918" y="1180147"/>
                  </a:lnTo>
                  <a:lnTo>
                    <a:pt x="110490" y="1171575"/>
                  </a:lnTo>
                  <a:lnTo>
                    <a:pt x="119062" y="1157288"/>
                  </a:lnTo>
                  <a:lnTo>
                    <a:pt x="127635" y="1137285"/>
                  </a:lnTo>
                  <a:lnTo>
                    <a:pt x="136208" y="1112520"/>
                  </a:lnTo>
                  <a:lnTo>
                    <a:pt x="143828" y="1082992"/>
                  </a:lnTo>
                  <a:lnTo>
                    <a:pt x="151448" y="1048703"/>
                  </a:lnTo>
                  <a:lnTo>
                    <a:pt x="157162" y="1009650"/>
                  </a:lnTo>
                  <a:lnTo>
                    <a:pt x="163830" y="966788"/>
                  </a:lnTo>
                  <a:lnTo>
                    <a:pt x="169545" y="920115"/>
                  </a:lnTo>
                  <a:lnTo>
                    <a:pt x="173355" y="869633"/>
                  </a:lnTo>
                  <a:lnTo>
                    <a:pt x="177165" y="817245"/>
                  </a:lnTo>
                  <a:lnTo>
                    <a:pt x="180975" y="762953"/>
                  </a:lnTo>
                  <a:lnTo>
                    <a:pt x="182880" y="706755"/>
                  </a:lnTo>
                  <a:lnTo>
                    <a:pt x="184785" y="649605"/>
                  </a:lnTo>
                  <a:lnTo>
                    <a:pt x="184785" y="601028"/>
                  </a:lnTo>
                </a:path>
              </a:pathLst>
            </a:custGeom>
            <a:noFill/>
            <a:ln w="19050">
              <a:solidFill>
                <a:srgbClr val="2F4B9A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613660" y="2193608"/>
              <a:ext cx="9525" cy="1071562"/>
            </a:xfrm>
            <a:custGeom>
              <a:avLst/>
              <a:gdLst/>
              <a:ahLst/>
              <a:cxnLst/>
              <a:rect l="l" t="t" r="r" b="b"/>
              <a:pathLst>
                <a:path w="9525" h="1071562">
                  <a:moveTo>
                    <a:pt x="0" y="0"/>
                  </a:moveTo>
                  <a:lnTo>
                    <a:pt x="0" y="1071562"/>
                  </a:lnTo>
                </a:path>
              </a:pathLst>
            </a:custGeom>
            <a:noFill/>
            <a:ln w="28575">
              <a:solidFill>
                <a:srgbClr val="1F2937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2613660" y="3689985"/>
              <a:ext cx="9525" cy="1071562"/>
            </a:xfrm>
            <a:custGeom>
              <a:avLst/>
              <a:gdLst/>
              <a:ahLst/>
              <a:cxnLst/>
              <a:rect l="l" t="t" r="r" b="b"/>
              <a:pathLst>
                <a:path w="9525" h="1071562">
                  <a:moveTo>
                    <a:pt x="0" y="0"/>
                  </a:moveTo>
                  <a:lnTo>
                    <a:pt x="0" y="1071562"/>
                  </a:lnTo>
                </a:path>
              </a:pathLst>
            </a:custGeom>
            <a:noFill/>
            <a:ln w="2857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427095" y="2479358"/>
              <a:ext cx="221933" cy="1995488"/>
            </a:xfrm>
            <a:custGeom>
              <a:avLst/>
              <a:gdLst/>
              <a:ahLst/>
              <a:cxnLst/>
              <a:rect l="l" t="t" r="r" b="b"/>
              <a:pathLst>
                <a:path w="221933" h="1995488">
                  <a:moveTo>
                    <a:pt x="221933" y="988695"/>
                  </a:moveTo>
                  <a:lnTo>
                    <a:pt x="220980" y="900112"/>
                  </a:lnTo>
                  <a:lnTo>
                    <a:pt x="220027" y="803910"/>
                  </a:lnTo>
                  <a:lnTo>
                    <a:pt x="216217" y="708660"/>
                  </a:lnTo>
                  <a:lnTo>
                    <a:pt x="213360" y="616267"/>
                  </a:lnTo>
                  <a:lnTo>
                    <a:pt x="208597" y="527685"/>
                  </a:lnTo>
                  <a:lnTo>
                    <a:pt x="202883" y="443865"/>
                  </a:lnTo>
                  <a:lnTo>
                    <a:pt x="196215" y="364808"/>
                  </a:lnTo>
                  <a:lnTo>
                    <a:pt x="188595" y="292417"/>
                  </a:lnTo>
                  <a:lnTo>
                    <a:pt x="180975" y="226695"/>
                  </a:lnTo>
                  <a:lnTo>
                    <a:pt x="172402" y="168592"/>
                  </a:lnTo>
                  <a:lnTo>
                    <a:pt x="162877" y="118110"/>
                  </a:lnTo>
                  <a:lnTo>
                    <a:pt x="153352" y="76200"/>
                  </a:lnTo>
                  <a:lnTo>
                    <a:pt x="142875" y="42862"/>
                  </a:lnTo>
                  <a:lnTo>
                    <a:pt x="132397" y="19050"/>
                  </a:lnTo>
                  <a:lnTo>
                    <a:pt x="121920" y="4762"/>
                  </a:lnTo>
                  <a:lnTo>
                    <a:pt x="110490" y="0"/>
                  </a:lnTo>
                  <a:lnTo>
                    <a:pt x="100012" y="4762"/>
                  </a:lnTo>
                  <a:lnTo>
                    <a:pt x="89535" y="19050"/>
                  </a:lnTo>
                  <a:lnTo>
                    <a:pt x="78105" y="42862"/>
                  </a:lnTo>
                  <a:lnTo>
                    <a:pt x="68580" y="76200"/>
                  </a:lnTo>
                  <a:lnTo>
                    <a:pt x="58102" y="118110"/>
                  </a:lnTo>
                  <a:lnTo>
                    <a:pt x="48577" y="168592"/>
                  </a:lnTo>
                  <a:lnTo>
                    <a:pt x="40005" y="226695"/>
                  </a:lnTo>
                  <a:lnTo>
                    <a:pt x="32385" y="292417"/>
                  </a:lnTo>
                  <a:lnTo>
                    <a:pt x="24765" y="364808"/>
                  </a:lnTo>
                  <a:lnTo>
                    <a:pt x="19050" y="443865"/>
                  </a:lnTo>
                  <a:lnTo>
                    <a:pt x="13335" y="527685"/>
                  </a:lnTo>
                  <a:lnTo>
                    <a:pt x="8572" y="616267"/>
                  </a:lnTo>
                  <a:lnTo>
                    <a:pt x="4762" y="708660"/>
                  </a:lnTo>
                  <a:lnTo>
                    <a:pt x="1905" y="803910"/>
                  </a:lnTo>
                  <a:lnTo>
                    <a:pt x="952" y="900112"/>
                  </a:lnTo>
                  <a:lnTo>
                    <a:pt x="0" y="998220"/>
                  </a:lnTo>
                  <a:lnTo>
                    <a:pt x="952" y="1095375"/>
                  </a:lnTo>
                  <a:lnTo>
                    <a:pt x="1905" y="1192530"/>
                  </a:lnTo>
                  <a:lnTo>
                    <a:pt x="4762" y="1287780"/>
                  </a:lnTo>
                  <a:lnTo>
                    <a:pt x="8572" y="1380172"/>
                  </a:lnTo>
                  <a:lnTo>
                    <a:pt x="13335" y="1468755"/>
                  </a:lnTo>
                  <a:lnTo>
                    <a:pt x="19050" y="1552575"/>
                  </a:lnTo>
                  <a:lnTo>
                    <a:pt x="24765" y="1630680"/>
                  </a:lnTo>
                  <a:lnTo>
                    <a:pt x="32385" y="1704022"/>
                  </a:lnTo>
                  <a:lnTo>
                    <a:pt x="40005" y="1769745"/>
                  </a:lnTo>
                  <a:lnTo>
                    <a:pt x="48577" y="1827847"/>
                  </a:lnTo>
                  <a:lnTo>
                    <a:pt x="58102" y="1878330"/>
                  </a:lnTo>
                  <a:lnTo>
                    <a:pt x="68580" y="1920240"/>
                  </a:lnTo>
                  <a:lnTo>
                    <a:pt x="78105" y="1952625"/>
                  </a:lnTo>
                  <a:lnTo>
                    <a:pt x="89535" y="1976438"/>
                  </a:lnTo>
                  <a:lnTo>
                    <a:pt x="100012" y="1991677"/>
                  </a:lnTo>
                  <a:lnTo>
                    <a:pt x="110490" y="1995488"/>
                  </a:lnTo>
                  <a:lnTo>
                    <a:pt x="121920" y="1991677"/>
                  </a:lnTo>
                  <a:lnTo>
                    <a:pt x="132397" y="1976438"/>
                  </a:lnTo>
                  <a:lnTo>
                    <a:pt x="142875" y="1952625"/>
                  </a:lnTo>
                  <a:lnTo>
                    <a:pt x="153352" y="1920240"/>
                  </a:lnTo>
                  <a:lnTo>
                    <a:pt x="162877" y="1878330"/>
                  </a:lnTo>
                  <a:lnTo>
                    <a:pt x="172402" y="1827847"/>
                  </a:lnTo>
                  <a:lnTo>
                    <a:pt x="180975" y="1769745"/>
                  </a:lnTo>
                  <a:lnTo>
                    <a:pt x="188595" y="1704022"/>
                  </a:lnTo>
                  <a:lnTo>
                    <a:pt x="196215" y="1630680"/>
                  </a:lnTo>
                  <a:lnTo>
                    <a:pt x="202883" y="1552575"/>
                  </a:lnTo>
                  <a:lnTo>
                    <a:pt x="208597" y="1468755"/>
                  </a:lnTo>
                  <a:lnTo>
                    <a:pt x="213360" y="1380172"/>
                  </a:lnTo>
                  <a:lnTo>
                    <a:pt x="216217" y="1287780"/>
                  </a:lnTo>
                  <a:lnTo>
                    <a:pt x="220027" y="1192530"/>
                  </a:lnTo>
                  <a:lnTo>
                    <a:pt x="220980" y="1095375"/>
                  </a:lnTo>
                  <a:lnTo>
                    <a:pt x="221933" y="1007745"/>
                  </a:lnTo>
                </a:path>
              </a:pathLst>
            </a:custGeom>
            <a:noFill/>
            <a:ln w="19050">
              <a:solidFill>
                <a:srgbClr val="2F4B9A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5939790" y="2083118"/>
              <a:ext cx="9525" cy="2788920"/>
            </a:xfrm>
            <a:custGeom>
              <a:avLst/>
              <a:gdLst/>
              <a:ahLst/>
              <a:cxnLst/>
              <a:rect l="l" t="t" r="r" b="b"/>
              <a:pathLst>
                <a:path w="9525" h="2788920">
                  <a:moveTo>
                    <a:pt x="0" y="0"/>
                  </a:moveTo>
                  <a:lnTo>
                    <a:pt x="0" y="2788920"/>
                  </a:lnTo>
                </a:path>
              </a:pathLst>
            </a:custGeom>
            <a:noFill/>
            <a:ln w="2857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877252" y="3477578"/>
              <a:ext cx="5053012" cy="9525"/>
            </a:xfrm>
            <a:custGeom>
              <a:avLst/>
              <a:gdLst/>
              <a:ahLst/>
              <a:cxnLst/>
              <a:rect l="l" t="t" r="r" b="b"/>
              <a:pathLst>
                <a:path w="5053012" h="9525">
                  <a:moveTo>
                    <a:pt x="0" y="0"/>
                  </a:moveTo>
                  <a:lnTo>
                    <a:pt x="5053012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13" name="Freeform 13"/>
            <p:cNvSpPr/>
            <p:nvPr/>
          </p:nvSpPr>
          <p:spPr>
            <a:xfrm>
              <a:off x="877252" y="3310890"/>
              <a:ext cx="1726882" cy="164782"/>
            </a:xfrm>
            <a:custGeom>
              <a:avLst/>
              <a:gdLst/>
              <a:ahLst/>
              <a:cxnLst/>
              <a:rect l="l" t="t" r="r" b="b"/>
              <a:pathLst>
                <a:path w="1726882" h="164782">
                  <a:moveTo>
                    <a:pt x="0" y="164782"/>
                  </a:moveTo>
                  <a:lnTo>
                    <a:pt x="674370" y="0"/>
                  </a:lnTo>
                  <a:lnTo>
                    <a:pt x="1726882" y="0"/>
                  </a:lnTo>
                </a:path>
              </a:pathLst>
            </a:custGeom>
            <a:noFill/>
            <a:ln w="15240">
              <a:solidFill>
                <a:srgbClr val="D97706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623185" y="2883218"/>
              <a:ext cx="3307080" cy="425767"/>
            </a:xfrm>
            <a:custGeom>
              <a:avLst/>
              <a:gdLst/>
              <a:ahLst/>
              <a:cxnLst/>
              <a:rect l="l" t="t" r="r" b="b"/>
              <a:pathLst>
                <a:path w="3307080" h="425767">
                  <a:moveTo>
                    <a:pt x="0" y="425767"/>
                  </a:moveTo>
                  <a:lnTo>
                    <a:pt x="914400" y="199073"/>
                  </a:lnTo>
                  <a:lnTo>
                    <a:pt x="3307080" y="0"/>
                  </a:ln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877252" y="3477578"/>
              <a:ext cx="1726882" cy="9525"/>
            </a:xfrm>
            <a:custGeom>
              <a:avLst/>
              <a:gdLst/>
              <a:ahLst/>
              <a:cxnLst/>
              <a:rect l="l" t="t" r="r" b="b"/>
              <a:pathLst>
                <a:path w="1726882" h="9525">
                  <a:moveTo>
                    <a:pt x="0" y="0"/>
                  </a:moveTo>
                  <a:lnTo>
                    <a:pt x="674370" y="0"/>
                  </a:lnTo>
                  <a:lnTo>
                    <a:pt x="1726882" y="0"/>
                  </a:lnTo>
                </a:path>
              </a:pathLst>
            </a:custGeom>
            <a:noFill/>
            <a:ln w="15240">
              <a:solidFill>
                <a:srgbClr val="D97706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623185" y="2884170"/>
              <a:ext cx="3307080" cy="590550"/>
            </a:xfrm>
            <a:custGeom>
              <a:avLst/>
              <a:gdLst/>
              <a:ahLst/>
              <a:cxnLst/>
              <a:rect l="l" t="t" r="r" b="b"/>
              <a:pathLst>
                <a:path w="3307080" h="590550">
                  <a:moveTo>
                    <a:pt x="0" y="590550"/>
                  </a:moveTo>
                  <a:lnTo>
                    <a:pt x="914400" y="364808"/>
                  </a:lnTo>
                  <a:lnTo>
                    <a:pt x="3307080" y="0"/>
                  </a:ln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877252" y="3479482"/>
              <a:ext cx="1726882" cy="164783"/>
            </a:xfrm>
            <a:custGeom>
              <a:avLst/>
              <a:gdLst/>
              <a:ahLst/>
              <a:cxnLst/>
              <a:rect l="l" t="t" r="r" b="b"/>
              <a:pathLst>
                <a:path w="1726882" h="164783">
                  <a:moveTo>
                    <a:pt x="0" y="0"/>
                  </a:moveTo>
                  <a:lnTo>
                    <a:pt x="674370" y="164783"/>
                  </a:lnTo>
                  <a:lnTo>
                    <a:pt x="1726882" y="164783"/>
                  </a:lnTo>
                </a:path>
              </a:pathLst>
            </a:custGeom>
            <a:noFill/>
            <a:ln w="15240">
              <a:solidFill>
                <a:srgbClr val="D97706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2623185" y="2885122"/>
              <a:ext cx="3307080" cy="756285"/>
            </a:xfrm>
            <a:custGeom>
              <a:avLst/>
              <a:gdLst/>
              <a:ahLst/>
              <a:cxnLst/>
              <a:rect l="l" t="t" r="r" b="b"/>
              <a:pathLst>
                <a:path w="3307080" h="756285">
                  <a:moveTo>
                    <a:pt x="0" y="756285"/>
                  </a:moveTo>
                  <a:lnTo>
                    <a:pt x="914400" y="529590"/>
                  </a:lnTo>
                  <a:lnTo>
                    <a:pt x="3307080" y="0"/>
                  </a:ln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3010852" y="3388995"/>
              <a:ext cx="9525" cy="79058"/>
            </a:xfrm>
            <a:custGeom>
              <a:avLst/>
              <a:gdLst/>
              <a:ahLst/>
              <a:cxnLst/>
              <a:rect l="l" t="t" r="r" b="b"/>
              <a:pathLst>
                <a:path w="9525" h="79058">
                  <a:moveTo>
                    <a:pt x="9525" y="79058"/>
                  </a:moveTo>
                  <a:lnTo>
                    <a:pt x="9525" y="79058"/>
                  </a:lnTo>
                  <a:lnTo>
                    <a:pt x="8572" y="68580"/>
                  </a:lnTo>
                  <a:lnTo>
                    <a:pt x="8572" y="59055"/>
                  </a:lnTo>
                  <a:lnTo>
                    <a:pt x="7620" y="48577"/>
                  </a:lnTo>
                  <a:lnTo>
                    <a:pt x="6667" y="39052"/>
                  </a:lnTo>
                  <a:lnTo>
                    <a:pt x="5715" y="29527"/>
                  </a:lnTo>
                  <a:lnTo>
                    <a:pt x="3810" y="20002"/>
                  </a:lnTo>
                  <a:lnTo>
                    <a:pt x="1905" y="9525"/>
                  </a:lnTo>
                  <a:lnTo>
                    <a:pt x="0" y="952"/>
                  </a:ln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6023610" y="2086928"/>
              <a:ext cx="220980" cy="9525"/>
            </a:xfrm>
            <a:custGeom>
              <a:avLst/>
              <a:gdLst/>
              <a:ahLst/>
              <a:cxnLst/>
              <a:rect l="l" t="t" r="r" b="b"/>
              <a:pathLst>
                <a:path w="220980" h="9525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noFill/>
            <a:ln w="56388">
              <a:solidFill>
                <a:srgbClr val="44391C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6023610" y="2114550"/>
              <a:ext cx="220980" cy="9525"/>
            </a:xfrm>
            <a:custGeom>
              <a:avLst/>
              <a:gdLst/>
              <a:ahLst/>
              <a:cxnLst/>
              <a:rect l="l" t="t" r="r" b="b"/>
              <a:pathLst>
                <a:path w="220980" h="9525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noFill/>
            <a:ln w="56388">
              <a:solidFill>
                <a:srgbClr val="41371C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6023610" y="2143125"/>
              <a:ext cx="220980" cy="9525"/>
            </a:xfrm>
            <a:custGeom>
              <a:avLst/>
              <a:gdLst/>
              <a:ahLst/>
              <a:cxnLst/>
              <a:rect l="l" t="t" r="r" b="b"/>
              <a:pathLst>
                <a:path w="220980" h="9525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noFill/>
            <a:ln w="56388">
              <a:solidFill>
                <a:srgbClr val="3C331C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6023610" y="2170748"/>
              <a:ext cx="220980" cy="9525"/>
            </a:xfrm>
            <a:custGeom>
              <a:avLst/>
              <a:gdLst/>
              <a:ahLst/>
              <a:cxnLst/>
              <a:rect l="l" t="t" r="r" b="b"/>
              <a:pathLst>
                <a:path w="220980" h="9525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noFill/>
            <a:ln w="56388">
              <a:solidFill>
                <a:srgbClr val="362F1C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6023610" y="2198370"/>
              <a:ext cx="220980" cy="9525"/>
            </a:xfrm>
            <a:custGeom>
              <a:avLst/>
              <a:gdLst/>
              <a:ahLst/>
              <a:cxnLst/>
              <a:rect l="l" t="t" r="r" b="b"/>
              <a:pathLst>
                <a:path w="220980" h="9525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noFill/>
            <a:ln w="56388">
              <a:solidFill>
                <a:srgbClr val="2D281C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6023610" y="2225992"/>
              <a:ext cx="220980" cy="9525"/>
            </a:xfrm>
            <a:custGeom>
              <a:avLst/>
              <a:gdLst/>
              <a:ahLst/>
              <a:cxnLst/>
              <a:rect l="l" t="t" r="r" b="b"/>
              <a:pathLst>
                <a:path w="220980" h="9525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noFill/>
            <a:ln w="56388">
              <a:solidFill>
                <a:srgbClr val="201F1C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6023610" y="2253615"/>
              <a:ext cx="220980" cy="9525"/>
            </a:xfrm>
            <a:custGeom>
              <a:avLst/>
              <a:gdLst/>
              <a:ahLst/>
              <a:cxnLst/>
              <a:rect l="l" t="t" r="r" b="b"/>
              <a:pathLst>
                <a:path w="220980" h="9525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noFill/>
            <a:ln w="56388">
              <a:solidFill>
                <a:srgbClr val="2A261C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6023610" y="2281238"/>
              <a:ext cx="220980" cy="9525"/>
            </a:xfrm>
            <a:custGeom>
              <a:avLst/>
              <a:gdLst/>
              <a:ahLst/>
              <a:cxnLst/>
              <a:rect l="l" t="t" r="r" b="b"/>
              <a:pathLst>
                <a:path w="220980" h="9525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noFill/>
            <a:ln w="56388">
              <a:solidFill>
                <a:srgbClr val="352E1C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6023610" y="2309812"/>
              <a:ext cx="220980" cy="9525"/>
            </a:xfrm>
            <a:custGeom>
              <a:avLst/>
              <a:gdLst/>
              <a:ahLst/>
              <a:cxnLst/>
              <a:rect l="l" t="t" r="r" b="b"/>
              <a:pathLst>
                <a:path w="220980" h="9525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noFill/>
            <a:ln w="56388">
              <a:solidFill>
                <a:srgbClr val="3D341C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6023610" y="2337435"/>
              <a:ext cx="220980" cy="9525"/>
            </a:xfrm>
            <a:custGeom>
              <a:avLst/>
              <a:gdLst/>
              <a:ahLst/>
              <a:cxnLst/>
              <a:rect l="l" t="t" r="r" b="b"/>
              <a:pathLst>
                <a:path w="220980" h="9525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noFill/>
            <a:ln w="56388">
              <a:solidFill>
                <a:srgbClr val="44391C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6023610" y="2365058"/>
              <a:ext cx="220980" cy="9525"/>
            </a:xfrm>
            <a:custGeom>
              <a:avLst/>
              <a:gdLst/>
              <a:ahLst/>
              <a:cxnLst/>
              <a:rect l="l" t="t" r="r" b="b"/>
              <a:pathLst>
                <a:path w="220980" h="9525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noFill/>
            <a:ln w="56388">
              <a:solidFill>
                <a:srgbClr val="4A3D1C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6023610" y="2392680"/>
              <a:ext cx="220980" cy="9525"/>
            </a:xfrm>
            <a:custGeom>
              <a:avLst/>
              <a:gdLst/>
              <a:ahLst/>
              <a:cxnLst/>
              <a:rect l="l" t="t" r="r" b="b"/>
              <a:pathLst>
                <a:path w="220980" h="9525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noFill/>
            <a:ln w="56388">
              <a:solidFill>
                <a:srgbClr val="4E411C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6023610" y="2420302"/>
              <a:ext cx="220980" cy="9525"/>
            </a:xfrm>
            <a:custGeom>
              <a:avLst/>
              <a:gdLst/>
              <a:ahLst/>
              <a:cxnLst/>
              <a:rect l="l" t="t" r="r" b="b"/>
              <a:pathLst>
                <a:path w="220980" h="9525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noFill/>
            <a:ln w="56388">
              <a:solidFill>
                <a:srgbClr val="51431C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6023610" y="2448878"/>
              <a:ext cx="220980" cy="9525"/>
            </a:xfrm>
            <a:custGeom>
              <a:avLst/>
              <a:gdLst/>
              <a:ahLst/>
              <a:cxnLst/>
              <a:rect l="l" t="t" r="r" b="b"/>
              <a:pathLst>
                <a:path w="220980" h="9525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noFill/>
            <a:ln w="56388">
              <a:solidFill>
                <a:srgbClr val="52431C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6023610" y="2476500"/>
              <a:ext cx="220980" cy="9525"/>
            </a:xfrm>
            <a:custGeom>
              <a:avLst/>
              <a:gdLst/>
              <a:ahLst/>
              <a:cxnLst/>
              <a:rect l="l" t="t" r="r" b="b"/>
              <a:pathLst>
                <a:path w="220980" h="9525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noFill/>
            <a:ln w="56388">
              <a:solidFill>
                <a:srgbClr val="51431C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6023610" y="2504122"/>
              <a:ext cx="220980" cy="9525"/>
            </a:xfrm>
            <a:custGeom>
              <a:avLst/>
              <a:gdLst/>
              <a:ahLst/>
              <a:cxnLst/>
              <a:rect l="l" t="t" r="r" b="b"/>
              <a:pathLst>
                <a:path w="220980" h="9525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noFill/>
            <a:ln w="56388">
              <a:solidFill>
                <a:srgbClr val="4F411C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6023610" y="2531745"/>
              <a:ext cx="220980" cy="9525"/>
            </a:xfrm>
            <a:custGeom>
              <a:avLst/>
              <a:gdLst/>
              <a:ahLst/>
              <a:cxnLst/>
              <a:rect l="l" t="t" r="r" b="b"/>
              <a:pathLst>
                <a:path w="220980" h="9525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noFill/>
            <a:ln w="56388">
              <a:solidFill>
                <a:srgbClr val="4B3F1C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6023610" y="2559368"/>
              <a:ext cx="220980" cy="9525"/>
            </a:xfrm>
            <a:custGeom>
              <a:avLst/>
              <a:gdLst/>
              <a:ahLst/>
              <a:cxnLst/>
              <a:rect l="l" t="t" r="r" b="b"/>
              <a:pathLst>
                <a:path w="220980" h="9525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noFill/>
            <a:ln w="56388">
              <a:solidFill>
                <a:srgbClr val="453A1C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6023610" y="2587942"/>
              <a:ext cx="220980" cy="9525"/>
            </a:xfrm>
            <a:custGeom>
              <a:avLst/>
              <a:gdLst/>
              <a:ahLst/>
              <a:cxnLst/>
              <a:rect l="l" t="t" r="r" b="b"/>
              <a:pathLst>
                <a:path w="220980" h="9525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noFill/>
            <a:ln w="56388">
              <a:solidFill>
                <a:srgbClr val="3D341C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6023610" y="2615565"/>
              <a:ext cx="220980" cy="9525"/>
            </a:xfrm>
            <a:custGeom>
              <a:avLst/>
              <a:gdLst/>
              <a:ahLst/>
              <a:cxnLst/>
              <a:rect l="l" t="t" r="r" b="b"/>
              <a:pathLst>
                <a:path w="220980" h="9525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noFill/>
            <a:ln w="56388">
              <a:solidFill>
                <a:srgbClr val="322C1C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6023610" y="2643188"/>
              <a:ext cx="220980" cy="9525"/>
            </a:xfrm>
            <a:custGeom>
              <a:avLst/>
              <a:gdLst/>
              <a:ahLst/>
              <a:cxnLst/>
              <a:rect l="l" t="t" r="r" b="b"/>
              <a:pathLst>
                <a:path w="220980" h="9525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noFill/>
            <a:ln w="56388">
              <a:solidFill>
                <a:srgbClr val="201F1C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6023610" y="2670810"/>
              <a:ext cx="220980" cy="9525"/>
            </a:xfrm>
            <a:custGeom>
              <a:avLst/>
              <a:gdLst/>
              <a:ahLst/>
              <a:cxnLst/>
              <a:rect l="l" t="t" r="r" b="b"/>
              <a:pathLst>
                <a:path w="220980" h="9525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noFill/>
            <a:ln w="56388">
              <a:solidFill>
                <a:srgbClr val="302B1C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6023610" y="2698432"/>
              <a:ext cx="220980" cy="9525"/>
            </a:xfrm>
            <a:custGeom>
              <a:avLst/>
              <a:gdLst/>
              <a:ahLst/>
              <a:cxnLst/>
              <a:rect l="l" t="t" r="r" b="b"/>
              <a:pathLst>
                <a:path w="220980" h="9525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noFill/>
            <a:ln w="56388">
              <a:solidFill>
                <a:srgbClr val="3E351C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6023610" y="2727008"/>
              <a:ext cx="220980" cy="9525"/>
            </a:xfrm>
            <a:custGeom>
              <a:avLst/>
              <a:gdLst/>
              <a:ahLst/>
              <a:cxnLst/>
              <a:rect l="l" t="t" r="r" b="b"/>
              <a:pathLst>
                <a:path w="220980" h="9525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noFill/>
            <a:ln w="56388">
              <a:solidFill>
                <a:srgbClr val="4A3D1C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6023610" y="2754630"/>
              <a:ext cx="220980" cy="9525"/>
            </a:xfrm>
            <a:custGeom>
              <a:avLst/>
              <a:gdLst/>
              <a:ahLst/>
              <a:cxnLst/>
              <a:rect l="l" t="t" r="r" b="b"/>
              <a:pathLst>
                <a:path w="220980" h="9525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noFill/>
            <a:ln w="56388">
              <a:solidFill>
                <a:srgbClr val="54451C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6023610" y="2782252"/>
              <a:ext cx="220980" cy="9525"/>
            </a:xfrm>
            <a:custGeom>
              <a:avLst/>
              <a:gdLst/>
              <a:ahLst/>
              <a:cxnLst/>
              <a:rect l="l" t="t" r="r" b="b"/>
              <a:pathLst>
                <a:path w="220980" h="9525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noFill/>
            <a:ln w="56388">
              <a:solidFill>
                <a:srgbClr val="5C4B1B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6023610" y="2809875"/>
              <a:ext cx="220980" cy="9525"/>
            </a:xfrm>
            <a:custGeom>
              <a:avLst/>
              <a:gdLst/>
              <a:ahLst/>
              <a:cxnLst/>
              <a:rect l="l" t="t" r="r" b="b"/>
              <a:pathLst>
                <a:path w="220980" h="9525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noFill/>
            <a:ln w="56388">
              <a:solidFill>
                <a:srgbClr val="624F1B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6023610" y="2837498"/>
              <a:ext cx="220980" cy="9525"/>
            </a:xfrm>
            <a:custGeom>
              <a:avLst/>
              <a:gdLst/>
              <a:ahLst/>
              <a:cxnLst/>
              <a:rect l="l" t="t" r="r" b="b"/>
              <a:pathLst>
                <a:path w="220980" h="9525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noFill/>
            <a:ln w="56388">
              <a:solidFill>
                <a:srgbClr val="67531B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6023610" y="2866072"/>
              <a:ext cx="220980" cy="9525"/>
            </a:xfrm>
            <a:custGeom>
              <a:avLst/>
              <a:gdLst/>
              <a:ahLst/>
              <a:cxnLst/>
              <a:rect l="l" t="t" r="r" b="b"/>
              <a:pathLst>
                <a:path w="220980" h="9525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noFill/>
            <a:ln w="56388">
              <a:solidFill>
                <a:srgbClr val="6A551B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6023610" y="2893695"/>
              <a:ext cx="220980" cy="9525"/>
            </a:xfrm>
            <a:custGeom>
              <a:avLst/>
              <a:gdLst/>
              <a:ahLst/>
              <a:cxnLst/>
              <a:rect l="l" t="t" r="r" b="b"/>
              <a:pathLst>
                <a:path w="220980" h="9525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noFill/>
            <a:ln w="56388">
              <a:solidFill>
                <a:srgbClr val="6A551B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6023610" y="2921318"/>
              <a:ext cx="220980" cy="9525"/>
            </a:xfrm>
            <a:custGeom>
              <a:avLst/>
              <a:gdLst/>
              <a:ahLst/>
              <a:cxnLst/>
              <a:rect l="l" t="t" r="r" b="b"/>
              <a:pathLst>
                <a:path w="220980" h="9525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noFill/>
            <a:ln w="56388">
              <a:solidFill>
                <a:srgbClr val="68531B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6023610" y="2948940"/>
              <a:ext cx="220980" cy="9525"/>
            </a:xfrm>
            <a:custGeom>
              <a:avLst/>
              <a:gdLst/>
              <a:ahLst/>
              <a:cxnLst/>
              <a:rect l="l" t="t" r="r" b="b"/>
              <a:pathLst>
                <a:path w="220980" h="9525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noFill/>
            <a:ln w="56388">
              <a:solidFill>
                <a:srgbClr val="63501B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6023610" y="2976562"/>
              <a:ext cx="220980" cy="9525"/>
            </a:xfrm>
            <a:custGeom>
              <a:avLst/>
              <a:gdLst/>
              <a:ahLst/>
              <a:cxnLst/>
              <a:rect l="l" t="t" r="r" b="b"/>
              <a:pathLst>
                <a:path w="220980" h="9525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noFill/>
            <a:ln w="56388">
              <a:solidFill>
                <a:srgbClr val="5A4A1B"/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6023610" y="3005138"/>
              <a:ext cx="220980" cy="9525"/>
            </a:xfrm>
            <a:custGeom>
              <a:avLst/>
              <a:gdLst/>
              <a:ahLst/>
              <a:cxnLst/>
              <a:rect l="l" t="t" r="r" b="b"/>
              <a:pathLst>
                <a:path w="220980" h="9525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noFill/>
            <a:ln w="56388">
              <a:solidFill>
                <a:srgbClr val="4F411C"/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6023610" y="3032760"/>
              <a:ext cx="220980" cy="9525"/>
            </a:xfrm>
            <a:custGeom>
              <a:avLst/>
              <a:gdLst/>
              <a:ahLst/>
              <a:cxnLst/>
              <a:rect l="l" t="t" r="r" b="b"/>
              <a:pathLst>
                <a:path w="220980" h="9525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noFill/>
            <a:ln w="56388">
              <a:solidFill>
                <a:srgbClr val="3E351C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6023610" y="3060382"/>
              <a:ext cx="220980" cy="9525"/>
            </a:xfrm>
            <a:custGeom>
              <a:avLst/>
              <a:gdLst/>
              <a:ahLst/>
              <a:cxnLst/>
              <a:rect l="l" t="t" r="r" b="b"/>
              <a:pathLst>
                <a:path w="220980" h="9525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noFill/>
            <a:ln w="56388">
              <a:solidFill>
                <a:srgbClr val="201F1C"/>
              </a:solidFill>
            </a:ln>
          </p:spPr>
        </p:sp>
        <p:sp>
          <p:nvSpPr>
            <p:cNvPr id="56" name="Freeform 56"/>
            <p:cNvSpPr/>
            <p:nvPr/>
          </p:nvSpPr>
          <p:spPr>
            <a:xfrm>
              <a:off x="6023610" y="3088005"/>
              <a:ext cx="220980" cy="9525"/>
            </a:xfrm>
            <a:custGeom>
              <a:avLst/>
              <a:gdLst/>
              <a:ahLst/>
              <a:cxnLst/>
              <a:rect l="l" t="t" r="r" b="b"/>
              <a:pathLst>
                <a:path w="220980" h="9525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noFill/>
            <a:ln w="56388">
              <a:solidFill>
                <a:srgbClr val="3E351C"/>
              </a:solidFill>
            </a:ln>
          </p:spPr>
        </p:sp>
        <p:sp>
          <p:nvSpPr>
            <p:cNvPr id="57" name="Freeform 57"/>
            <p:cNvSpPr/>
            <p:nvPr/>
          </p:nvSpPr>
          <p:spPr>
            <a:xfrm>
              <a:off x="6023610" y="3115628"/>
              <a:ext cx="220980" cy="9525"/>
            </a:xfrm>
            <a:custGeom>
              <a:avLst/>
              <a:gdLst/>
              <a:ahLst/>
              <a:cxnLst/>
              <a:rect l="l" t="t" r="r" b="b"/>
              <a:pathLst>
                <a:path w="220980" h="9525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noFill/>
            <a:ln w="56388">
              <a:solidFill>
                <a:srgbClr val="57471B"/>
              </a:solidFill>
            </a:ln>
          </p:spPr>
        </p:sp>
        <p:sp>
          <p:nvSpPr>
            <p:cNvPr id="58" name="Freeform 58"/>
            <p:cNvSpPr/>
            <p:nvPr/>
          </p:nvSpPr>
          <p:spPr>
            <a:xfrm>
              <a:off x="6023610" y="3144202"/>
              <a:ext cx="220980" cy="9525"/>
            </a:xfrm>
            <a:custGeom>
              <a:avLst/>
              <a:gdLst/>
              <a:ahLst/>
              <a:cxnLst/>
              <a:rect l="l" t="t" r="r" b="b"/>
              <a:pathLst>
                <a:path w="220980" h="9525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noFill/>
            <a:ln w="56388">
              <a:solidFill>
                <a:srgbClr val="6D571B"/>
              </a:solidFill>
            </a:ln>
          </p:spPr>
        </p:sp>
        <p:sp>
          <p:nvSpPr>
            <p:cNvPr id="59" name="Freeform 59"/>
            <p:cNvSpPr/>
            <p:nvPr/>
          </p:nvSpPr>
          <p:spPr>
            <a:xfrm>
              <a:off x="6023610" y="3171825"/>
              <a:ext cx="220980" cy="9525"/>
            </a:xfrm>
            <a:custGeom>
              <a:avLst/>
              <a:gdLst/>
              <a:ahLst/>
              <a:cxnLst/>
              <a:rect l="l" t="t" r="r" b="b"/>
              <a:pathLst>
                <a:path w="220980" h="9525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noFill/>
            <a:ln w="56388">
              <a:solidFill>
                <a:srgbClr val="82671B"/>
              </a:solidFill>
            </a:ln>
          </p:spPr>
        </p:sp>
        <p:sp>
          <p:nvSpPr>
            <p:cNvPr id="60" name="Freeform 60"/>
            <p:cNvSpPr/>
            <p:nvPr/>
          </p:nvSpPr>
          <p:spPr>
            <a:xfrm>
              <a:off x="6023610" y="3199448"/>
              <a:ext cx="220980" cy="9525"/>
            </a:xfrm>
            <a:custGeom>
              <a:avLst/>
              <a:gdLst/>
              <a:ahLst/>
              <a:cxnLst/>
              <a:rect l="l" t="t" r="r" b="b"/>
              <a:pathLst>
                <a:path w="220980" h="9525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noFill/>
            <a:ln w="56388">
              <a:solidFill>
                <a:srgbClr val="96751B"/>
              </a:solidFill>
            </a:ln>
          </p:spPr>
        </p:sp>
        <p:sp>
          <p:nvSpPr>
            <p:cNvPr id="61" name="Freeform 61"/>
            <p:cNvSpPr/>
            <p:nvPr/>
          </p:nvSpPr>
          <p:spPr>
            <a:xfrm>
              <a:off x="6023610" y="3227070"/>
              <a:ext cx="220980" cy="9525"/>
            </a:xfrm>
            <a:custGeom>
              <a:avLst/>
              <a:gdLst/>
              <a:ahLst/>
              <a:cxnLst/>
              <a:rect l="l" t="t" r="r" b="b"/>
              <a:pathLst>
                <a:path w="220980" h="9525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noFill/>
            <a:ln w="56388">
              <a:solidFill>
                <a:srgbClr val="A8821B"/>
              </a:solidFill>
            </a:ln>
          </p:spPr>
        </p:sp>
        <p:sp>
          <p:nvSpPr>
            <p:cNvPr id="62" name="Freeform 62"/>
            <p:cNvSpPr/>
            <p:nvPr/>
          </p:nvSpPr>
          <p:spPr>
            <a:xfrm>
              <a:off x="6023610" y="3255645"/>
              <a:ext cx="220980" cy="9525"/>
            </a:xfrm>
            <a:custGeom>
              <a:avLst/>
              <a:gdLst/>
              <a:ahLst/>
              <a:cxnLst/>
              <a:rect l="l" t="t" r="r" b="b"/>
              <a:pathLst>
                <a:path w="220980" h="9525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noFill/>
            <a:ln w="56388">
              <a:solidFill>
                <a:srgbClr val="B98F1B"/>
              </a:solidFill>
            </a:ln>
          </p:spPr>
        </p:sp>
        <p:sp>
          <p:nvSpPr>
            <p:cNvPr id="63" name="Freeform 63"/>
            <p:cNvSpPr/>
            <p:nvPr/>
          </p:nvSpPr>
          <p:spPr>
            <a:xfrm>
              <a:off x="6023610" y="3283268"/>
              <a:ext cx="220980" cy="9525"/>
            </a:xfrm>
            <a:custGeom>
              <a:avLst/>
              <a:gdLst/>
              <a:ahLst/>
              <a:cxnLst/>
              <a:rect l="l" t="t" r="r" b="b"/>
              <a:pathLst>
                <a:path w="220980" h="9525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noFill/>
            <a:ln w="56388">
              <a:solidFill>
                <a:srgbClr val="C99A1A"/>
              </a:solidFill>
            </a:ln>
          </p:spPr>
        </p:sp>
        <p:sp>
          <p:nvSpPr>
            <p:cNvPr id="64" name="Freeform 64"/>
            <p:cNvSpPr/>
            <p:nvPr/>
          </p:nvSpPr>
          <p:spPr>
            <a:xfrm>
              <a:off x="6023610" y="3310890"/>
              <a:ext cx="220980" cy="9525"/>
            </a:xfrm>
            <a:custGeom>
              <a:avLst/>
              <a:gdLst/>
              <a:ahLst/>
              <a:cxnLst/>
              <a:rect l="l" t="t" r="r" b="b"/>
              <a:pathLst>
                <a:path w="220980" h="9525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noFill/>
            <a:ln w="56388">
              <a:solidFill>
                <a:srgbClr val="D7A41A"/>
              </a:solidFill>
            </a:ln>
          </p:spPr>
        </p:sp>
        <p:sp>
          <p:nvSpPr>
            <p:cNvPr id="65" name="Freeform 65"/>
            <p:cNvSpPr/>
            <p:nvPr/>
          </p:nvSpPr>
          <p:spPr>
            <a:xfrm>
              <a:off x="6023610" y="3338512"/>
              <a:ext cx="220980" cy="9525"/>
            </a:xfrm>
            <a:custGeom>
              <a:avLst/>
              <a:gdLst/>
              <a:ahLst/>
              <a:cxnLst/>
              <a:rect l="l" t="t" r="r" b="b"/>
              <a:pathLst>
                <a:path w="220980" h="9525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noFill/>
            <a:ln w="56388">
              <a:solidFill>
                <a:srgbClr val="E3AD1A"/>
              </a:solidFill>
            </a:ln>
          </p:spPr>
        </p:sp>
        <p:sp>
          <p:nvSpPr>
            <p:cNvPr id="66" name="Freeform 66"/>
            <p:cNvSpPr/>
            <p:nvPr/>
          </p:nvSpPr>
          <p:spPr>
            <a:xfrm>
              <a:off x="6023610" y="3366135"/>
              <a:ext cx="220980" cy="9525"/>
            </a:xfrm>
            <a:custGeom>
              <a:avLst/>
              <a:gdLst/>
              <a:ahLst/>
              <a:cxnLst/>
              <a:rect l="l" t="t" r="r" b="b"/>
              <a:pathLst>
                <a:path w="220980" h="9525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noFill/>
            <a:ln w="56388">
              <a:solidFill>
                <a:srgbClr val="EDB51A"/>
              </a:solidFill>
            </a:ln>
          </p:spPr>
        </p:sp>
        <p:sp>
          <p:nvSpPr>
            <p:cNvPr id="67" name="Freeform 67"/>
            <p:cNvSpPr/>
            <p:nvPr/>
          </p:nvSpPr>
          <p:spPr>
            <a:xfrm>
              <a:off x="6023610" y="3393758"/>
              <a:ext cx="220980" cy="9525"/>
            </a:xfrm>
            <a:custGeom>
              <a:avLst/>
              <a:gdLst/>
              <a:ahLst/>
              <a:cxnLst/>
              <a:rect l="l" t="t" r="r" b="b"/>
              <a:pathLst>
                <a:path w="220980" h="9525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noFill/>
            <a:ln w="56388">
              <a:solidFill>
                <a:srgbClr val="F5BA1A"/>
              </a:solidFill>
            </a:ln>
          </p:spPr>
        </p:sp>
        <p:sp>
          <p:nvSpPr>
            <p:cNvPr id="68" name="Freeform 68"/>
            <p:cNvSpPr/>
            <p:nvPr/>
          </p:nvSpPr>
          <p:spPr>
            <a:xfrm>
              <a:off x="6023610" y="3422332"/>
              <a:ext cx="220980" cy="9525"/>
            </a:xfrm>
            <a:custGeom>
              <a:avLst/>
              <a:gdLst/>
              <a:ahLst/>
              <a:cxnLst/>
              <a:rect l="l" t="t" r="r" b="b"/>
              <a:pathLst>
                <a:path w="220980" h="9525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noFill/>
            <a:ln w="56388">
              <a:solidFill>
                <a:srgbClr val="FABF1A"/>
              </a:solidFill>
            </a:ln>
          </p:spPr>
        </p:sp>
        <p:sp>
          <p:nvSpPr>
            <p:cNvPr id="69" name="Freeform 69"/>
            <p:cNvSpPr/>
            <p:nvPr/>
          </p:nvSpPr>
          <p:spPr>
            <a:xfrm>
              <a:off x="6023610" y="3449955"/>
              <a:ext cx="220980" cy="9525"/>
            </a:xfrm>
            <a:custGeom>
              <a:avLst/>
              <a:gdLst/>
              <a:ahLst/>
              <a:cxnLst/>
              <a:rect l="l" t="t" r="r" b="b"/>
              <a:pathLst>
                <a:path w="220980" h="9525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noFill/>
            <a:ln w="56388">
              <a:solidFill>
                <a:srgbClr val="FEC11A"/>
              </a:solidFill>
            </a:ln>
          </p:spPr>
        </p:sp>
        <p:sp>
          <p:nvSpPr>
            <p:cNvPr id="70" name="Freeform 70"/>
            <p:cNvSpPr/>
            <p:nvPr/>
          </p:nvSpPr>
          <p:spPr>
            <a:xfrm>
              <a:off x="6023610" y="3477578"/>
              <a:ext cx="220980" cy="9525"/>
            </a:xfrm>
            <a:custGeom>
              <a:avLst/>
              <a:gdLst/>
              <a:ahLst/>
              <a:cxnLst/>
              <a:rect l="l" t="t" r="r" b="b"/>
              <a:pathLst>
                <a:path w="220980" h="9525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noFill/>
            <a:ln w="56388">
              <a:solidFill>
                <a:srgbClr val="FFC21A"/>
              </a:solidFill>
            </a:ln>
          </p:spPr>
        </p:sp>
        <p:sp>
          <p:nvSpPr>
            <p:cNvPr id="71" name="Freeform 71"/>
            <p:cNvSpPr/>
            <p:nvPr/>
          </p:nvSpPr>
          <p:spPr>
            <a:xfrm>
              <a:off x="6023610" y="3505200"/>
              <a:ext cx="220980" cy="9525"/>
            </a:xfrm>
            <a:custGeom>
              <a:avLst/>
              <a:gdLst/>
              <a:ahLst/>
              <a:cxnLst/>
              <a:rect l="l" t="t" r="r" b="b"/>
              <a:pathLst>
                <a:path w="220980" h="9525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noFill/>
            <a:ln w="56388">
              <a:solidFill>
                <a:srgbClr val="FEC11A"/>
              </a:solidFill>
            </a:ln>
          </p:spPr>
        </p:sp>
        <p:sp>
          <p:nvSpPr>
            <p:cNvPr id="72" name="Freeform 72"/>
            <p:cNvSpPr/>
            <p:nvPr/>
          </p:nvSpPr>
          <p:spPr>
            <a:xfrm>
              <a:off x="6023610" y="3532822"/>
              <a:ext cx="220980" cy="9525"/>
            </a:xfrm>
            <a:custGeom>
              <a:avLst/>
              <a:gdLst/>
              <a:ahLst/>
              <a:cxnLst/>
              <a:rect l="l" t="t" r="r" b="b"/>
              <a:pathLst>
                <a:path w="220980" h="9525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noFill/>
            <a:ln w="56388">
              <a:solidFill>
                <a:srgbClr val="FABF1A"/>
              </a:solidFill>
            </a:ln>
          </p:spPr>
        </p:sp>
        <p:sp>
          <p:nvSpPr>
            <p:cNvPr id="73" name="Freeform 73"/>
            <p:cNvSpPr/>
            <p:nvPr/>
          </p:nvSpPr>
          <p:spPr>
            <a:xfrm>
              <a:off x="6023610" y="3561398"/>
              <a:ext cx="220980" cy="9525"/>
            </a:xfrm>
            <a:custGeom>
              <a:avLst/>
              <a:gdLst/>
              <a:ahLst/>
              <a:cxnLst/>
              <a:rect l="l" t="t" r="r" b="b"/>
              <a:pathLst>
                <a:path w="220980" h="9525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noFill/>
            <a:ln w="56388">
              <a:solidFill>
                <a:srgbClr val="F5BA1A"/>
              </a:solidFill>
            </a:ln>
          </p:spPr>
        </p:sp>
        <p:sp>
          <p:nvSpPr>
            <p:cNvPr id="74" name="Freeform 74"/>
            <p:cNvSpPr/>
            <p:nvPr/>
          </p:nvSpPr>
          <p:spPr>
            <a:xfrm>
              <a:off x="6023610" y="3589020"/>
              <a:ext cx="220980" cy="9525"/>
            </a:xfrm>
            <a:custGeom>
              <a:avLst/>
              <a:gdLst/>
              <a:ahLst/>
              <a:cxnLst/>
              <a:rect l="l" t="t" r="r" b="b"/>
              <a:pathLst>
                <a:path w="220980" h="9525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noFill/>
            <a:ln w="56388">
              <a:solidFill>
                <a:srgbClr val="EDB51A"/>
              </a:solidFill>
            </a:ln>
          </p:spPr>
        </p:sp>
        <p:sp>
          <p:nvSpPr>
            <p:cNvPr id="75" name="Freeform 75"/>
            <p:cNvSpPr/>
            <p:nvPr/>
          </p:nvSpPr>
          <p:spPr>
            <a:xfrm>
              <a:off x="6023610" y="3616642"/>
              <a:ext cx="220980" cy="9525"/>
            </a:xfrm>
            <a:custGeom>
              <a:avLst/>
              <a:gdLst/>
              <a:ahLst/>
              <a:cxnLst/>
              <a:rect l="l" t="t" r="r" b="b"/>
              <a:pathLst>
                <a:path w="220980" h="9525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noFill/>
            <a:ln w="56388">
              <a:solidFill>
                <a:srgbClr val="E3AD1A"/>
              </a:solidFill>
            </a:ln>
          </p:spPr>
        </p:sp>
        <p:sp>
          <p:nvSpPr>
            <p:cNvPr id="76" name="Freeform 76"/>
            <p:cNvSpPr/>
            <p:nvPr/>
          </p:nvSpPr>
          <p:spPr>
            <a:xfrm>
              <a:off x="6023610" y="3644265"/>
              <a:ext cx="220980" cy="9525"/>
            </a:xfrm>
            <a:custGeom>
              <a:avLst/>
              <a:gdLst/>
              <a:ahLst/>
              <a:cxnLst/>
              <a:rect l="l" t="t" r="r" b="b"/>
              <a:pathLst>
                <a:path w="220980" h="9525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noFill/>
            <a:ln w="56388">
              <a:solidFill>
                <a:srgbClr val="D7A41A"/>
              </a:solidFill>
            </a:ln>
          </p:spPr>
        </p:sp>
        <p:sp>
          <p:nvSpPr>
            <p:cNvPr id="77" name="Freeform 77"/>
            <p:cNvSpPr/>
            <p:nvPr/>
          </p:nvSpPr>
          <p:spPr>
            <a:xfrm>
              <a:off x="6023610" y="3671888"/>
              <a:ext cx="220980" cy="9525"/>
            </a:xfrm>
            <a:custGeom>
              <a:avLst/>
              <a:gdLst/>
              <a:ahLst/>
              <a:cxnLst/>
              <a:rect l="l" t="t" r="r" b="b"/>
              <a:pathLst>
                <a:path w="220980" h="9525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noFill/>
            <a:ln w="56388">
              <a:solidFill>
                <a:srgbClr val="C99A1A"/>
              </a:solidFill>
            </a:ln>
          </p:spPr>
        </p:sp>
        <p:sp>
          <p:nvSpPr>
            <p:cNvPr id="78" name="Freeform 78"/>
            <p:cNvSpPr/>
            <p:nvPr/>
          </p:nvSpPr>
          <p:spPr>
            <a:xfrm>
              <a:off x="6023610" y="3699510"/>
              <a:ext cx="220980" cy="9525"/>
            </a:xfrm>
            <a:custGeom>
              <a:avLst/>
              <a:gdLst/>
              <a:ahLst/>
              <a:cxnLst/>
              <a:rect l="l" t="t" r="r" b="b"/>
              <a:pathLst>
                <a:path w="220980" h="9525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noFill/>
            <a:ln w="56388">
              <a:solidFill>
                <a:srgbClr val="B98F1B"/>
              </a:solidFill>
            </a:ln>
          </p:spPr>
        </p:sp>
        <p:sp>
          <p:nvSpPr>
            <p:cNvPr id="79" name="Freeform 79"/>
            <p:cNvSpPr/>
            <p:nvPr/>
          </p:nvSpPr>
          <p:spPr>
            <a:xfrm>
              <a:off x="6023610" y="3728085"/>
              <a:ext cx="220980" cy="9525"/>
            </a:xfrm>
            <a:custGeom>
              <a:avLst/>
              <a:gdLst/>
              <a:ahLst/>
              <a:cxnLst/>
              <a:rect l="l" t="t" r="r" b="b"/>
              <a:pathLst>
                <a:path w="220980" h="9525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noFill/>
            <a:ln w="56388">
              <a:solidFill>
                <a:srgbClr val="A8821B"/>
              </a:solidFill>
            </a:ln>
          </p:spPr>
        </p:sp>
        <p:sp>
          <p:nvSpPr>
            <p:cNvPr id="80" name="Freeform 80"/>
            <p:cNvSpPr/>
            <p:nvPr/>
          </p:nvSpPr>
          <p:spPr>
            <a:xfrm>
              <a:off x="6023610" y="3755708"/>
              <a:ext cx="220980" cy="9525"/>
            </a:xfrm>
            <a:custGeom>
              <a:avLst/>
              <a:gdLst/>
              <a:ahLst/>
              <a:cxnLst/>
              <a:rect l="l" t="t" r="r" b="b"/>
              <a:pathLst>
                <a:path w="220980" h="9525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noFill/>
            <a:ln w="56388">
              <a:solidFill>
                <a:srgbClr val="96751B"/>
              </a:solidFill>
            </a:ln>
          </p:spPr>
        </p:sp>
        <p:sp>
          <p:nvSpPr>
            <p:cNvPr id="81" name="Freeform 81"/>
            <p:cNvSpPr/>
            <p:nvPr/>
          </p:nvSpPr>
          <p:spPr>
            <a:xfrm>
              <a:off x="6023610" y="3783330"/>
              <a:ext cx="220980" cy="9525"/>
            </a:xfrm>
            <a:custGeom>
              <a:avLst/>
              <a:gdLst/>
              <a:ahLst/>
              <a:cxnLst/>
              <a:rect l="l" t="t" r="r" b="b"/>
              <a:pathLst>
                <a:path w="220980" h="9525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noFill/>
            <a:ln w="56388">
              <a:solidFill>
                <a:srgbClr val="82671B"/>
              </a:solidFill>
            </a:ln>
          </p:spPr>
        </p:sp>
        <p:sp>
          <p:nvSpPr>
            <p:cNvPr id="82" name="Freeform 82"/>
            <p:cNvSpPr/>
            <p:nvPr/>
          </p:nvSpPr>
          <p:spPr>
            <a:xfrm>
              <a:off x="6023610" y="3810952"/>
              <a:ext cx="220980" cy="9525"/>
            </a:xfrm>
            <a:custGeom>
              <a:avLst/>
              <a:gdLst/>
              <a:ahLst/>
              <a:cxnLst/>
              <a:rect l="l" t="t" r="r" b="b"/>
              <a:pathLst>
                <a:path w="220980" h="9525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noFill/>
            <a:ln w="56388">
              <a:solidFill>
                <a:srgbClr val="6D571B"/>
              </a:solidFill>
            </a:ln>
          </p:spPr>
        </p:sp>
        <p:sp>
          <p:nvSpPr>
            <p:cNvPr id="83" name="Freeform 83"/>
            <p:cNvSpPr/>
            <p:nvPr/>
          </p:nvSpPr>
          <p:spPr>
            <a:xfrm>
              <a:off x="6023610" y="3838575"/>
              <a:ext cx="220980" cy="9525"/>
            </a:xfrm>
            <a:custGeom>
              <a:avLst/>
              <a:gdLst/>
              <a:ahLst/>
              <a:cxnLst/>
              <a:rect l="l" t="t" r="r" b="b"/>
              <a:pathLst>
                <a:path w="220980" h="9525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noFill/>
            <a:ln w="56388">
              <a:solidFill>
                <a:srgbClr val="57471B"/>
              </a:solidFill>
            </a:ln>
          </p:spPr>
        </p:sp>
        <p:sp>
          <p:nvSpPr>
            <p:cNvPr id="84" name="Freeform 84"/>
            <p:cNvSpPr/>
            <p:nvPr/>
          </p:nvSpPr>
          <p:spPr>
            <a:xfrm>
              <a:off x="6023610" y="3866198"/>
              <a:ext cx="220980" cy="9525"/>
            </a:xfrm>
            <a:custGeom>
              <a:avLst/>
              <a:gdLst/>
              <a:ahLst/>
              <a:cxnLst/>
              <a:rect l="l" t="t" r="r" b="b"/>
              <a:pathLst>
                <a:path w="220980" h="9525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noFill/>
            <a:ln w="56388">
              <a:solidFill>
                <a:srgbClr val="3E351C"/>
              </a:solidFill>
            </a:ln>
          </p:spPr>
        </p:sp>
        <p:sp>
          <p:nvSpPr>
            <p:cNvPr id="85" name="Freeform 85"/>
            <p:cNvSpPr/>
            <p:nvPr/>
          </p:nvSpPr>
          <p:spPr>
            <a:xfrm>
              <a:off x="6023610" y="3894772"/>
              <a:ext cx="220980" cy="9525"/>
            </a:xfrm>
            <a:custGeom>
              <a:avLst/>
              <a:gdLst/>
              <a:ahLst/>
              <a:cxnLst/>
              <a:rect l="l" t="t" r="r" b="b"/>
              <a:pathLst>
                <a:path w="220980" h="9525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noFill/>
            <a:ln w="56388">
              <a:solidFill>
                <a:srgbClr val="201F1C"/>
              </a:solidFill>
            </a:ln>
          </p:spPr>
        </p:sp>
        <p:sp>
          <p:nvSpPr>
            <p:cNvPr id="86" name="Freeform 86"/>
            <p:cNvSpPr/>
            <p:nvPr/>
          </p:nvSpPr>
          <p:spPr>
            <a:xfrm>
              <a:off x="6023610" y="3922395"/>
              <a:ext cx="220980" cy="9525"/>
            </a:xfrm>
            <a:custGeom>
              <a:avLst/>
              <a:gdLst/>
              <a:ahLst/>
              <a:cxnLst/>
              <a:rect l="l" t="t" r="r" b="b"/>
              <a:pathLst>
                <a:path w="220980" h="9525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noFill/>
            <a:ln w="56388">
              <a:solidFill>
                <a:srgbClr val="3E351C"/>
              </a:solidFill>
            </a:ln>
          </p:spPr>
        </p:sp>
        <p:sp>
          <p:nvSpPr>
            <p:cNvPr id="87" name="Freeform 87"/>
            <p:cNvSpPr/>
            <p:nvPr/>
          </p:nvSpPr>
          <p:spPr>
            <a:xfrm>
              <a:off x="6023610" y="3950018"/>
              <a:ext cx="220980" cy="9525"/>
            </a:xfrm>
            <a:custGeom>
              <a:avLst/>
              <a:gdLst/>
              <a:ahLst/>
              <a:cxnLst/>
              <a:rect l="l" t="t" r="r" b="b"/>
              <a:pathLst>
                <a:path w="220980" h="9525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noFill/>
            <a:ln w="56388">
              <a:solidFill>
                <a:srgbClr val="4F411C"/>
              </a:solidFill>
            </a:ln>
          </p:spPr>
        </p:sp>
        <p:sp>
          <p:nvSpPr>
            <p:cNvPr id="88" name="Freeform 88"/>
            <p:cNvSpPr/>
            <p:nvPr/>
          </p:nvSpPr>
          <p:spPr>
            <a:xfrm>
              <a:off x="6023610" y="3977640"/>
              <a:ext cx="220980" cy="9525"/>
            </a:xfrm>
            <a:custGeom>
              <a:avLst/>
              <a:gdLst/>
              <a:ahLst/>
              <a:cxnLst/>
              <a:rect l="l" t="t" r="r" b="b"/>
              <a:pathLst>
                <a:path w="220980" h="9525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noFill/>
            <a:ln w="56388">
              <a:solidFill>
                <a:srgbClr val="5A4A1B"/>
              </a:solidFill>
            </a:ln>
          </p:spPr>
        </p:sp>
        <p:sp>
          <p:nvSpPr>
            <p:cNvPr id="89" name="Freeform 89"/>
            <p:cNvSpPr/>
            <p:nvPr/>
          </p:nvSpPr>
          <p:spPr>
            <a:xfrm>
              <a:off x="6023610" y="4005262"/>
              <a:ext cx="220980" cy="9525"/>
            </a:xfrm>
            <a:custGeom>
              <a:avLst/>
              <a:gdLst/>
              <a:ahLst/>
              <a:cxnLst/>
              <a:rect l="l" t="t" r="r" b="b"/>
              <a:pathLst>
                <a:path w="220980" h="9525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noFill/>
            <a:ln w="56388">
              <a:solidFill>
                <a:srgbClr val="63501B"/>
              </a:solidFill>
            </a:ln>
          </p:spPr>
        </p:sp>
        <p:sp>
          <p:nvSpPr>
            <p:cNvPr id="90" name="Freeform 90"/>
            <p:cNvSpPr/>
            <p:nvPr/>
          </p:nvSpPr>
          <p:spPr>
            <a:xfrm>
              <a:off x="6023610" y="4033838"/>
              <a:ext cx="220980" cy="9525"/>
            </a:xfrm>
            <a:custGeom>
              <a:avLst/>
              <a:gdLst/>
              <a:ahLst/>
              <a:cxnLst/>
              <a:rect l="l" t="t" r="r" b="b"/>
              <a:pathLst>
                <a:path w="220980" h="9525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noFill/>
            <a:ln w="56388">
              <a:solidFill>
                <a:srgbClr val="68531B"/>
              </a:solidFill>
            </a:ln>
          </p:spPr>
        </p:sp>
        <p:sp>
          <p:nvSpPr>
            <p:cNvPr id="91" name="Freeform 91"/>
            <p:cNvSpPr/>
            <p:nvPr/>
          </p:nvSpPr>
          <p:spPr>
            <a:xfrm>
              <a:off x="6023610" y="4061460"/>
              <a:ext cx="220980" cy="9525"/>
            </a:xfrm>
            <a:custGeom>
              <a:avLst/>
              <a:gdLst/>
              <a:ahLst/>
              <a:cxnLst/>
              <a:rect l="l" t="t" r="r" b="b"/>
              <a:pathLst>
                <a:path w="220980" h="9525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noFill/>
            <a:ln w="56388">
              <a:solidFill>
                <a:srgbClr val="6A551B"/>
              </a:solidFill>
            </a:ln>
          </p:spPr>
        </p:sp>
        <p:sp>
          <p:nvSpPr>
            <p:cNvPr id="92" name="Freeform 92"/>
            <p:cNvSpPr/>
            <p:nvPr/>
          </p:nvSpPr>
          <p:spPr>
            <a:xfrm>
              <a:off x="6023610" y="4089082"/>
              <a:ext cx="220980" cy="9525"/>
            </a:xfrm>
            <a:custGeom>
              <a:avLst/>
              <a:gdLst/>
              <a:ahLst/>
              <a:cxnLst/>
              <a:rect l="l" t="t" r="r" b="b"/>
              <a:pathLst>
                <a:path w="220980" h="9525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noFill/>
            <a:ln w="56388">
              <a:solidFill>
                <a:srgbClr val="6A551B"/>
              </a:solidFill>
            </a:ln>
          </p:spPr>
        </p:sp>
        <p:sp>
          <p:nvSpPr>
            <p:cNvPr id="93" name="Freeform 93"/>
            <p:cNvSpPr/>
            <p:nvPr/>
          </p:nvSpPr>
          <p:spPr>
            <a:xfrm>
              <a:off x="6023610" y="4116705"/>
              <a:ext cx="220980" cy="9525"/>
            </a:xfrm>
            <a:custGeom>
              <a:avLst/>
              <a:gdLst/>
              <a:ahLst/>
              <a:cxnLst/>
              <a:rect l="l" t="t" r="r" b="b"/>
              <a:pathLst>
                <a:path w="220980" h="9525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noFill/>
            <a:ln w="56388">
              <a:solidFill>
                <a:srgbClr val="67531B"/>
              </a:solidFill>
            </a:ln>
          </p:spPr>
        </p:sp>
        <p:sp>
          <p:nvSpPr>
            <p:cNvPr id="94" name="Freeform 94"/>
            <p:cNvSpPr/>
            <p:nvPr/>
          </p:nvSpPr>
          <p:spPr>
            <a:xfrm>
              <a:off x="6023610" y="4144328"/>
              <a:ext cx="220980" cy="9525"/>
            </a:xfrm>
            <a:custGeom>
              <a:avLst/>
              <a:gdLst/>
              <a:ahLst/>
              <a:cxnLst/>
              <a:rect l="l" t="t" r="r" b="b"/>
              <a:pathLst>
                <a:path w="220980" h="9525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noFill/>
            <a:ln w="56388">
              <a:solidFill>
                <a:srgbClr val="624F1B"/>
              </a:solidFill>
            </a:ln>
          </p:spPr>
        </p:sp>
        <p:sp>
          <p:nvSpPr>
            <p:cNvPr id="95" name="Freeform 95"/>
            <p:cNvSpPr/>
            <p:nvPr/>
          </p:nvSpPr>
          <p:spPr>
            <a:xfrm>
              <a:off x="6023610" y="4172902"/>
              <a:ext cx="220980" cy="9525"/>
            </a:xfrm>
            <a:custGeom>
              <a:avLst/>
              <a:gdLst/>
              <a:ahLst/>
              <a:cxnLst/>
              <a:rect l="l" t="t" r="r" b="b"/>
              <a:pathLst>
                <a:path w="220980" h="9525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noFill/>
            <a:ln w="56388">
              <a:solidFill>
                <a:srgbClr val="5C4B1B"/>
              </a:solidFill>
            </a:ln>
          </p:spPr>
        </p:sp>
        <p:sp>
          <p:nvSpPr>
            <p:cNvPr id="96" name="Freeform 96"/>
            <p:cNvSpPr/>
            <p:nvPr/>
          </p:nvSpPr>
          <p:spPr>
            <a:xfrm>
              <a:off x="6023610" y="4200525"/>
              <a:ext cx="220980" cy="9525"/>
            </a:xfrm>
            <a:custGeom>
              <a:avLst/>
              <a:gdLst/>
              <a:ahLst/>
              <a:cxnLst/>
              <a:rect l="l" t="t" r="r" b="b"/>
              <a:pathLst>
                <a:path w="220980" h="9525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noFill/>
            <a:ln w="56388">
              <a:solidFill>
                <a:srgbClr val="54451C"/>
              </a:solidFill>
            </a:ln>
          </p:spPr>
        </p:sp>
        <p:sp>
          <p:nvSpPr>
            <p:cNvPr id="97" name="Freeform 97"/>
            <p:cNvSpPr/>
            <p:nvPr/>
          </p:nvSpPr>
          <p:spPr>
            <a:xfrm>
              <a:off x="6023610" y="4228148"/>
              <a:ext cx="220980" cy="9525"/>
            </a:xfrm>
            <a:custGeom>
              <a:avLst/>
              <a:gdLst/>
              <a:ahLst/>
              <a:cxnLst/>
              <a:rect l="l" t="t" r="r" b="b"/>
              <a:pathLst>
                <a:path w="220980" h="9525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noFill/>
            <a:ln w="56388">
              <a:solidFill>
                <a:srgbClr val="4A3D1C"/>
              </a:solidFill>
            </a:ln>
          </p:spPr>
        </p:sp>
        <p:sp>
          <p:nvSpPr>
            <p:cNvPr id="98" name="Freeform 98"/>
            <p:cNvSpPr/>
            <p:nvPr/>
          </p:nvSpPr>
          <p:spPr>
            <a:xfrm>
              <a:off x="6023610" y="4255770"/>
              <a:ext cx="220980" cy="9525"/>
            </a:xfrm>
            <a:custGeom>
              <a:avLst/>
              <a:gdLst/>
              <a:ahLst/>
              <a:cxnLst/>
              <a:rect l="l" t="t" r="r" b="b"/>
              <a:pathLst>
                <a:path w="220980" h="9525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noFill/>
            <a:ln w="56388">
              <a:solidFill>
                <a:srgbClr val="3E351C"/>
              </a:solidFill>
            </a:ln>
          </p:spPr>
        </p:sp>
        <p:sp>
          <p:nvSpPr>
            <p:cNvPr id="99" name="Freeform 99"/>
            <p:cNvSpPr/>
            <p:nvPr/>
          </p:nvSpPr>
          <p:spPr>
            <a:xfrm>
              <a:off x="6023610" y="4284345"/>
              <a:ext cx="220980" cy="9525"/>
            </a:xfrm>
            <a:custGeom>
              <a:avLst/>
              <a:gdLst/>
              <a:ahLst/>
              <a:cxnLst/>
              <a:rect l="l" t="t" r="r" b="b"/>
              <a:pathLst>
                <a:path w="220980" h="9525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noFill/>
            <a:ln w="56388">
              <a:solidFill>
                <a:srgbClr val="302B1C"/>
              </a:solidFill>
            </a:ln>
          </p:spPr>
        </p:sp>
        <p:sp>
          <p:nvSpPr>
            <p:cNvPr id="100" name="Freeform 100"/>
            <p:cNvSpPr/>
            <p:nvPr/>
          </p:nvSpPr>
          <p:spPr>
            <a:xfrm>
              <a:off x="6023610" y="4311968"/>
              <a:ext cx="220980" cy="9525"/>
            </a:xfrm>
            <a:custGeom>
              <a:avLst/>
              <a:gdLst/>
              <a:ahLst/>
              <a:cxnLst/>
              <a:rect l="l" t="t" r="r" b="b"/>
              <a:pathLst>
                <a:path w="220980" h="9525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noFill/>
            <a:ln w="56388">
              <a:solidFill>
                <a:srgbClr val="201F1C"/>
              </a:solidFill>
            </a:ln>
          </p:spPr>
        </p:sp>
        <p:sp>
          <p:nvSpPr>
            <p:cNvPr id="101" name="Freeform 101"/>
            <p:cNvSpPr/>
            <p:nvPr/>
          </p:nvSpPr>
          <p:spPr>
            <a:xfrm>
              <a:off x="6023610" y="4339590"/>
              <a:ext cx="220980" cy="9525"/>
            </a:xfrm>
            <a:custGeom>
              <a:avLst/>
              <a:gdLst/>
              <a:ahLst/>
              <a:cxnLst/>
              <a:rect l="l" t="t" r="r" b="b"/>
              <a:pathLst>
                <a:path w="220980" h="9525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noFill/>
            <a:ln w="56388">
              <a:solidFill>
                <a:srgbClr val="322C1C"/>
              </a:solidFill>
            </a:ln>
          </p:spPr>
        </p:sp>
        <p:sp>
          <p:nvSpPr>
            <p:cNvPr id="102" name="Freeform 102"/>
            <p:cNvSpPr/>
            <p:nvPr/>
          </p:nvSpPr>
          <p:spPr>
            <a:xfrm>
              <a:off x="6023610" y="4367212"/>
              <a:ext cx="220980" cy="9525"/>
            </a:xfrm>
            <a:custGeom>
              <a:avLst/>
              <a:gdLst/>
              <a:ahLst/>
              <a:cxnLst/>
              <a:rect l="l" t="t" r="r" b="b"/>
              <a:pathLst>
                <a:path w="220980" h="9525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noFill/>
            <a:ln w="56388">
              <a:solidFill>
                <a:srgbClr val="3D341C"/>
              </a:solidFill>
            </a:ln>
          </p:spPr>
        </p:sp>
        <p:sp>
          <p:nvSpPr>
            <p:cNvPr id="103" name="Freeform 103"/>
            <p:cNvSpPr/>
            <p:nvPr/>
          </p:nvSpPr>
          <p:spPr>
            <a:xfrm>
              <a:off x="6023610" y="4394835"/>
              <a:ext cx="220980" cy="9525"/>
            </a:xfrm>
            <a:custGeom>
              <a:avLst/>
              <a:gdLst/>
              <a:ahLst/>
              <a:cxnLst/>
              <a:rect l="l" t="t" r="r" b="b"/>
              <a:pathLst>
                <a:path w="220980" h="9525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noFill/>
            <a:ln w="56388">
              <a:solidFill>
                <a:srgbClr val="453A1C"/>
              </a:solidFill>
            </a:ln>
          </p:spPr>
        </p:sp>
        <p:sp>
          <p:nvSpPr>
            <p:cNvPr id="104" name="Freeform 104"/>
            <p:cNvSpPr/>
            <p:nvPr/>
          </p:nvSpPr>
          <p:spPr>
            <a:xfrm>
              <a:off x="6023610" y="4423410"/>
              <a:ext cx="220980" cy="9525"/>
            </a:xfrm>
            <a:custGeom>
              <a:avLst/>
              <a:gdLst/>
              <a:ahLst/>
              <a:cxnLst/>
              <a:rect l="l" t="t" r="r" b="b"/>
              <a:pathLst>
                <a:path w="220980" h="9525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noFill/>
            <a:ln w="56388">
              <a:solidFill>
                <a:srgbClr val="4B3F1C"/>
              </a:solidFill>
            </a:ln>
          </p:spPr>
        </p:sp>
        <p:sp>
          <p:nvSpPr>
            <p:cNvPr id="105" name="Freeform 105"/>
            <p:cNvSpPr/>
            <p:nvPr/>
          </p:nvSpPr>
          <p:spPr>
            <a:xfrm>
              <a:off x="6023610" y="4451032"/>
              <a:ext cx="220980" cy="9525"/>
            </a:xfrm>
            <a:custGeom>
              <a:avLst/>
              <a:gdLst/>
              <a:ahLst/>
              <a:cxnLst/>
              <a:rect l="l" t="t" r="r" b="b"/>
              <a:pathLst>
                <a:path w="220980" h="9525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noFill/>
            <a:ln w="56388">
              <a:solidFill>
                <a:srgbClr val="4F411C"/>
              </a:solidFill>
            </a:ln>
          </p:spPr>
        </p:sp>
        <p:sp>
          <p:nvSpPr>
            <p:cNvPr id="106" name="Freeform 106"/>
            <p:cNvSpPr/>
            <p:nvPr/>
          </p:nvSpPr>
          <p:spPr>
            <a:xfrm>
              <a:off x="6023610" y="4478655"/>
              <a:ext cx="220980" cy="9525"/>
            </a:xfrm>
            <a:custGeom>
              <a:avLst/>
              <a:gdLst/>
              <a:ahLst/>
              <a:cxnLst/>
              <a:rect l="l" t="t" r="r" b="b"/>
              <a:pathLst>
                <a:path w="220980" h="9525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noFill/>
            <a:ln w="56388">
              <a:solidFill>
                <a:srgbClr val="51431C"/>
              </a:solidFill>
            </a:ln>
          </p:spPr>
        </p:sp>
        <p:sp>
          <p:nvSpPr>
            <p:cNvPr id="107" name="Freeform 107"/>
            <p:cNvSpPr/>
            <p:nvPr/>
          </p:nvSpPr>
          <p:spPr>
            <a:xfrm>
              <a:off x="6023610" y="4506278"/>
              <a:ext cx="220980" cy="9525"/>
            </a:xfrm>
            <a:custGeom>
              <a:avLst/>
              <a:gdLst/>
              <a:ahLst/>
              <a:cxnLst/>
              <a:rect l="l" t="t" r="r" b="b"/>
              <a:pathLst>
                <a:path w="220980" h="9525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noFill/>
            <a:ln w="56388">
              <a:solidFill>
                <a:srgbClr val="52431C"/>
              </a:solidFill>
            </a:ln>
          </p:spPr>
        </p:sp>
        <p:sp>
          <p:nvSpPr>
            <p:cNvPr id="108" name="Freeform 108"/>
            <p:cNvSpPr/>
            <p:nvPr/>
          </p:nvSpPr>
          <p:spPr>
            <a:xfrm>
              <a:off x="6023610" y="4533900"/>
              <a:ext cx="220980" cy="9525"/>
            </a:xfrm>
            <a:custGeom>
              <a:avLst/>
              <a:gdLst/>
              <a:ahLst/>
              <a:cxnLst/>
              <a:rect l="l" t="t" r="r" b="b"/>
              <a:pathLst>
                <a:path w="220980" h="9525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noFill/>
            <a:ln w="56388">
              <a:solidFill>
                <a:srgbClr val="51431C"/>
              </a:solidFill>
            </a:ln>
          </p:spPr>
        </p:sp>
        <p:sp>
          <p:nvSpPr>
            <p:cNvPr id="109" name="Freeform 109"/>
            <p:cNvSpPr/>
            <p:nvPr/>
          </p:nvSpPr>
          <p:spPr>
            <a:xfrm>
              <a:off x="6023610" y="4562475"/>
              <a:ext cx="220980" cy="9525"/>
            </a:xfrm>
            <a:custGeom>
              <a:avLst/>
              <a:gdLst/>
              <a:ahLst/>
              <a:cxnLst/>
              <a:rect l="l" t="t" r="r" b="b"/>
              <a:pathLst>
                <a:path w="220980" h="9525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noFill/>
            <a:ln w="56388">
              <a:solidFill>
                <a:srgbClr val="4E411C"/>
              </a:solidFill>
            </a:ln>
          </p:spPr>
        </p:sp>
        <p:sp>
          <p:nvSpPr>
            <p:cNvPr id="110" name="Freeform 110"/>
            <p:cNvSpPr/>
            <p:nvPr/>
          </p:nvSpPr>
          <p:spPr>
            <a:xfrm>
              <a:off x="6023610" y="4590098"/>
              <a:ext cx="220980" cy="9525"/>
            </a:xfrm>
            <a:custGeom>
              <a:avLst/>
              <a:gdLst/>
              <a:ahLst/>
              <a:cxnLst/>
              <a:rect l="l" t="t" r="r" b="b"/>
              <a:pathLst>
                <a:path w="220980" h="9525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noFill/>
            <a:ln w="56388">
              <a:solidFill>
                <a:srgbClr val="4A3D1C"/>
              </a:solidFill>
            </a:ln>
          </p:spPr>
        </p:sp>
        <p:sp>
          <p:nvSpPr>
            <p:cNvPr id="111" name="Freeform 111"/>
            <p:cNvSpPr/>
            <p:nvPr/>
          </p:nvSpPr>
          <p:spPr>
            <a:xfrm>
              <a:off x="6023610" y="4617720"/>
              <a:ext cx="220980" cy="9525"/>
            </a:xfrm>
            <a:custGeom>
              <a:avLst/>
              <a:gdLst/>
              <a:ahLst/>
              <a:cxnLst/>
              <a:rect l="l" t="t" r="r" b="b"/>
              <a:pathLst>
                <a:path w="220980" h="9525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noFill/>
            <a:ln w="56388">
              <a:solidFill>
                <a:srgbClr val="44391C"/>
              </a:solidFill>
            </a:ln>
          </p:spPr>
        </p:sp>
        <p:sp>
          <p:nvSpPr>
            <p:cNvPr id="112" name="Freeform 112"/>
            <p:cNvSpPr/>
            <p:nvPr/>
          </p:nvSpPr>
          <p:spPr>
            <a:xfrm>
              <a:off x="6023610" y="4645342"/>
              <a:ext cx="220980" cy="9525"/>
            </a:xfrm>
            <a:custGeom>
              <a:avLst/>
              <a:gdLst/>
              <a:ahLst/>
              <a:cxnLst/>
              <a:rect l="l" t="t" r="r" b="b"/>
              <a:pathLst>
                <a:path w="220980" h="9525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noFill/>
            <a:ln w="56388">
              <a:solidFill>
                <a:srgbClr val="3D341C"/>
              </a:solidFill>
            </a:ln>
          </p:spPr>
        </p:sp>
        <p:sp>
          <p:nvSpPr>
            <p:cNvPr id="113" name="Freeform 113"/>
            <p:cNvSpPr/>
            <p:nvPr/>
          </p:nvSpPr>
          <p:spPr>
            <a:xfrm>
              <a:off x="6023610" y="4672965"/>
              <a:ext cx="220980" cy="9525"/>
            </a:xfrm>
            <a:custGeom>
              <a:avLst/>
              <a:gdLst/>
              <a:ahLst/>
              <a:cxnLst/>
              <a:rect l="l" t="t" r="r" b="b"/>
              <a:pathLst>
                <a:path w="220980" h="9525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noFill/>
            <a:ln w="56388">
              <a:solidFill>
                <a:srgbClr val="352E1C"/>
              </a:solidFill>
            </a:ln>
          </p:spPr>
        </p:sp>
        <p:sp>
          <p:nvSpPr>
            <p:cNvPr id="114" name="Freeform 114"/>
            <p:cNvSpPr/>
            <p:nvPr/>
          </p:nvSpPr>
          <p:spPr>
            <a:xfrm>
              <a:off x="6023610" y="4701540"/>
              <a:ext cx="220980" cy="9525"/>
            </a:xfrm>
            <a:custGeom>
              <a:avLst/>
              <a:gdLst/>
              <a:ahLst/>
              <a:cxnLst/>
              <a:rect l="l" t="t" r="r" b="b"/>
              <a:pathLst>
                <a:path w="220980" h="9525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noFill/>
            <a:ln w="56388">
              <a:solidFill>
                <a:srgbClr val="2A261C"/>
              </a:solidFill>
            </a:ln>
          </p:spPr>
        </p:sp>
        <p:sp>
          <p:nvSpPr>
            <p:cNvPr id="115" name="Freeform 115"/>
            <p:cNvSpPr/>
            <p:nvPr/>
          </p:nvSpPr>
          <p:spPr>
            <a:xfrm>
              <a:off x="6023610" y="4729162"/>
              <a:ext cx="220980" cy="9525"/>
            </a:xfrm>
            <a:custGeom>
              <a:avLst/>
              <a:gdLst/>
              <a:ahLst/>
              <a:cxnLst/>
              <a:rect l="l" t="t" r="r" b="b"/>
              <a:pathLst>
                <a:path w="220980" h="9525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noFill/>
            <a:ln w="56388">
              <a:solidFill>
                <a:srgbClr val="201F1C"/>
              </a:solidFill>
            </a:ln>
          </p:spPr>
        </p:sp>
        <p:sp>
          <p:nvSpPr>
            <p:cNvPr id="116" name="Freeform 116"/>
            <p:cNvSpPr/>
            <p:nvPr/>
          </p:nvSpPr>
          <p:spPr>
            <a:xfrm>
              <a:off x="6023610" y="4756785"/>
              <a:ext cx="220980" cy="9525"/>
            </a:xfrm>
            <a:custGeom>
              <a:avLst/>
              <a:gdLst/>
              <a:ahLst/>
              <a:cxnLst/>
              <a:rect l="l" t="t" r="r" b="b"/>
              <a:pathLst>
                <a:path w="220980" h="9525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noFill/>
            <a:ln w="56388">
              <a:solidFill>
                <a:srgbClr val="2D281C"/>
              </a:solidFill>
            </a:ln>
          </p:spPr>
        </p:sp>
        <p:sp>
          <p:nvSpPr>
            <p:cNvPr id="117" name="Freeform 117"/>
            <p:cNvSpPr/>
            <p:nvPr/>
          </p:nvSpPr>
          <p:spPr>
            <a:xfrm>
              <a:off x="6023610" y="4784408"/>
              <a:ext cx="220980" cy="9525"/>
            </a:xfrm>
            <a:custGeom>
              <a:avLst/>
              <a:gdLst/>
              <a:ahLst/>
              <a:cxnLst/>
              <a:rect l="l" t="t" r="r" b="b"/>
              <a:pathLst>
                <a:path w="220980" h="9525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noFill/>
            <a:ln w="56388">
              <a:solidFill>
                <a:srgbClr val="362F1C"/>
              </a:solidFill>
            </a:ln>
          </p:spPr>
        </p:sp>
        <p:sp>
          <p:nvSpPr>
            <p:cNvPr id="118" name="Freeform 118"/>
            <p:cNvSpPr/>
            <p:nvPr/>
          </p:nvSpPr>
          <p:spPr>
            <a:xfrm>
              <a:off x="6023610" y="4812030"/>
              <a:ext cx="220980" cy="9525"/>
            </a:xfrm>
            <a:custGeom>
              <a:avLst/>
              <a:gdLst/>
              <a:ahLst/>
              <a:cxnLst/>
              <a:rect l="l" t="t" r="r" b="b"/>
              <a:pathLst>
                <a:path w="220980" h="9525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noFill/>
            <a:ln w="56388">
              <a:solidFill>
                <a:srgbClr val="3C331C"/>
              </a:solidFill>
            </a:ln>
          </p:spPr>
        </p:sp>
        <p:sp>
          <p:nvSpPr>
            <p:cNvPr id="119" name="Freeform 119"/>
            <p:cNvSpPr/>
            <p:nvPr/>
          </p:nvSpPr>
          <p:spPr>
            <a:xfrm>
              <a:off x="6023610" y="4840605"/>
              <a:ext cx="220980" cy="9525"/>
            </a:xfrm>
            <a:custGeom>
              <a:avLst/>
              <a:gdLst/>
              <a:ahLst/>
              <a:cxnLst/>
              <a:rect l="l" t="t" r="r" b="b"/>
              <a:pathLst>
                <a:path w="220980" h="9525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noFill/>
            <a:ln w="56388">
              <a:solidFill>
                <a:srgbClr val="41371C"/>
              </a:solidFill>
            </a:ln>
          </p:spPr>
        </p:sp>
        <p:sp>
          <p:nvSpPr>
            <p:cNvPr id="120" name="Freeform 120"/>
            <p:cNvSpPr/>
            <p:nvPr/>
          </p:nvSpPr>
          <p:spPr>
            <a:xfrm>
              <a:off x="6023610" y="4868228"/>
              <a:ext cx="220980" cy="9525"/>
            </a:xfrm>
            <a:custGeom>
              <a:avLst/>
              <a:gdLst/>
              <a:ahLst/>
              <a:cxnLst/>
              <a:rect l="l" t="t" r="r" b="b"/>
              <a:pathLst>
                <a:path w="220980" h="9525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noFill/>
            <a:ln w="56388">
              <a:solidFill>
                <a:srgbClr val="44391C"/>
              </a:solidFill>
            </a:ln>
          </p:spPr>
        </p:sp>
        <p:sp>
          <p:nvSpPr>
            <p:cNvPr id="121" name="Freeform 121"/>
            <p:cNvSpPr/>
            <p:nvPr/>
          </p:nvSpPr>
          <p:spPr>
            <a:xfrm>
              <a:off x="5736908" y="2987992"/>
              <a:ext cx="9525" cy="384810"/>
            </a:xfrm>
            <a:custGeom>
              <a:avLst/>
              <a:gdLst/>
              <a:ahLst/>
              <a:cxnLst/>
              <a:rect l="l" t="t" r="r" b="b"/>
              <a:pathLst>
                <a:path w="9525" h="384810">
                  <a:moveTo>
                    <a:pt x="0" y="38481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2" name="Freeform 122"/>
            <p:cNvSpPr/>
            <p:nvPr/>
          </p:nvSpPr>
          <p:spPr>
            <a:xfrm>
              <a:off x="5689282" y="289274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23" name="Freeform 123"/>
            <p:cNvSpPr/>
            <p:nvPr/>
          </p:nvSpPr>
          <p:spPr>
            <a:xfrm>
              <a:off x="5689282" y="337280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24" name="Freeform 124"/>
            <p:cNvSpPr/>
            <p:nvPr/>
          </p:nvSpPr>
          <p:spPr>
            <a:xfrm>
              <a:off x="3642360" y="4678680"/>
              <a:ext cx="2192655" cy="9525"/>
            </a:xfrm>
            <a:custGeom>
              <a:avLst/>
              <a:gdLst/>
              <a:ahLst/>
              <a:cxnLst/>
              <a:rect l="l" t="t" r="r" b="b"/>
              <a:pathLst>
                <a:path w="2192655" h="9525">
                  <a:moveTo>
                    <a:pt x="0" y="0"/>
                  </a:moveTo>
                  <a:lnTo>
                    <a:pt x="219265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5" name="Freeform 125"/>
            <p:cNvSpPr/>
            <p:nvPr/>
          </p:nvSpPr>
          <p:spPr>
            <a:xfrm>
              <a:off x="5835015" y="463105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26" name="Freeform 126"/>
            <p:cNvSpPr/>
            <p:nvPr/>
          </p:nvSpPr>
          <p:spPr>
            <a:xfrm>
              <a:off x="3547110" y="463105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27" name="Ellipse 127"/>
            <p:cNvSpPr/>
            <p:nvPr/>
          </p:nvSpPr>
          <p:spPr>
            <a:xfrm>
              <a:off x="820102" y="3429952"/>
              <a:ext cx="95250" cy="952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8" name="Ellipse 128"/>
            <p:cNvSpPr/>
            <p:nvPr/>
          </p:nvSpPr>
          <p:spPr>
            <a:xfrm>
              <a:off x="5901690" y="2845118"/>
              <a:ext cx="76200" cy="7620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9" name="TextBox 129"/>
            <p:cNvSpPr txBox="1"/>
            <p:nvPr/>
          </p:nvSpPr>
          <p:spPr>
            <a:xfrm>
              <a:off x="3100666" y="33294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φ</a:t>
              </a:r>
            </a:p>
          </p:txBody>
        </p:sp>
        <p:sp>
          <p:nvSpPr>
            <p:cNvPr id="130" name="TextBox 130"/>
            <p:cNvSpPr txBox="1"/>
            <p:nvPr/>
          </p:nvSpPr>
          <p:spPr>
            <a:xfrm>
              <a:off x="816012" y="3199924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131" name="TextBox 131"/>
            <p:cNvSpPr txBox="1"/>
            <p:nvPr/>
          </p:nvSpPr>
          <p:spPr>
            <a:xfrm>
              <a:off x="1460038" y="2668905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L₁</a:t>
              </a:r>
            </a:p>
          </p:txBody>
        </p:sp>
        <p:sp>
          <p:nvSpPr>
            <p:cNvPr id="132" name="TextBox 132"/>
            <p:cNvSpPr txBox="1"/>
            <p:nvPr/>
          </p:nvSpPr>
          <p:spPr>
            <a:xfrm>
              <a:off x="3446000" y="226218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L₂</a:t>
              </a:r>
            </a:p>
          </p:txBody>
        </p:sp>
        <p:sp>
          <p:nvSpPr>
            <p:cNvPr id="133" name="TextBox 133"/>
            <p:cNvSpPr txBox="1"/>
            <p:nvPr/>
          </p:nvSpPr>
          <p:spPr>
            <a:xfrm>
              <a:off x="2434869" y="375427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34" name="TextBox 134"/>
            <p:cNvSpPr txBox="1"/>
            <p:nvPr/>
          </p:nvSpPr>
          <p:spPr>
            <a:xfrm>
              <a:off x="5759487" y="267890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135" name="TextBox 135"/>
            <p:cNvSpPr txBox="1"/>
            <p:nvPr/>
          </p:nvSpPr>
          <p:spPr>
            <a:xfrm>
              <a:off x="5742760" y="3551396"/>
              <a:ext cx="1368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136" name="TextBox 136"/>
            <p:cNvSpPr txBox="1"/>
            <p:nvPr/>
          </p:nvSpPr>
          <p:spPr>
            <a:xfrm>
              <a:off x="5558116" y="31056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137" name="TextBox 137"/>
            <p:cNvSpPr txBox="1"/>
            <p:nvPr/>
          </p:nvSpPr>
          <p:spPr>
            <a:xfrm>
              <a:off x="4689436" y="44743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138" name="TextBox 138"/>
            <p:cNvSpPr txBox="1"/>
            <p:nvPr/>
          </p:nvSpPr>
          <p:spPr>
            <a:xfrm>
              <a:off x="4892873" y="1916906"/>
              <a:ext cx="9966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屏（L₂ 焦平面）</a:t>
              </a:r>
            </a:p>
          </p:txBody>
        </p:sp>
      </p:grpSp>
      <p:grpSp>
        <p:nvGrpSpPr>
          <p:cNvPr id="157" name="c2-steps-1"/>
          <p:cNvGrpSpPr/>
          <p:nvPr/>
        </p:nvGrpSpPr>
        <p:grpSpPr>
          <a:xfrm>
            <a:off x="7114222" y="1533525"/>
            <a:ext cx="4627169" cy="2632139"/>
            <a:chOff x="7114222" y="1533525"/>
            <a:chExt cx="4627169" cy="2632139"/>
          </a:xfrm>
        </p:grpSpPr>
        <p:sp>
          <p:nvSpPr>
            <p:cNvPr id="140" name="Rectangle 140"/>
            <p:cNvSpPr/>
            <p:nvPr/>
          </p:nvSpPr>
          <p:spPr>
            <a:xfrm>
              <a:off x="7247572" y="1676400"/>
              <a:ext cx="19050" cy="20831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1" name="Ellipse 141"/>
            <p:cNvSpPr/>
            <p:nvPr/>
          </p:nvSpPr>
          <p:spPr>
            <a:xfrm>
              <a:off x="7114222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2" name="TextBox 142"/>
            <p:cNvSpPr txBox="1"/>
            <p:nvPr/>
          </p:nvSpPr>
          <p:spPr>
            <a:xfrm>
              <a:off x="7207846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3" name="Ellipse 143"/>
            <p:cNvSpPr/>
            <p:nvPr/>
          </p:nvSpPr>
          <p:spPr>
            <a:xfrm>
              <a:off x="7114222" y="215455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4" name="TextBox 144"/>
            <p:cNvSpPr txBox="1"/>
            <p:nvPr/>
          </p:nvSpPr>
          <p:spPr>
            <a:xfrm>
              <a:off x="7207846" y="22283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5" name="Ellipse 145"/>
            <p:cNvSpPr/>
            <p:nvPr/>
          </p:nvSpPr>
          <p:spPr>
            <a:xfrm>
              <a:off x="7114222" y="277558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6" name="TextBox 146"/>
            <p:cNvSpPr txBox="1"/>
            <p:nvPr/>
          </p:nvSpPr>
          <p:spPr>
            <a:xfrm>
              <a:off x="7207846" y="28494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7" name="Ellipse 147"/>
            <p:cNvSpPr/>
            <p:nvPr/>
          </p:nvSpPr>
          <p:spPr>
            <a:xfrm>
              <a:off x="7114222" y="361664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8" name="TextBox 148"/>
            <p:cNvSpPr txBox="1"/>
            <p:nvPr/>
          </p:nvSpPr>
          <p:spPr>
            <a:xfrm>
              <a:off x="7207846" y="369046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49" name="TextBox 149"/>
            <p:cNvSpPr txBox="1"/>
            <p:nvPr/>
          </p:nvSpPr>
          <p:spPr>
            <a:xfrm>
              <a:off x="7526084" y="156638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产生平行光</a:t>
              </a:r>
            </a:p>
          </p:txBody>
        </p:sp>
        <p:sp>
          <p:nvSpPr>
            <p:cNvPr id="150" name="TextBox 150"/>
            <p:cNvSpPr txBox="1"/>
            <p:nvPr/>
          </p:nvSpPr>
          <p:spPr>
            <a:xfrm>
              <a:off x="7527226" y="1846898"/>
              <a:ext cx="42141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光源 S 放在透镜 L₁ 的焦点上，出射的平行光垂直照射单缝</a:t>
              </a:r>
            </a:p>
          </p:txBody>
        </p:sp>
        <p:sp>
          <p:nvSpPr>
            <p:cNvPr id="151" name="TextBox 151"/>
            <p:cNvSpPr txBox="1"/>
            <p:nvPr/>
          </p:nvSpPr>
          <p:spPr>
            <a:xfrm>
              <a:off x="7526084" y="218741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衍射</a:t>
              </a:r>
            </a:p>
          </p:txBody>
        </p:sp>
        <p:sp>
          <p:nvSpPr>
            <p:cNvPr id="152" name="TextBox 152"/>
            <p:cNvSpPr txBox="1"/>
            <p:nvPr/>
          </p:nvSpPr>
          <p:spPr>
            <a:xfrm>
              <a:off x="7527226" y="2467927"/>
              <a:ext cx="40750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缝宽 a 与波长可比，缝上各点发出的子波向各个方向传播</a:t>
              </a:r>
            </a:p>
          </p:txBody>
        </p:sp>
        <p:sp>
          <p:nvSpPr>
            <p:cNvPr id="153" name="TextBox 153"/>
            <p:cNvSpPr txBox="1"/>
            <p:nvPr/>
          </p:nvSpPr>
          <p:spPr>
            <a:xfrm>
              <a:off x="7526084" y="280844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会聚</a:t>
              </a:r>
            </a:p>
          </p:txBody>
        </p:sp>
        <p:sp>
          <p:nvSpPr>
            <p:cNvPr id="154" name="TextBox 154"/>
            <p:cNvSpPr txBox="1"/>
            <p:nvPr/>
          </p:nvSpPr>
          <p:spPr>
            <a:xfrm>
              <a:off x="7527226" y="3088957"/>
              <a:ext cx="392887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沿同一衍射角 φ 的平行光经 L₂ 会聚到焦平面上同一点 P；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φ = 0 的光会聚到 O</a:t>
              </a:r>
            </a:p>
          </p:txBody>
        </p:sp>
        <p:sp>
          <p:nvSpPr>
            <p:cNvPr id="155" name="TextBox 155"/>
            <p:cNvSpPr txBox="1"/>
            <p:nvPr/>
          </p:nvSpPr>
          <p:spPr>
            <a:xfrm>
              <a:off x="7526084" y="365045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观察</a:t>
              </a:r>
            </a:p>
          </p:txBody>
        </p:sp>
        <p:sp>
          <p:nvSpPr>
            <p:cNvPr id="156" name="TextBox 156"/>
            <p:cNvSpPr txBox="1"/>
            <p:nvPr/>
          </p:nvSpPr>
          <p:spPr>
            <a:xfrm>
              <a:off x="7527226" y="3930968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屏上出现平行于缝、明暗相间的直条纹</a:t>
              </a:r>
            </a:p>
          </p:txBody>
        </p:sp>
      </p:grpSp>
      <p:grpSp>
        <p:nvGrpSpPr>
          <p:cNvPr id="166" name="c2-kv-2"/>
          <p:cNvGrpSpPr/>
          <p:nvPr/>
        </p:nvGrpSpPr>
        <p:grpSpPr>
          <a:xfrm>
            <a:off x="7106984" y="4364831"/>
            <a:ext cx="4551616" cy="1122617"/>
            <a:chOff x="7106984" y="4364831"/>
            <a:chExt cx="4551616" cy="1122617"/>
          </a:xfrm>
        </p:grpSpPr>
        <p:sp>
          <p:nvSpPr>
            <p:cNvPr id="158" name="TextBox 158"/>
            <p:cNvSpPr txBox="1"/>
            <p:nvPr/>
          </p:nvSpPr>
          <p:spPr>
            <a:xfrm>
              <a:off x="7106984" y="4364831"/>
              <a:ext cx="124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4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φ</a:t>
              </a:r>
            </a:p>
          </p:txBody>
        </p:sp>
        <p:sp>
          <p:nvSpPr>
            <p:cNvPr id="159" name="TextBox 159"/>
            <p:cNvSpPr txBox="1"/>
            <p:nvPr/>
          </p:nvSpPr>
          <p:spPr>
            <a:xfrm>
              <a:off x="7463218" y="4364831"/>
              <a:ext cx="30730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衍射角，衍射光与缝平面法线的夹角</a:t>
              </a:r>
            </a:p>
          </p:txBody>
        </p:sp>
        <p:sp>
          <p:nvSpPr>
            <p:cNvPr id="160" name="Rectangle 160"/>
            <p:cNvSpPr/>
            <p:nvPr/>
          </p:nvSpPr>
          <p:spPr>
            <a:xfrm>
              <a:off x="7114222" y="4671060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1" name="TextBox 161"/>
            <p:cNvSpPr txBox="1"/>
            <p:nvPr/>
          </p:nvSpPr>
          <p:spPr>
            <a:xfrm>
              <a:off x="7106984" y="4786789"/>
              <a:ext cx="124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162" name="TextBox 162"/>
            <p:cNvSpPr txBox="1"/>
            <p:nvPr/>
          </p:nvSpPr>
          <p:spPr>
            <a:xfrm>
              <a:off x="7463218" y="4786789"/>
              <a:ext cx="131364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透镜 L₂ 的焦距</a:t>
              </a:r>
            </a:p>
          </p:txBody>
        </p:sp>
        <p:sp>
          <p:nvSpPr>
            <p:cNvPr id="163" name="Rectangle 163"/>
            <p:cNvSpPr/>
            <p:nvPr/>
          </p:nvSpPr>
          <p:spPr>
            <a:xfrm>
              <a:off x="7114222" y="5092065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4" name="TextBox 164"/>
            <p:cNvSpPr txBox="1"/>
            <p:nvPr/>
          </p:nvSpPr>
          <p:spPr>
            <a:xfrm>
              <a:off x="7106984" y="5208746"/>
              <a:ext cx="124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165" name="TextBox 165"/>
            <p:cNvSpPr txBox="1"/>
            <p:nvPr/>
          </p:nvSpPr>
          <p:spPr>
            <a:xfrm>
              <a:off x="7463218" y="5208746"/>
              <a:ext cx="27049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 到中心 O 的距离，x = f tanφ</a:t>
              </a:r>
            </a:p>
          </p:txBody>
        </p:sp>
      </p:grpSp>
      <p:grpSp>
        <p:nvGrpSpPr>
          <p:cNvPr id="173" name="takeaway"/>
          <p:cNvGrpSpPr/>
          <p:nvPr/>
        </p:nvGrpSpPr>
        <p:grpSpPr>
          <a:xfrm>
            <a:off x="533400" y="5606415"/>
            <a:ext cx="11125200" cy="756285"/>
            <a:chOff x="533400" y="5606415"/>
            <a:chExt cx="11125200" cy="756285"/>
          </a:xfrm>
        </p:grpSpPr>
        <p:sp>
          <p:nvSpPr>
            <p:cNvPr id="167" name="Rectangle 167"/>
            <p:cNvSpPr/>
            <p:nvPr/>
          </p:nvSpPr>
          <p:spPr>
            <a:xfrm>
              <a:off x="533400" y="5606415"/>
              <a:ext cx="11125200" cy="756285"/>
            </a:xfrm>
            <a:prstGeom prst="roundRect">
              <a:avLst>
                <a:gd name="adj" fmla="val 151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71" name="Group 171"/>
            <p:cNvGrpSpPr/>
            <p:nvPr/>
          </p:nvGrpSpPr>
          <p:grpSpPr>
            <a:xfrm>
              <a:off x="738188" y="5884545"/>
              <a:ext cx="200026" cy="200026"/>
              <a:chOff x="738188" y="5884545"/>
              <a:chExt cx="200026" cy="200026"/>
            </a:xfrm>
          </p:grpSpPr>
          <p:sp>
            <p:nvSpPr>
              <p:cNvPr id="168" name="Freeform 168"/>
              <p:cNvSpPr/>
              <p:nvPr/>
            </p:nvSpPr>
            <p:spPr>
              <a:xfrm>
                <a:off x="738188" y="588454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69" name="Freeform 169"/>
              <p:cNvSpPr/>
              <p:nvPr/>
            </p:nvSpPr>
            <p:spPr>
              <a:xfrm>
                <a:off x="838200" y="595122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70" name="Freeform 170"/>
              <p:cNvSpPr/>
              <p:nvPr/>
            </p:nvSpPr>
            <p:spPr>
              <a:xfrm>
                <a:off x="827088" y="598455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72" name="TextBox 172"/>
            <p:cNvSpPr txBox="1"/>
            <p:nvPr/>
          </p:nvSpPr>
          <p:spPr>
            <a:xfrm>
              <a:off x="1040511" y="5753576"/>
              <a:ext cx="9906127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屏上某点的明暗只取决于衍射角 φ。狭缝上下平移，同方向的平行光仍会聚到同一点，图样不动；透镜上下平移，图样跟着透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镜的光轴移动。</a:t>
              </a:r>
            </a:p>
          </p:txBody>
        </p:sp>
      </p:grpSp>
      <p:grpSp>
        <p:nvGrpSpPr>
          <p:cNvPr id="17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4" name="TextBox 174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第8章 光的衍射</a:t>
              </a:r>
            </a:p>
          </p:txBody>
        </p:sp>
        <p:sp>
          <p:nvSpPr>
            <p:cNvPr id="175" name="TextBox 175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663052" cy="909257"/>
            <a:chOff x="520446" y="342900"/>
            <a:chExt cx="76630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光的衍射 · 夫琅禾费单缝衍射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6630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衍射角为 φ 时，缝两边缘光线的光程差 δ = a sinφ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209675"/>
            <a:chOff x="533400" y="1524000"/>
            <a:chExt cx="5410200" cy="12096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209675"/>
            </a:xfrm>
            <a:prstGeom prst="roundRect">
              <a:avLst>
                <a:gd name="adj" fmla="val 110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94297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1380172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2932" y="1750695"/>
              <a:ext cx="12630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φ = 0：会聚于 O 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047" y="2072640"/>
              <a:ext cx="465143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缝上各点发出的平行光经透镜会聚于 O，透镜不引入附加光程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差，各光线同相叠加，O 点是中央明纹的中心。</a:t>
              </a:r>
            </a:p>
          </p:txBody>
        </p:sp>
      </p:grpSp>
      <p:grpSp>
        <p:nvGrpSpPr>
          <p:cNvPr id="19" name="c1-card-2"/>
          <p:cNvGrpSpPr/>
          <p:nvPr/>
        </p:nvGrpSpPr>
        <p:grpSpPr>
          <a:xfrm>
            <a:off x="533400" y="2908935"/>
            <a:ext cx="5410200" cy="1677352"/>
            <a:chOff x="533400" y="2908935"/>
            <a:chExt cx="5410200" cy="1677352"/>
          </a:xfrm>
        </p:grpSpPr>
        <p:sp>
          <p:nvSpPr>
            <p:cNvPr id="13" name="Rectangle 13"/>
            <p:cNvSpPr/>
            <p:nvPr/>
          </p:nvSpPr>
          <p:spPr>
            <a:xfrm>
              <a:off x="533400" y="2908935"/>
              <a:ext cx="5410200" cy="1677352"/>
            </a:xfrm>
            <a:prstGeom prst="roundRect">
              <a:avLst>
                <a:gd name="adj" fmla="val 795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3042285"/>
              <a:ext cx="47625" cy="1410652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63905" y="3101340"/>
              <a:ext cx="1399222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47186" y="3135630"/>
              <a:ext cx="12317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φ ≠ 0：会聚于 P 点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7047" y="3457575"/>
              <a:ext cx="473716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 A 作 AC 垂直于衍射光线。由透镜的等光程性，AC 上各点到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 的光程相等，所以各光线之间的光程差全部产生在 AC 之前。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formula26"/>
                <p:cNvSpPr txBox="1">
                  <a:spLocks noGrp="1"/>
                </p:cNvSpPr>
                <p:nvPr/>
              </p:nvSpPr>
              <p:spPr>
                <a:xfrm>
                  <a:off x="763905" y="3994785"/>
                  <a:ext cx="498729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δ</m:t>
                            </m:r>
                          </m:e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AB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bar>
                          <m:barPr>
                            <m:pos m:val="top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barPr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BC</m:t>
                            </m:r>
                          </m:e>
                        </m:ba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</m:t>
                        </m:r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sin</m:t>
                            </m:r>
                          </m:fName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φ</m:t>
                            </m:r>
                          </m:e>
                        </m:func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6" name="c1-callout-3"/>
          <p:cNvGrpSpPr/>
          <p:nvPr/>
        </p:nvGrpSpPr>
        <p:grpSpPr>
          <a:xfrm>
            <a:off x="533400" y="4760595"/>
            <a:ext cx="5410200" cy="729615"/>
            <a:chOff x="533400" y="4760595"/>
            <a:chExt cx="5410200" cy="729615"/>
          </a:xfrm>
        </p:grpSpPr>
        <p:sp>
          <p:nvSpPr>
            <p:cNvPr id="20" name="Rectangle 20"/>
            <p:cNvSpPr/>
            <p:nvPr/>
          </p:nvSpPr>
          <p:spPr>
            <a:xfrm>
              <a:off x="533400" y="4760595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738188" y="5025390"/>
              <a:ext cx="200026" cy="200025"/>
              <a:chOff x="738188" y="5025390"/>
              <a:chExt cx="200026" cy="200025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738188" y="502539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777926" y="506984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12642" y="518096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040892" y="4907280"/>
              <a:ext cx="436854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BC 是两条边缘光线的光程差，也是缝上各光线之间的最大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光程差。P 点是明是暗，取决于 a sinφ 是 λ/2 的几倍。</a:t>
              </a:r>
            </a:p>
          </p:txBody>
        </p:sp>
      </p:grpSp>
      <p:grpSp>
        <p:nvGrpSpPr>
          <p:cNvPr id="58" name="g_path"/>
          <p:cNvGrpSpPr/>
          <p:nvPr/>
        </p:nvGrpSpPr>
        <p:grpSpPr>
          <a:xfrm>
            <a:off x="6848475" y="2206942"/>
            <a:ext cx="4422782" cy="2581275"/>
            <a:chOff x="6848475" y="2206942"/>
            <a:chExt cx="4422782" cy="2581275"/>
          </a:xfrm>
        </p:grpSpPr>
        <p:sp>
          <p:nvSpPr>
            <p:cNvPr id="27" name="Freeform 27"/>
            <p:cNvSpPr/>
            <p:nvPr/>
          </p:nvSpPr>
          <p:spPr>
            <a:xfrm>
              <a:off x="7532370" y="2206942"/>
              <a:ext cx="9525" cy="822008"/>
            </a:xfrm>
            <a:custGeom>
              <a:avLst/>
              <a:gdLst/>
              <a:ahLst/>
              <a:cxnLst/>
              <a:rect l="l" t="t" r="r" b="b"/>
              <a:pathLst>
                <a:path w="9525" h="822008">
                  <a:moveTo>
                    <a:pt x="0" y="0"/>
                  </a:moveTo>
                  <a:lnTo>
                    <a:pt x="0" y="822008"/>
                  </a:lnTo>
                </a:path>
              </a:pathLst>
            </a:custGeom>
            <a:noFill/>
            <a:ln w="28575">
              <a:solidFill>
                <a:srgbClr val="1F2937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7532370" y="3967162"/>
              <a:ext cx="9525" cy="821055"/>
            </a:xfrm>
            <a:custGeom>
              <a:avLst/>
              <a:gdLst/>
              <a:ahLst/>
              <a:cxnLst/>
              <a:rect l="l" t="t" r="r" b="b"/>
              <a:pathLst>
                <a:path w="9525" h="821055">
                  <a:moveTo>
                    <a:pt x="0" y="0"/>
                  </a:moveTo>
                  <a:lnTo>
                    <a:pt x="0" y="821055"/>
                  </a:lnTo>
                </a:path>
              </a:pathLst>
            </a:custGeom>
            <a:noFill/>
            <a:ln w="28575">
              <a:solidFill>
                <a:srgbClr val="1F2937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8727758" y="2414588"/>
              <a:ext cx="208598" cy="2166938"/>
            </a:xfrm>
            <a:custGeom>
              <a:avLst/>
              <a:gdLst/>
              <a:ahLst/>
              <a:cxnLst/>
              <a:rect l="l" t="t" r="r" b="b"/>
              <a:pathLst>
                <a:path w="208598" h="2166938">
                  <a:moveTo>
                    <a:pt x="208598" y="1073468"/>
                  </a:moveTo>
                  <a:lnTo>
                    <a:pt x="207645" y="977265"/>
                  </a:lnTo>
                  <a:lnTo>
                    <a:pt x="206693" y="872490"/>
                  </a:lnTo>
                  <a:lnTo>
                    <a:pt x="203835" y="768667"/>
                  </a:lnTo>
                  <a:lnTo>
                    <a:pt x="200025" y="668655"/>
                  </a:lnTo>
                  <a:lnTo>
                    <a:pt x="196215" y="572453"/>
                  </a:lnTo>
                  <a:lnTo>
                    <a:pt x="191453" y="481012"/>
                  </a:lnTo>
                  <a:lnTo>
                    <a:pt x="184785" y="396240"/>
                  </a:lnTo>
                  <a:lnTo>
                    <a:pt x="178118" y="317183"/>
                  </a:lnTo>
                  <a:lnTo>
                    <a:pt x="170498" y="245745"/>
                  </a:lnTo>
                  <a:lnTo>
                    <a:pt x="162878" y="182880"/>
                  </a:lnTo>
                  <a:lnTo>
                    <a:pt x="153353" y="127635"/>
                  </a:lnTo>
                  <a:lnTo>
                    <a:pt x="143828" y="82867"/>
                  </a:lnTo>
                  <a:lnTo>
                    <a:pt x="135255" y="46672"/>
                  </a:lnTo>
                  <a:lnTo>
                    <a:pt x="124778" y="20955"/>
                  </a:lnTo>
                  <a:lnTo>
                    <a:pt x="115253" y="5715"/>
                  </a:lnTo>
                  <a:lnTo>
                    <a:pt x="104775" y="0"/>
                  </a:lnTo>
                  <a:lnTo>
                    <a:pt x="94298" y="5715"/>
                  </a:lnTo>
                  <a:lnTo>
                    <a:pt x="83820" y="20955"/>
                  </a:lnTo>
                  <a:lnTo>
                    <a:pt x="74295" y="46672"/>
                  </a:lnTo>
                  <a:lnTo>
                    <a:pt x="64770" y="82867"/>
                  </a:lnTo>
                  <a:lnTo>
                    <a:pt x="55245" y="127635"/>
                  </a:lnTo>
                  <a:lnTo>
                    <a:pt x="46673" y="182880"/>
                  </a:lnTo>
                  <a:lnTo>
                    <a:pt x="38100" y="245745"/>
                  </a:lnTo>
                  <a:lnTo>
                    <a:pt x="31433" y="317183"/>
                  </a:lnTo>
                  <a:lnTo>
                    <a:pt x="23812" y="396240"/>
                  </a:lnTo>
                  <a:lnTo>
                    <a:pt x="18098" y="481012"/>
                  </a:lnTo>
                  <a:lnTo>
                    <a:pt x="12383" y="572453"/>
                  </a:lnTo>
                  <a:lnTo>
                    <a:pt x="8573" y="668655"/>
                  </a:lnTo>
                  <a:lnTo>
                    <a:pt x="4762" y="768667"/>
                  </a:lnTo>
                  <a:lnTo>
                    <a:pt x="1905" y="872490"/>
                  </a:lnTo>
                  <a:lnTo>
                    <a:pt x="953" y="977265"/>
                  </a:lnTo>
                  <a:lnTo>
                    <a:pt x="0" y="1082992"/>
                  </a:lnTo>
                  <a:lnTo>
                    <a:pt x="953" y="1189672"/>
                  </a:lnTo>
                  <a:lnTo>
                    <a:pt x="1905" y="1295400"/>
                  </a:lnTo>
                  <a:lnTo>
                    <a:pt x="4762" y="1398270"/>
                  </a:lnTo>
                  <a:lnTo>
                    <a:pt x="8573" y="1498282"/>
                  </a:lnTo>
                  <a:lnTo>
                    <a:pt x="12383" y="1594485"/>
                  </a:lnTo>
                  <a:lnTo>
                    <a:pt x="18098" y="1684972"/>
                  </a:lnTo>
                  <a:lnTo>
                    <a:pt x="23812" y="1770697"/>
                  </a:lnTo>
                  <a:lnTo>
                    <a:pt x="31433" y="1849755"/>
                  </a:lnTo>
                  <a:lnTo>
                    <a:pt x="38100" y="1921192"/>
                  </a:lnTo>
                  <a:lnTo>
                    <a:pt x="46673" y="1984058"/>
                  </a:lnTo>
                  <a:lnTo>
                    <a:pt x="55245" y="2039303"/>
                  </a:lnTo>
                  <a:lnTo>
                    <a:pt x="64770" y="2085022"/>
                  </a:lnTo>
                  <a:lnTo>
                    <a:pt x="74295" y="2120265"/>
                  </a:lnTo>
                  <a:lnTo>
                    <a:pt x="83820" y="2145982"/>
                  </a:lnTo>
                  <a:lnTo>
                    <a:pt x="94298" y="2162175"/>
                  </a:lnTo>
                  <a:lnTo>
                    <a:pt x="104775" y="2166938"/>
                  </a:lnTo>
                  <a:lnTo>
                    <a:pt x="115253" y="2162175"/>
                  </a:lnTo>
                  <a:lnTo>
                    <a:pt x="124778" y="2145982"/>
                  </a:lnTo>
                  <a:lnTo>
                    <a:pt x="135255" y="2120265"/>
                  </a:lnTo>
                  <a:lnTo>
                    <a:pt x="143828" y="2085022"/>
                  </a:lnTo>
                  <a:lnTo>
                    <a:pt x="153353" y="2039303"/>
                  </a:lnTo>
                  <a:lnTo>
                    <a:pt x="162878" y="1984058"/>
                  </a:lnTo>
                  <a:lnTo>
                    <a:pt x="170498" y="1921192"/>
                  </a:lnTo>
                  <a:lnTo>
                    <a:pt x="178118" y="1849755"/>
                  </a:lnTo>
                  <a:lnTo>
                    <a:pt x="184785" y="1770697"/>
                  </a:lnTo>
                  <a:lnTo>
                    <a:pt x="191453" y="1684972"/>
                  </a:lnTo>
                  <a:lnTo>
                    <a:pt x="196215" y="1594485"/>
                  </a:lnTo>
                  <a:lnTo>
                    <a:pt x="200025" y="1498282"/>
                  </a:lnTo>
                  <a:lnTo>
                    <a:pt x="203835" y="1398270"/>
                  </a:lnTo>
                  <a:lnTo>
                    <a:pt x="206693" y="1295400"/>
                  </a:lnTo>
                  <a:lnTo>
                    <a:pt x="207645" y="1189672"/>
                  </a:lnTo>
                  <a:lnTo>
                    <a:pt x="208598" y="1092518"/>
                  </a:lnTo>
                </a:path>
              </a:pathLst>
            </a:custGeom>
            <a:noFill/>
            <a:ln w="19050">
              <a:solidFill>
                <a:srgbClr val="2F4B9A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11085195" y="2206942"/>
              <a:ext cx="9525" cy="2581275"/>
            </a:xfrm>
            <a:custGeom>
              <a:avLst/>
              <a:gdLst/>
              <a:ahLst/>
              <a:cxnLst/>
              <a:rect l="l" t="t" r="r" b="b"/>
              <a:pathLst>
                <a:path w="9525" h="2581275">
                  <a:moveTo>
                    <a:pt x="0" y="0"/>
                  </a:moveTo>
                  <a:lnTo>
                    <a:pt x="0" y="2581275"/>
                  </a:lnTo>
                </a:path>
              </a:pathLst>
            </a:custGeom>
            <a:noFill/>
            <a:ln w="28575">
              <a:solidFill>
                <a:srgbClr val="1F2937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7020878" y="3497580"/>
              <a:ext cx="4054792" cy="9525"/>
            </a:xfrm>
            <a:custGeom>
              <a:avLst/>
              <a:gdLst/>
              <a:ahLst/>
              <a:cxnLst/>
              <a:rect l="l" t="t" r="r" b="b"/>
              <a:pathLst>
                <a:path w="4054792" h="9525">
                  <a:moveTo>
                    <a:pt x="0" y="0"/>
                  </a:moveTo>
                  <a:lnTo>
                    <a:pt x="4054792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32" name="Freeform 32"/>
            <p:cNvSpPr/>
            <p:nvPr/>
          </p:nvSpPr>
          <p:spPr>
            <a:xfrm>
              <a:off x="7540942" y="2591752"/>
              <a:ext cx="3534727" cy="469582"/>
            </a:xfrm>
            <a:custGeom>
              <a:avLst/>
              <a:gdLst/>
              <a:ahLst/>
              <a:cxnLst/>
              <a:rect l="l" t="t" r="r" b="b"/>
              <a:pathLst>
                <a:path w="3534727" h="469582">
                  <a:moveTo>
                    <a:pt x="0" y="469582"/>
                  </a:moveTo>
                  <a:lnTo>
                    <a:pt x="1291590" y="0"/>
                  </a:lnTo>
                  <a:lnTo>
                    <a:pt x="3534727" y="85725"/>
                  </a:lnTo>
                </a:path>
              </a:pathLst>
            </a:custGeom>
            <a:noFill/>
            <a:ln w="15240">
              <a:solidFill>
                <a:srgbClr val="B42318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7540942" y="2678430"/>
              <a:ext cx="3535680" cy="600075"/>
            </a:xfrm>
            <a:custGeom>
              <a:avLst/>
              <a:gdLst/>
              <a:ahLst/>
              <a:cxnLst/>
              <a:rect l="l" t="t" r="r" b="b"/>
              <a:pathLst>
                <a:path w="3535680" h="600075">
                  <a:moveTo>
                    <a:pt x="0" y="600075"/>
                  </a:moveTo>
                  <a:lnTo>
                    <a:pt x="1291590" y="129540"/>
                  </a:lnTo>
                  <a:lnTo>
                    <a:pt x="3535680" y="0"/>
                  </a:lnTo>
                </a:path>
              </a:pathLst>
            </a:custGeom>
            <a:noFill/>
            <a:ln w="15240">
              <a:solidFill>
                <a:srgbClr val="B42318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7540942" y="2679382"/>
              <a:ext cx="3535680" cy="815340"/>
            </a:xfrm>
            <a:custGeom>
              <a:avLst/>
              <a:gdLst/>
              <a:ahLst/>
              <a:cxnLst/>
              <a:rect l="l" t="t" r="r" b="b"/>
              <a:pathLst>
                <a:path w="3535680" h="815340">
                  <a:moveTo>
                    <a:pt x="0" y="815340"/>
                  </a:moveTo>
                  <a:lnTo>
                    <a:pt x="1291590" y="345758"/>
                  </a:lnTo>
                  <a:lnTo>
                    <a:pt x="3535680" y="0"/>
                  </a:lnTo>
                </a:path>
              </a:pathLst>
            </a:custGeom>
            <a:noFill/>
            <a:ln w="15240">
              <a:solidFill>
                <a:srgbClr val="B42318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7540942" y="2680335"/>
              <a:ext cx="3535680" cy="1030605"/>
            </a:xfrm>
            <a:custGeom>
              <a:avLst/>
              <a:gdLst/>
              <a:ahLst/>
              <a:cxnLst/>
              <a:rect l="l" t="t" r="r" b="b"/>
              <a:pathLst>
                <a:path w="3535680" h="1030605">
                  <a:moveTo>
                    <a:pt x="0" y="1030605"/>
                  </a:moveTo>
                  <a:lnTo>
                    <a:pt x="1291590" y="561023"/>
                  </a:lnTo>
                  <a:lnTo>
                    <a:pt x="3535680" y="0"/>
                  </a:lnTo>
                </a:path>
              </a:pathLst>
            </a:custGeom>
            <a:noFill/>
            <a:ln w="15240">
              <a:solidFill>
                <a:srgbClr val="B42318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7540942" y="2681288"/>
              <a:ext cx="3535680" cy="1246822"/>
            </a:xfrm>
            <a:custGeom>
              <a:avLst/>
              <a:gdLst/>
              <a:ahLst/>
              <a:cxnLst/>
              <a:rect l="l" t="t" r="r" b="b"/>
              <a:pathLst>
                <a:path w="3535680" h="1246822">
                  <a:moveTo>
                    <a:pt x="0" y="1246822"/>
                  </a:moveTo>
                  <a:lnTo>
                    <a:pt x="1291590" y="777240"/>
                  </a:lnTo>
                  <a:lnTo>
                    <a:pt x="3535680" y="0"/>
                  </a:lnTo>
                </a:path>
              </a:pathLst>
            </a:custGeom>
            <a:noFill/>
            <a:ln w="15240">
              <a:solidFill>
                <a:srgbClr val="B42318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6848475" y="3065145"/>
              <a:ext cx="543878" cy="9525"/>
            </a:xfrm>
            <a:custGeom>
              <a:avLst/>
              <a:gdLst/>
              <a:ahLst/>
              <a:cxnLst/>
              <a:rect l="l" t="t" r="r" b="b"/>
              <a:pathLst>
                <a:path w="543878" h="9525">
                  <a:moveTo>
                    <a:pt x="0" y="0"/>
                  </a:moveTo>
                  <a:lnTo>
                    <a:pt x="543878" y="0"/>
                  </a:lnTo>
                </a:path>
              </a:pathLst>
            </a:custGeom>
            <a:noFill/>
            <a:ln w="15240">
              <a:solidFill>
                <a:srgbClr val="D97706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7392352" y="301752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6848475" y="3931920"/>
              <a:ext cx="543878" cy="9525"/>
            </a:xfrm>
            <a:custGeom>
              <a:avLst/>
              <a:gdLst/>
              <a:ahLst/>
              <a:cxnLst/>
              <a:rect l="l" t="t" r="r" b="b"/>
              <a:pathLst>
                <a:path w="543878" h="9525">
                  <a:moveTo>
                    <a:pt x="0" y="0"/>
                  </a:moveTo>
                  <a:lnTo>
                    <a:pt x="543878" y="0"/>
                  </a:lnTo>
                </a:path>
              </a:pathLst>
            </a:custGeom>
            <a:noFill/>
            <a:ln w="15240">
              <a:solidFill>
                <a:srgbClr val="D97706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7392352" y="388429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7535228" y="3073718"/>
              <a:ext cx="271462" cy="747712"/>
            </a:xfrm>
            <a:custGeom>
              <a:avLst/>
              <a:gdLst/>
              <a:ahLst/>
              <a:cxnLst/>
              <a:rect l="l" t="t" r="r" b="b"/>
              <a:pathLst>
                <a:path w="271462" h="747712">
                  <a:moveTo>
                    <a:pt x="0" y="0"/>
                  </a:moveTo>
                  <a:lnTo>
                    <a:pt x="271462" y="747712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42" name="Freeform 42"/>
            <p:cNvSpPr/>
            <p:nvPr/>
          </p:nvSpPr>
          <p:spPr>
            <a:xfrm>
              <a:off x="7540942" y="3833812"/>
              <a:ext cx="260032" cy="94297"/>
            </a:xfrm>
            <a:custGeom>
              <a:avLst/>
              <a:gdLst/>
              <a:ahLst/>
              <a:cxnLst/>
              <a:rect l="l" t="t" r="r" b="b"/>
              <a:pathLst>
                <a:path w="260032" h="94297">
                  <a:moveTo>
                    <a:pt x="0" y="94297"/>
                  </a:moveTo>
                  <a:lnTo>
                    <a:pt x="260032" y="0"/>
                  </a:lnTo>
                </a:path>
              </a:pathLst>
            </a:custGeom>
            <a:noFill/>
            <a:ln w="42862">
              <a:solidFill>
                <a:srgbClr val="B42318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7893368" y="2943225"/>
              <a:ext cx="20002" cy="112395"/>
            </a:xfrm>
            <a:custGeom>
              <a:avLst/>
              <a:gdLst/>
              <a:ahLst/>
              <a:cxnLst/>
              <a:rect l="l" t="t" r="r" b="b"/>
              <a:pathLst>
                <a:path w="20002" h="112395">
                  <a:moveTo>
                    <a:pt x="20002" y="112395"/>
                  </a:moveTo>
                  <a:lnTo>
                    <a:pt x="20002" y="107633"/>
                  </a:lnTo>
                  <a:lnTo>
                    <a:pt x="19050" y="95250"/>
                  </a:lnTo>
                  <a:lnTo>
                    <a:pt x="18097" y="81915"/>
                  </a:lnTo>
                  <a:lnTo>
                    <a:pt x="16192" y="68580"/>
                  </a:lnTo>
                  <a:lnTo>
                    <a:pt x="14288" y="55245"/>
                  </a:lnTo>
                  <a:lnTo>
                    <a:pt x="11430" y="41910"/>
                  </a:lnTo>
                  <a:lnTo>
                    <a:pt x="8572" y="29528"/>
                  </a:lnTo>
                  <a:lnTo>
                    <a:pt x="4762" y="16192"/>
                  </a:lnTo>
                  <a:lnTo>
                    <a:pt x="952" y="3810"/>
                  </a:ln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8937308" y="4676775"/>
              <a:ext cx="2043112" cy="9525"/>
            </a:xfrm>
            <a:custGeom>
              <a:avLst/>
              <a:gdLst/>
              <a:ahLst/>
              <a:cxnLst/>
              <a:rect l="l" t="t" r="r" b="b"/>
              <a:pathLst>
                <a:path w="2043112" h="9525">
                  <a:moveTo>
                    <a:pt x="0" y="0"/>
                  </a:moveTo>
                  <a:lnTo>
                    <a:pt x="204311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10980420" y="46291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6" name="Freeform 46"/>
            <p:cNvSpPr/>
            <p:nvPr/>
          </p:nvSpPr>
          <p:spPr>
            <a:xfrm>
              <a:off x="8842058" y="46291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11047095" y="2639378"/>
              <a:ext cx="76200" cy="7620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971043" y="291465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φ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361991" y="2923223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361991" y="3946208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883961" y="3706178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840790" y="4090511"/>
              <a:ext cx="3977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a sinφ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312866" y="361664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784073" y="2212658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L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158656" y="2570798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142974" y="3460432"/>
              <a:ext cx="1282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912238" y="448341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</p:grpSp>
      <p:grpSp>
        <p:nvGrpSpPr>
          <p:cNvPr id="65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59" name="Rectangle 59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726129" y="6014203"/>
              <a:ext cx="224134" cy="192560"/>
              <a:chOff x="726129" y="6014203"/>
              <a:chExt cx="224134" cy="192560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838200" y="608457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726129" y="601420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838200" y="61623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1040892" y="6023610"/>
              <a:ext cx="98935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从 A 到 B，各点光线的光程差从 0 连续增加到 a sinφ，只看两条边缘光线不能判断明暗，下一页用半波带把缝上的光分组。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第8章 光的衍射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329405" cy="909257"/>
            <a:chOff x="520446" y="342900"/>
            <a:chExt cx="632940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光的衍射 · 夫琅禾费单缝衍射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32940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半波带法：以 λ/2 为单位把缝面切成窄条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4" name="g_zones"/>
          <p:cNvGrpSpPr/>
          <p:nvPr/>
        </p:nvGrpSpPr>
        <p:grpSpPr>
          <a:xfrm>
            <a:off x="1061355" y="2224088"/>
            <a:ext cx="3950848" cy="2976086"/>
            <a:chOff x="1061355" y="2224088"/>
            <a:chExt cx="3950848" cy="2976086"/>
          </a:xfrm>
        </p:grpSpPr>
        <p:sp>
          <p:nvSpPr>
            <p:cNvPr id="7" name="Freeform 7"/>
            <p:cNvSpPr/>
            <p:nvPr/>
          </p:nvSpPr>
          <p:spPr>
            <a:xfrm>
              <a:off x="1343978" y="2224088"/>
              <a:ext cx="9525" cy="522922"/>
            </a:xfrm>
            <a:custGeom>
              <a:avLst/>
              <a:gdLst/>
              <a:ahLst/>
              <a:cxnLst/>
              <a:rect l="l" t="t" r="r" b="b"/>
              <a:pathLst>
                <a:path w="9525" h="522922">
                  <a:moveTo>
                    <a:pt x="0" y="0"/>
                  </a:moveTo>
                  <a:lnTo>
                    <a:pt x="0" y="522922"/>
                  </a:lnTo>
                </a:path>
              </a:pathLst>
            </a:custGeom>
            <a:noFill/>
            <a:ln w="2857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343978" y="4433888"/>
              <a:ext cx="9525" cy="280988"/>
            </a:xfrm>
            <a:custGeom>
              <a:avLst/>
              <a:gdLst/>
              <a:ahLst/>
              <a:cxnLst/>
              <a:rect l="l" t="t" r="r" b="b"/>
              <a:pathLst>
                <a:path w="9525" h="280988">
                  <a:moveTo>
                    <a:pt x="0" y="0"/>
                  </a:moveTo>
                  <a:lnTo>
                    <a:pt x="0" y="280988"/>
                  </a:lnTo>
                </a:path>
              </a:pathLst>
            </a:custGeom>
            <a:noFill/>
            <a:ln w="28575">
              <a:solidFill>
                <a:srgbClr val="1F2937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1295400" y="2802255"/>
              <a:ext cx="9525" cy="766762"/>
            </a:xfrm>
            <a:custGeom>
              <a:avLst/>
              <a:gdLst/>
              <a:ahLst/>
              <a:cxnLst/>
              <a:rect l="l" t="t" r="r" b="b"/>
              <a:pathLst>
                <a:path w="9525" h="766762">
                  <a:moveTo>
                    <a:pt x="0" y="0"/>
                  </a:moveTo>
                  <a:lnTo>
                    <a:pt x="0" y="766762"/>
                  </a:lnTo>
                </a:path>
              </a:pathLst>
            </a:custGeom>
            <a:noFill/>
            <a:ln w="66675">
              <a:solidFill>
                <a:srgbClr val="2F4B9A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295400" y="3611880"/>
              <a:ext cx="9525" cy="766762"/>
            </a:xfrm>
            <a:custGeom>
              <a:avLst/>
              <a:gdLst/>
              <a:ahLst/>
              <a:cxnLst/>
              <a:rect l="l" t="t" r="r" b="b"/>
              <a:pathLst>
                <a:path w="9525" h="766762">
                  <a:moveTo>
                    <a:pt x="0" y="0"/>
                  </a:moveTo>
                  <a:lnTo>
                    <a:pt x="0" y="766762"/>
                  </a:lnTo>
                </a:path>
              </a:pathLst>
            </a:custGeom>
            <a:noFill/>
            <a:ln w="66675">
              <a:solidFill>
                <a:srgbClr val="F26B3A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352550" y="2468880"/>
              <a:ext cx="531495" cy="307658"/>
            </a:xfrm>
            <a:custGeom>
              <a:avLst/>
              <a:gdLst/>
              <a:ahLst/>
              <a:cxnLst/>
              <a:rect l="l" t="t" r="r" b="b"/>
              <a:pathLst>
                <a:path w="531495" h="307658">
                  <a:moveTo>
                    <a:pt x="0" y="307658"/>
                  </a:moveTo>
                  <a:lnTo>
                    <a:pt x="531495" y="0"/>
                  </a:lnTo>
                </a:path>
              </a:pathLst>
            </a:custGeom>
            <a:noFill/>
            <a:ln w="15240">
              <a:solidFill>
                <a:srgbClr val="B42318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860232" y="2421255"/>
              <a:ext cx="106680" cy="88583"/>
            </a:xfrm>
            <a:custGeom>
              <a:avLst/>
              <a:gdLst/>
              <a:ahLst/>
              <a:cxnLst/>
              <a:rect l="l" t="t" r="r" b="b"/>
              <a:pathLst>
                <a:path w="106680" h="88583">
                  <a:moveTo>
                    <a:pt x="106680" y="0"/>
                  </a:moveTo>
                  <a:lnTo>
                    <a:pt x="47625" y="88583"/>
                  </a:lnTo>
                  <a:lnTo>
                    <a:pt x="0" y="6668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352550" y="3076575"/>
              <a:ext cx="882967" cy="509588"/>
            </a:xfrm>
            <a:custGeom>
              <a:avLst/>
              <a:gdLst/>
              <a:ahLst/>
              <a:cxnLst/>
              <a:rect l="l" t="t" r="r" b="b"/>
              <a:pathLst>
                <a:path w="882967" h="509588">
                  <a:moveTo>
                    <a:pt x="0" y="509588"/>
                  </a:moveTo>
                  <a:lnTo>
                    <a:pt x="882967" y="0"/>
                  </a:lnTo>
                </a:path>
              </a:pathLst>
            </a:custGeom>
            <a:noFill/>
            <a:ln w="15240">
              <a:solidFill>
                <a:srgbClr val="B42318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211705" y="3028950"/>
              <a:ext cx="105728" cy="88583"/>
            </a:xfrm>
            <a:custGeom>
              <a:avLst/>
              <a:gdLst/>
              <a:ahLst/>
              <a:cxnLst/>
              <a:rect l="l" t="t" r="r" b="b"/>
              <a:pathLst>
                <a:path w="105728" h="88583">
                  <a:moveTo>
                    <a:pt x="105728" y="0"/>
                  </a:moveTo>
                  <a:lnTo>
                    <a:pt x="46673" y="88583"/>
                  </a:lnTo>
                  <a:lnTo>
                    <a:pt x="0" y="5715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1352550" y="3683318"/>
              <a:ext cx="1233488" cy="712470"/>
            </a:xfrm>
            <a:custGeom>
              <a:avLst/>
              <a:gdLst/>
              <a:ahLst/>
              <a:cxnLst/>
              <a:rect l="l" t="t" r="r" b="b"/>
              <a:pathLst>
                <a:path w="1233488" h="712470">
                  <a:moveTo>
                    <a:pt x="0" y="712470"/>
                  </a:moveTo>
                  <a:lnTo>
                    <a:pt x="1233488" y="0"/>
                  </a:lnTo>
                </a:path>
              </a:pathLst>
            </a:custGeom>
            <a:noFill/>
            <a:ln w="15240">
              <a:solidFill>
                <a:srgbClr val="B42318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562225" y="3635692"/>
              <a:ext cx="105728" cy="88583"/>
            </a:xfrm>
            <a:custGeom>
              <a:avLst/>
              <a:gdLst/>
              <a:ahLst/>
              <a:cxnLst/>
              <a:rect l="l" t="t" r="r" b="b"/>
              <a:pathLst>
                <a:path w="105728" h="88583">
                  <a:moveTo>
                    <a:pt x="105728" y="0"/>
                  </a:moveTo>
                  <a:lnTo>
                    <a:pt x="47625" y="88583"/>
                  </a:lnTo>
                  <a:lnTo>
                    <a:pt x="0" y="6667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1348740" y="2788920"/>
              <a:ext cx="691515" cy="1198245"/>
            </a:xfrm>
            <a:custGeom>
              <a:avLst/>
              <a:gdLst/>
              <a:ahLst/>
              <a:cxnLst/>
              <a:rect l="l" t="t" r="r" b="b"/>
              <a:pathLst>
                <a:path w="691515" h="1198245">
                  <a:moveTo>
                    <a:pt x="0" y="0"/>
                  </a:moveTo>
                  <a:lnTo>
                    <a:pt x="691515" y="1198245"/>
                  </a:lnTo>
                </a:path>
              </a:pathLst>
            </a:custGeom>
            <a:noFill/>
            <a:ln w="13335">
              <a:solidFill>
                <a:srgbClr val="5B6475"/>
              </a:solidFill>
              <a:custDash>
                <a:ds d="428571" sp="285714"/>
              </a:custDash>
            </a:ln>
          </p:spPr>
        </p:sp>
        <p:sp>
          <p:nvSpPr>
            <p:cNvPr id="18" name="Freeform 18"/>
            <p:cNvSpPr/>
            <p:nvPr/>
          </p:nvSpPr>
          <p:spPr>
            <a:xfrm>
              <a:off x="1348740" y="3598545"/>
              <a:ext cx="340995" cy="590550"/>
            </a:xfrm>
            <a:custGeom>
              <a:avLst/>
              <a:gdLst/>
              <a:ahLst/>
              <a:cxnLst/>
              <a:rect l="l" t="t" r="r" b="b"/>
              <a:pathLst>
                <a:path w="340995" h="590550">
                  <a:moveTo>
                    <a:pt x="0" y="0"/>
                  </a:moveTo>
                  <a:lnTo>
                    <a:pt x="340995" y="590550"/>
                  </a:lnTo>
                </a:path>
              </a:pathLst>
            </a:custGeom>
            <a:noFill/>
            <a:ln w="13335">
              <a:solidFill>
                <a:srgbClr val="5B6475"/>
              </a:solidFill>
              <a:custDash>
                <a:ds d="428571" sp="285714"/>
              </a:custDash>
            </a:ln>
          </p:spPr>
        </p:sp>
        <p:sp>
          <p:nvSpPr>
            <p:cNvPr id="19" name="Freeform 19"/>
            <p:cNvSpPr/>
            <p:nvPr/>
          </p:nvSpPr>
          <p:spPr>
            <a:xfrm>
              <a:off x="1352550" y="4202430"/>
              <a:ext cx="333375" cy="193358"/>
            </a:xfrm>
            <a:custGeom>
              <a:avLst/>
              <a:gdLst/>
              <a:ahLst/>
              <a:cxnLst/>
              <a:rect l="l" t="t" r="r" b="b"/>
              <a:pathLst>
                <a:path w="333375" h="193358">
                  <a:moveTo>
                    <a:pt x="0" y="193358"/>
                  </a:moveTo>
                  <a:lnTo>
                    <a:pt x="333375" y="0"/>
                  </a:lnTo>
                </a:path>
              </a:pathLst>
            </a:custGeom>
            <a:noFill/>
            <a:ln w="42862">
              <a:solidFill>
                <a:srgbClr val="2F4B9A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1703070" y="3999548"/>
              <a:ext cx="333375" cy="193358"/>
            </a:xfrm>
            <a:custGeom>
              <a:avLst/>
              <a:gdLst/>
              <a:ahLst/>
              <a:cxnLst/>
              <a:rect l="l" t="t" r="r" b="b"/>
              <a:pathLst>
                <a:path w="333375" h="193358">
                  <a:moveTo>
                    <a:pt x="0" y="193358"/>
                  </a:moveTo>
                  <a:lnTo>
                    <a:pt x="333375" y="0"/>
                  </a:lnTo>
                </a:path>
              </a:pathLst>
            </a:custGeom>
            <a:noFill/>
            <a:ln w="42862">
              <a:solidFill>
                <a:srgbClr val="F26B3A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3610928" y="2224088"/>
              <a:ext cx="9525" cy="522922"/>
            </a:xfrm>
            <a:custGeom>
              <a:avLst/>
              <a:gdLst/>
              <a:ahLst/>
              <a:cxnLst/>
              <a:rect l="l" t="t" r="r" b="b"/>
              <a:pathLst>
                <a:path w="9525" h="522922">
                  <a:moveTo>
                    <a:pt x="0" y="0"/>
                  </a:moveTo>
                  <a:lnTo>
                    <a:pt x="0" y="522922"/>
                  </a:lnTo>
                </a:path>
              </a:pathLst>
            </a:custGeom>
            <a:noFill/>
            <a:ln w="2857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3610928" y="4433888"/>
              <a:ext cx="9525" cy="280988"/>
            </a:xfrm>
            <a:custGeom>
              <a:avLst/>
              <a:gdLst/>
              <a:ahLst/>
              <a:cxnLst/>
              <a:rect l="l" t="t" r="r" b="b"/>
              <a:pathLst>
                <a:path w="9525" h="280988">
                  <a:moveTo>
                    <a:pt x="0" y="0"/>
                  </a:moveTo>
                  <a:lnTo>
                    <a:pt x="0" y="280988"/>
                  </a:lnTo>
                </a:path>
              </a:pathLst>
            </a:custGeom>
            <a:noFill/>
            <a:ln w="28575">
              <a:solidFill>
                <a:srgbClr val="1F2937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3562350" y="2802255"/>
              <a:ext cx="9525" cy="497205"/>
            </a:xfrm>
            <a:custGeom>
              <a:avLst/>
              <a:gdLst/>
              <a:ahLst/>
              <a:cxnLst/>
              <a:rect l="l" t="t" r="r" b="b"/>
              <a:pathLst>
                <a:path w="9525" h="497205">
                  <a:moveTo>
                    <a:pt x="0" y="0"/>
                  </a:moveTo>
                  <a:lnTo>
                    <a:pt x="0" y="497205"/>
                  </a:lnTo>
                </a:path>
              </a:pathLst>
            </a:custGeom>
            <a:noFill/>
            <a:ln w="66675">
              <a:solidFill>
                <a:srgbClr val="2F4B9A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3562350" y="3342322"/>
              <a:ext cx="9525" cy="496253"/>
            </a:xfrm>
            <a:custGeom>
              <a:avLst/>
              <a:gdLst/>
              <a:ahLst/>
              <a:cxnLst/>
              <a:rect l="l" t="t" r="r" b="b"/>
              <a:pathLst>
                <a:path w="9525" h="496253">
                  <a:moveTo>
                    <a:pt x="0" y="0"/>
                  </a:moveTo>
                  <a:lnTo>
                    <a:pt x="0" y="496253"/>
                  </a:lnTo>
                </a:path>
              </a:pathLst>
            </a:custGeom>
            <a:noFill/>
            <a:ln w="66675">
              <a:solidFill>
                <a:srgbClr val="F26B3A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3562350" y="3881438"/>
              <a:ext cx="9525" cy="497205"/>
            </a:xfrm>
            <a:custGeom>
              <a:avLst/>
              <a:gdLst/>
              <a:ahLst/>
              <a:cxnLst/>
              <a:rect l="l" t="t" r="r" b="b"/>
              <a:pathLst>
                <a:path w="9525" h="497205">
                  <a:moveTo>
                    <a:pt x="0" y="0"/>
                  </a:moveTo>
                  <a:lnTo>
                    <a:pt x="0" y="497205"/>
                  </a:lnTo>
                </a:path>
              </a:pathLst>
            </a:custGeom>
            <a:noFill/>
            <a:ln w="66675">
              <a:solidFill>
                <a:srgbClr val="2F4B9A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3616642" y="2312670"/>
              <a:ext cx="406717" cy="461010"/>
            </a:xfrm>
            <a:custGeom>
              <a:avLst/>
              <a:gdLst/>
              <a:ahLst/>
              <a:cxnLst/>
              <a:rect l="l" t="t" r="r" b="b"/>
              <a:pathLst>
                <a:path w="406717" h="461010">
                  <a:moveTo>
                    <a:pt x="0" y="461010"/>
                  </a:moveTo>
                  <a:lnTo>
                    <a:pt x="406717" y="0"/>
                  </a:lnTo>
                </a:path>
              </a:pathLst>
            </a:custGeom>
            <a:noFill/>
            <a:ln w="15240">
              <a:solidFill>
                <a:srgbClr val="B42318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3988118" y="2241232"/>
              <a:ext cx="98108" cy="102870"/>
            </a:xfrm>
            <a:custGeom>
              <a:avLst/>
              <a:gdLst/>
              <a:ahLst/>
              <a:cxnLst/>
              <a:rect l="l" t="t" r="r" b="b"/>
              <a:pathLst>
                <a:path w="98108" h="102870">
                  <a:moveTo>
                    <a:pt x="98108" y="0"/>
                  </a:moveTo>
                  <a:lnTo>
                    <a:pt x="71438" y="102870"/>
                  </a:lnTo>
                  <a:lnTo>
                    <a:pt x="0" y="40005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3616642" y="2548890"/>
              <a:ext cx="674370" cy="764857"/>
            </a:xfrm>
            <a:custGeom>
              <a:avLst/>
              <a:gdLst/>
              <a:ahLst/>
              <a:cxnLst/>
              <a:rect l="l" t="t" r="r" b="b"/>
              <a:pathLst>
                <a:path w="674370" h="764857">
                  <a:moveTo>
                    <a:pt x="0" y="764857"/>
                  </a:moveTo>
                  <a:lnTo>
                    <a:pt x="674370" y="0"/>
                  </a:lnTo>
                </a:path>
              </a:pathLst>
            </a:custGeom>
            <a:noFill/>
            <a:ln w="15240">
              <a:solidFill>
                <a:srgbClr val="B42318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4255770" y="2477452"/>
              <a:ext cx="98108" cy="102870"/>
            </a:xfrm>
            <a:custGeom>
              <a:avLst/>
              <a:gdLst/>
              <a:ahLst/>
              <a:cxnLst/>
              <a:rect l="l" t="t" r="r" b="b"/>
              <a:pathLst>
                <a:path w="98108" h="102870">
                  <a:moveTo>
                    <a:pt x="98108" y="0"/>
                  </a:moveTo>
                  <a:lnTo>
                    <a:pt x="71438" y="102870"/>
                  </a:lnTo>
                  <a:lnTo>
                    <a:pt x="0" y="40005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3616642" y="2785110"/>
              <a:ext cx="942023" cy="1067753"/>
            </a:xfrm>
            <a:custGeom>
              <a:avLst/>
              <a:gdLst/>
              <a:ahLst/>
              <a:cxnLst/>
              <a:rect l="l" t="t" r="r" b="b"/>
              <a:pathLst>
                <a:path w="942023" h="1067753">
                  <a:moveTo>
                    <a:pt x="0" y="1067753"/>
                  </a:moveTo>
                  <a:lnTo>
                    <a:pt x="942023" y="0"/>
                  </a:lnTo>
                </a:path>
              </a:pathLst>
            </a:custGeom>
            <a:noFill/>
            <a:ln w="15240">
              <a:solidFill>
                <a:srgbClr val="B42318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4523422" y="2713672"/>
              <a:ext cx="99060" cy="102870"/>
            </a:xfrm>
            <a:custGeom>
              <a:avLst/>
              <a:gdLst/>
              <a:ahLst/>
              <a:cxnLst/>
              <a:rect l="l" t="t" r="r" b="b"/>
              <a:pathLst>
                <a:path w="99060" h="102870">
                  <a:moveTo>
                    <a:pt x="99060" y="0"/>
                  </a:moveTo>
                  <a:lnTo>
                    <a:pt x="71438" y="102870"/>
                  </a:lnTo>
                  <a:lnTo>
                    <a:pt x="0" y="40005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3616642" y="3021330"/>
              <a:ext cx="1210628" cy="1371600"/>
            </a:xfrm>
            <a:custGeom>
              <a:avLst/>
              <a:gdLst/>
              <a:ahLst/>
              <a:cxnLst/>
              <a:rect l="l" t="t" r="r" b="b"/>
              <a:pathLst>
                <a:path w="1210628" h="1371600">
                  <a:moveTo>
                    <a:pt x="0" y="1371600"/>
                  </a:moveTo>
                  <a:lnTo>
                    <a:pt x="1210628" y="0"/>
                  </a:lnTo>
                </a:path>
              </a:pathLst>
            </a:custGeom>
            <a:noFill/>
            <a:ln w="15240">
              <a:solidFill>
                <a:srgbClr val="B42318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4791075" y="2949892"/>
              <a:ext cx="99060" cy="102870"/>
            </a:xfrm>
            <a:custGeom>
              <a:avLst/>
              <a:gdLst/>
              <a:ahLst/>
              <a:cxnLst/>
              <a:rect l="l" t="t" r="r" b="b"/>
              <a:pathLst>
                <a:path w="99060" h="102870">
                  <a:moveTo>
                    <a:pt x="99060" y="0"/>
                  </a:moveTo>
                  <a:lnTo>
                    <a:pt x="71438" y="102870"/>
                  </a:lnTo>
                  <a:lnTo>
                    <a:pt x="0" y="40005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3617595" y="2787015"/>
              <a:ext cx="789622" cy="696277"/>
            </a:xfrm>
            <a:custGeom>
              <a:avLst/>
              <a:gdLst/>
              <a:ahLst/>
              <a:cxnLst/>
              <a:rect l="l" t="t" r="r" b="b"/>
              <a:pathLst>
                <a:path w="789622" h="696277">
                  <a:moveTo>
                    <a:pt x="0" y="0"/>
                  </a:moveTo>
                  <a:lnTo>
                    <a:pt x="789622" y="696277"/>
                  </a:lnTo>
                </a:path>
              </a:pathLst>
            </a:custGeom>
            <a:noFill/>
            <a:ln w="13335">
              <a:solidFill>
                <a:srgbClr val="5B6475"/>
              </a:solidFill>
              <a:custDash>
                <a:ds d="428571" sp="285714"/>
              </a:custDash>
            </a:ln>
          </p:spPr>
        </p:sp>
        <p:sp>
          <p:nvSpPr>
            <p:cNvPr id="35" name="Freeform 35"/>
            <p:cNvSpPr/>
            <p:nvPr/>
          </p:nvSpPr>
          <p:spPr>
            <a:xfrm>
              <a:off x="3617595" y="3327082"/>
              <a:ext cx="521970" cy="460058"/>
            </a:xfrm>
            <a:custGeom>
              <a:avLst/>
              <a:gdLst/>
              <a:ahLst/>
              <a:cxnLst/>
              <a:rect l="l" t="t" r="r" b="b"/>
              <a:pathLst>
                <a:path w="521970" h="460058">
                  <a:moveTo>
                    <a:pt x="0" y="0"/>
                  </a:moveTo>
                  <a:lnTo>
                    <a:pt x="521970" y="460058"/>
                  </a:lnTo>
                </a:path>
              </a:pathLst>
            </a:custGeom>
            <a:noFill/>
            <a:ln w="13335">
              <a:solidFill>
                <a:srgbClr val="5B6475"/>
              </a:solidFill>
              <a:custDash>
                <a:ds d="428571" sp="285714"/>
              </a:custDash>
            </a:ln>
          </p:spPr>
        </p:sp>
        <p:sp>
          <p:nvSpPr>
            <p:cNvPr id="36" name="Freeform 36"/>
            <p:cNvSpPr/>
            <p:nvPr/>
          </p:nvSpPr>
          <p:spPr>
            <a:xfrm>
              <a:off x="3617595" y="3867150"/>
              <a:ext cx="253365" cy="222885"/>
            </a:xfrm>
            <a:custGeom>
              <a:avLst/>
              <a:gdLst/>
              <a:ahLst/>
              <a:cxnLst/>
              <a:rect l="l" t="t" r="r" b="b"/>
              <a:pathLst>
                <a:path w="253365" h="222885">
                  <a:moveTo>
                    <a:pt x="0" y="0"/>
                  </a:moveTo>
                  <a:lnTo>
                    <a:pt x="253365" y="222885"/>
                  </a:lnTo>
                </a:path>
              </a:pathLst>
            </a:custGeom>
            <a:noFill/>
            <a:ln w="13335">
              <a:solidFill>
                <a:srgbClr val="5B6475"/>
              </a:solidFill>
              <a:custDash>
                <a:ds d="428571" sp="285714"/>
              </a:custDash>
            </a:ln>
          </p:spPr>
        </p:sp>
        <p:sp>
          <p:nvSpPr>
            <p:cNvPr id="37" name="Freeform 37"/>
            <p:cNvSpPr/>
            <p:nvPr/>
          </p:nvSpPr>
          <p:spPr>
            <a:xfrm>
              <a:off x="3616642" y="4103370"/>
              <a:ext cx="255270" cy="289560"/>
            </a:xfrm>
            <a:custGeom>
              <a:avLst/>
              <a:gdLst/>
              <a:ahLst/>
              <a:cxnLst/>
              <a:rect l="l" t="t" r="r" b="b"/>
              <a:pathLst>
                <a:path w="255270" h="289560">
                  <a:moveTo>
                    <a:pt x="0" y="289560"/>
                  </a:moveTo>
                  <a:lnTo>
                    <a:pt x="255270" y="0"/>
                  </a:lnTo>
                </a:path>
              </a:pathLst>
            </a:custGeom>
            <a:noFill/>
            <a:ln w="42862">
              <a:solidFill>
                <a:srgbClr val="2F4B9A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3885248" y="3800475"/>
              <a:ext cx="254318" cy="288608"/>
            </a:xfrm>
            <a:custGeom>
              <a:avLst/>
              <a:gdLst/>
              <a:ahLst/>
              <a:cxnLst/>
              <a:rect l="l" t="t" r="r" b="b"/>
              <a:pathLst>
                <a:path w="254318" h="288608">
                  <a:moveTo>
                    <a:pt x="0" y="288608"/>
                  </a:moveTo>
                  <a:lnTo>
                    <a:pt x="254318" y="0"/>
                  </a:lnTo>
                </a:path>
              </a:pathLst>
            </a:custGeom>
            <a:noFill/>
            <a:ln w="42862">
              <a:solidFill>
                <a:srgbClr val="F26B3A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4152900" y="3496628"/>
              <a:ext cx="255270" cy="289560"/>
            </a:xfrm>
            <a:custGeom>
              <a:avLst/>
              <a:gdLst/>
              <a:ahLst/>
              <a:cxnLst/>
              <a:rect l="l" t="t" r="r" b="b"/>
              <a:pathLst>
                <a:path w="255270" h="289560">
                  <a:moveTo>
                    <a:pt x="0" y="289560"/>
                  </a:moveTo>
                  <a:lnTo>
                    <a:pt x="255270" y="0"/>
                  </a:lnTo>
                </a:path>
              </a:pathLst>
            </a:custGeom>
            <a:noFill/>
            <a:ln w="42862">
              <a:solidFill>
                <a:srgbClr val="2F4B9A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136849" y="266366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36849" y="4395311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61355" y="3533299"/>
              <a:ext cx="14424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A₁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113162" y="389429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502104" y="4827746"/>
              <a:ext cx="65529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sinφ = 1·λ/a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344833" y="5038249"/>
              <a:ext cx="145561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2 个半波带，两两抵消 → 暗纹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403799" y="266366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403799" y="4395311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328305" y="3262789"/>
              <a:ext cx="14424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A₁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328305" y="3802856"/>
              <a:ext cx="14424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A₂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482982" y="338756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708340" y="4827746"/>
              <a:ext cx="7767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sinφ = 1.5·λ/a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666978" y="5038249"/>
              <a:ext cx="134522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14A38B"/>
                  </a:solidFill>
                  <a:latin typeface="+mn-lt"/>
                  <a:ea typeface="+mn-ea"/>
                  <a:cs typeface="+mn-cs"/>
                </a:rPr>
                <a:t>3 个半波带，剩一个 → 明纹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2148840" y="4180046"/>
              <a:ext cx="45632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每段 λ/2</a:t>
              </a:r>
            </a:p>
          </p:txBody>
        </p:sp>
      </p:grpSp>
      <p:grpSp>
        <p:nvGrpSpPr>
          <p:cNvPr id="61" name="c2-card-1"/>
          <p:cNvGrpSpPr/>
          <p:nvPr/>
        </p:nvGrpSpPr>
        <p:grpSpPr>
          <a:xfrm>
            <a:off x="6248400" y="1524000"/>
            <a:ext cx="5410200" cy="1713548"/>
            <a:chOff x="6248400" y="1524000"/>
            <a:chExt cx="5410200" cy="1713548"/>
          </a:xfrm>
        </p:grpSpPr>
        <p:sp>
          <p:nvSpPr>
            <p:cNvPr id="55" name="Rectangle 55"/>
            <p:cNvSpPr/>
            <p:nvPr/>
          </p:nvSpPr>
          <p:spPr>
            <a:xfrm>
              <a:off x="6248400" y="1524000"/>
              <a:ext cx="5410200" cy="1713548"/>
            </a:xfrm>
            <a:prstGeom prst="roundRect">
              <a:avLst>
                <a:gd name="adj" fmla="val 778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6257925" y="1657350"/>
              <a:ext cx="47625" cy="1446848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467475" y="1704975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556096" y="1737836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半波带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460998" y="2045494"/>
              <a:ext cx="478409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作一组平行于 AC、彼此相距 λ/2 的平面，把 BC 分成若干段，同时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把缝面 AB 分成 n 个等宽的窄条，每个窄条叫一个半波带。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0" name="formula33"/>
                <p:cNvSpPr txBox="1">
                  <a:spLocks noGrp="1"/>
                </p:cNvSpPr>
                <p:nvPr/>
              </p:nvSpPr>
              <p:spPr>
                <a:xfrm>
                  <a:off x="6467475" y="2551748"/>
                  <a:ext cx="5010150" cy="4886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  <m:func>
                              <m:funcPr/>
                              <m:fName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φ</m:t>
                                </m:r>
                              </m:e>
                            </m:func>
                          </m:num>
                          <m:den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λ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/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66" name="c2-card-2"/>
          <p:cNvGrpSpPr/>
          <p:nvPr/>
        </p:nvGrpSpPr>
        <p:grpSpPr>
          <a:xfrm>
            <a:off x="6248400" y="3402330"/>
            <a:ext cx="5410200" cy="1386840"/>
            <a:chOff x="6248400" y="3402330"/>
            <a:chExt cx="5410200" cy="1386840"/>
          </a:xfrm>
        </p:grpSpPr>
        <p:sp>
          <p:nvSpPr>
            <p:cNvPr id="62" name="Rectangle 62"/>
            <p:cNvSpPr/>
            <p:nvPr/>
          </p:nvSpPr>
          <p:spPr>
            <a:xfrm>
              <a:off x="6248400" y="3402330"/>
              <a:ext cx="5410200" cy="1386840"/>
            </a:xfrm>
            <a:prstGeom prst="roundRect">
              <a:avLst>
                <a:gd name="adj" fmla="val 9615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6429375" y="3583305"/>
              <a:ext cx="1728788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479530" y="3616166"/>
              <a:ext cx="16294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相邻两个半波带在 P 点相消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422898" y="3923824"/>
              <a:ext cx="4840986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相邻两个半波带上位置相当的点（如 A 与 A₁），发出的光到 P 点的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光程差都是 λ/2，相位差 π。两带面积相等，子波在 P 点两两抵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消。</a:t>
              </a:r>
            </a:p>
          </p:txBody>
        </p:sp>
      </p:grpSp>
      <p:grpSp>
        <p:nvGrpSpPr>
          <p:cNvPr id="72" name="c2-callout-3"/>
          <p:cNvGrpSpPr/>
          <p:nvPr/>
        </p:nvGrpSpPr>
        <p:grpSpPr>
          <a:xfrm>
            <a:off x="6248400" y="4953952"/>
            <a:ext cx="5410200" cy="702945"/>
            <a:chOff x="6248400" y="4953952"/>
            <a:chExt cx="5410200" cy="702945"/>
          </a:xfrm>
        </p:grpSpPr>
        <p:sp>
          <p:nvSpPr>
            <p:cNvPr id="67" name="Rectangle 67"/>
            <p:cNvSpPr/>
            <p:nvPr/>
          </p:nvSpPr>
          <p:spPr>
            <a:xfrm>
              <a:off x="6248400" y="4953952"/>
              <a:ext cx="5410200" cy="702945"/>
            </a:xfrm>
            <a:prstGeom prst="roundRect">
              <a:avLst>
                <a:gd name="adj" fmla="val 16260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6453188" y="5205413"/>
              <a:ext cx="200026" cy="200026"/>
              <a:chOff x="6453188" y="5205413"/>
              <a:chExt cx="200026" cy="200026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6453188" y="520541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6519863" y="528320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6756273" y="5099209"/>
              <a:ext cx="446709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偶数个半波带两两抵消，P 点为暗；奇数个抵消后剩下一个，P</a:t>
              </a:r>
              <a:br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点为明。</a:t>
              </a:r>
            </a:p>
          </p:txBody>
        </p:sp>
      </p:grpSp>
      <p:grpSp>
        <p:nvGrpSpPr>
          <p:cNvPr id="79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73" name="Rectangle 73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7" name="Group 77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838200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827088" y="6128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8" name="TextBox 78"/>
            <p:cNvSpPr txBox="1"/>
            <p:nvPr/>
          </p:nvSpPr>
          <p:spPr>
            <a:xfrm>
              <a:off x="1041273" y="6039326"/>
              <a:ext cx="74138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左图两种情形缝宽和波长相同，只是衍射角不同：φ 越大，a sinφ 越长，缝面分出的半波带越多。</a:t>
              </a:r>
            </a:p>
          </p:txBody>
        </p:sp>
      </p:grpSp>
      <p:grpSp>
        <p:nvGrpSpPr>
          <p:cNvPr id="8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0" name="TextBox 80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第8章 光的衍射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光的衍射 · 夫琅禾费单缝衍射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明暗条件：偶数个半波带为暗，奇数个为明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410200" cy="2199322"/>
            <a:chOff x="533400" y="1524000"/>
            <a:chExt cx="5410200" cy="219932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199322"/>
            </a:xfrm>
            <a:prstGeom prst="roundRect">
              <a:avLst>
                <a:gd name="adj" fmla="val 6063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31520" y="1722120"/>
              <a:ext cx="2579370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59791" y="1756410"/>
              <a:ext cx="25228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单缝衍射的明暗条件（k = 1, 2, 3, …）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formula43"/>
                <p:cNvSpPr txBox="1">
                  <a:spLocks noGrp="1"/>
                </p:cNvSpPr>
                <p:nvPr/>
              </p:nvSpPr>
              <p:spPr>
                <a:xfrm>
                  <a:off x="731520" y="2059305"/>
                  <a:ext cx="5013960" cy="342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</m:t>
                        </m:r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sin</m:t>
                            </m:r>
                          </m:fName>
                          <m:e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φ</m:t>
                            </m:r>
                          </m:e>
                        </m:func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  <m: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r>
                          <m:rPr>
                            <m:nor m:val="on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中央明纹中心</m:t>
                        </m:r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formula44"/>
                <p:cNvSpPr txBox="1">
                  <a:spLocks noGrp="1"/>
                </p:cNvSpPr>
                <p:nvPr/>
              </p:nvSpPr>
              <p:spPr>
                <a:xfrm>
                  <a:off x="731520" y="2491740"/>
                  <a:ext cx="5013960" cy="4629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</m:t>
                        </m:r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sin</m:t>
                            </m:r>
                          </m:fName>
                          <m:e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φ</m:t>
                            </m:r>
                          </m:e>
                        </m:func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=±</m:t>
                        </m:r>
                        <m: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2k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λ</m:t>
                            </m:r>
                          </m:num>
                          <m:den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=±</m:t>
                        </m:r>
                        <m: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kλ</m:t>
                        </m:r>
                        <m: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r>
                          <m:rPr>
                            <m:nor m:val="on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暗纹</m:t>
                        </m:r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45"/>
                <p:cNvSpPr txBox="1">
                  <a:spLocks noGrp="1"/>
                </p:cNvSpPr>
                <p:nvPr/>
              </p:nvSpPr>
              <p:spPr>
                <a:xfrm>
                  <a:off x="731520" y="3044190"/>
                  <a:ext cx="5013960" cy="4629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</m:t>
                        </m:r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sin</m:t>
                            </m:r>
                          </m:fName>
                          <m:e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φ</m:t>
                            </m:r>
                          </m:e>
                        </m:func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=±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2k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</m:d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λ</m:t>
                            </m:r>
                          </m:num>
                          <m:den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den>
                        </m:f>
                        <m: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r>
                          <m:rPr>
                            <m:nor m:val="on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明纹</m:t>
                        </m:r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19" name="c1-card-2"/>
          <p:cNvGrpSpPr/>
          <p:nvPr/>
        </p:nvGrpSpPr>
        <p:grpSpPr>
          <a:xfrm>
            <a:off x="533400" y="3903345"/>
            <a:ext cx="5410200" cy="1527810"/>
            <a:chOff x="533400" y="3903345"/>
            <a:chExt cx="5410200" cy="1527810"/>
          </a:xfrm>
        </p:grpSpPr>
        <p:sp>
          <p:nvSpPr>
            <p:cNvPr id="14" name="Rectangle 14"/>
            <p:cNvSpPr/>
            <p:nvPr/>
          </p:nvSpPr>
          <p:spPr>
            <a:xfrm>
              <a:off x="533400" y="3903345"/>
              <a:ext cx="5410200" cy="1527810"/>
            </a:xfrm>
            <a:prstGeom prst="roundRect">
              <a:avLst>
                <a:gd name="adj" fmla="val 872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4036695"/>
              <a:ext cx="47625" cy="126111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69620" y="4101465"/>
              <a:ext cx="889635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48658" y="4135755"/>
              <a:ext cx="7315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k 从 1 开始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381" y="4461986"/>
              <a:ext cx="4775454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暗纹公式取 k = 0 得 φ = 0，那是中央明纹的中心；明纹公式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 k = 0 得 a sinφ = λ/2，落在中央明纹内部。所以两式都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 k = 1 起，中央明纹单独写。</a:t>
              </a:r>
            </a:p>
          </p:txBody>
        </p:sp>
      </p:grpSp>
      <p:grpSp>
        <p:nvGrpSpPr>
          <p:cNvPr id="57" name="c2-table-1"/>
          <p:cNvGrpSpPr/>
          <p:nvPr/>
        </p:nvGrpSpPr>
        <p:grpSpPr>
          <a:xfrm>
            <a:off x="6248400" y="1524000"/>
            <a:ext cx="5410200" cy="2971800"/>
            <a:chOff x="6248400" y="1524000"/>
            <a:chExt cx="5410200" cy="2971800"/>
          </a:xfrm>
        </p:grpSpPr>
        <p:sp>
          <p:nvSpPr>
            <p:cNvPr id="20" name="Rectangle 20"/>
            <p:cNvSpPr/>
            <p:nvPr/>
          </p:nvSpPr>
          <p:spPr>
            <a:xfrm>
              <a:off x="6248400" y="1524000"/>
              <a:ext cx="5410200" cy="42481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816364" y="1652588"/>
              <a:ext cx="4871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 sinφ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353806" y="165258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半波带数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413522" y="1652588"/>
              <a:ext cx="3260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 点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350889" y="207645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973949" y="207645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597009" y="207645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中央明纹中心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248400" y="236791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248400" y="2372678"/>
              <a:ext cx="541020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50889" y="250126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973949" y="250126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9504045" y="2382202"/>
              <a:ext cx="2145030" cy="405765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597009" y="250126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第一级暗纹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248400" y="279273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50889" y="2926080"/>
              <a:ext cx="3853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3λ/2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973949" y="292608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9504045" y="2807018"/>
              <a:ext cx="2145030" cy="40576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597009" y="292608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第一级明纹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248400" y="32165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248400" y="3221355"/>
              <a:ext cx="541020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350889" y="334994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2λ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973949" y="334994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9504045" y="3230880"/>
              <a:ext cx="2145030" cy="405765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597009" y="334994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第二级暗纹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248400" y="364140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350889" y="3774757"/>
              <a:ext cx="3853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5λ/2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973949" y="3774757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9504045" y="3655695"/>
              <a:ext cx="2145030" cy="40576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597009" y="3774757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第二级明纹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248400" y="406622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248400" y="4070985"/>
              <a:ext cx="541020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350889" y="419862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其他值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973949" y="419862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非整数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597009" y="419862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介于明暗之间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248400" y="1524000"/>
              <a:ext cx="5410200" cy="297084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7866698" y="1524000"/>
              <a:ext cx="9525" cy="29708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9489758" y="1524000"/>
              <a:ext cx="9525" cy="29708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4" name="c2-callout-2"/>
          <p:cNvGrpSpPr/>
          <p:nvPr/>
        </p:nvGrpSpPr>
        <p:grpSpPr>
          <a:xfrm>
            <a:off x="6248400" y="4674870"/>
            <a:ext cx="5410200" cy="756285"/>
            <a:chOff x="6248400" y="4674870"/>
            <a:chExt cx="5410200" cy="756285"/>
          </a:xfrm>
        </p:grpSpPr>
        <p:sp>
          <p:nvSpPr>
            <p:cNvPr id="58" name="Rectangle 58"/>
            <p:cNvSpPr/>
            <p:nvPr/>
          </p:nvSpPr>
          <p:spPr>
            <a:xfrm>
              <a:off x="6248400" y="4674870"/>
              <a:ext cx="5410200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6453188" y="4953000"/>
              <a:ext cx="200026" cy="200025"/>
              <a:chOff x="6453188" y="4953000"/>
              <a:chExt cx="200026" cy="200025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6453188" y="495300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6492926" y="499745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6527642" y="510857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6755511" y="4822984"/>
              <a:ext cx="4459859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做题第一步：算出 a sinφ 除以 λ/2 的值。整数且为偶数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是暗纹，整数且为奇数是明纹。</a:t>
              </a:r>
            </a:p>
          </p:txBody>
        </p:sp>
      </p:grpSp>
      <p:grpSp>
        <p:nvGrpSpPr>
          <p:cNvPr id="71" name="takeaway"/>
          <p:cNvGrpSpPr/>
          <p:nvPr/>
        </p:nvGrpSpPr>
        <p:grpSpPr>
          <a:xfrm>
            <a:off x="533400" y="5606415"/>
            <a:ext cx="11125200" cy="756285"/>
            <a:chOff x="533400" y="5606415"/>
            <a:chExt cx="11125200" cy="756285"/>
          </a:xfrm>
        </p:grpSpPr>
        <p:sp>
          <p:nvSpPr>
            <p:cNvPr id="65" name="Rectangle 65"/>
            <p:cNvSpPr/>
            <p:nvPr/>
          </p:nvSpPr>
          <p:spPr>
            <a:xfrm>
              <a:off x="533400" y="5606415"/>
              <a:ext cx="11125200" cy="756285"/>
            </a:xfrm>
            <a:prstGeom prst="roundRect">
              <a:avLst>
                <a:gd name="adj" fmla="val 151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738188" y="5884545"/>
              <a:ext cx="200026" cy="200026"/>
              <a:chOff x="738188" y="5884545"/>
              <a:chExt cx="200026" cy="200026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738188" y="588454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838200" y="595122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27088" y="598455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1040511" y="5753576"/>
              <a:ext cx="9987280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与双缝对照：单缝 a sinφ = kλ 是暗纹，双缝 d sinφ = kλ 是明纹。单缝说的是同一条缝两边缘光线的光程差，双缝说的是两条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缝之间的光程差。</a:t>
              </a:r>
            </a:p>
          </p:txBody>
        </p:sp>
      </p:grpSp>
      <p:grpSp>
        <p:nvGrpSpPr>
          <p:cNvPr id="7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2" name="TextBox 72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第8章 光的衍射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光的衍射 · 夫琅禾费单缝衍射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中央明纹最亮最宽，其他明纹随级次升高迅速变暗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977765" cy="1567815"/>
            <a:chOff x="533400" y="1524000"/>
            <a:chExt cx="4977765" cy="15678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567815"/>
            </a:xfrm>
            <a:prstGeom prst="roundRect">
              <a:avLst>
                <a:gd name="adj" fmla="val 850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0111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1081088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5843" y="1737836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中央明纹的范围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formula52"/>
                <p:cNvSpPr txBox="1">
                  <a:spLocks noGrp="1"/>
                </p:cNvSpPr>
                <p:nvPr/>
              </p:nvSpPr>
              <p:spPr>
                <a:xfrm>
                  <a:off x="752475" y="2024062"/>
                  <a:ext cx="4577715" cy="342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&lt;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</m:t>
                        </m:r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sin</m:t>
                            </m:r>
                          </m:fName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φ</m:t>
                            </m:r>
                          </m:e>
                        </m:func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&lt;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λ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2" name="TextBox 12"/>
            <p:cNvSpPr txBox="1"/>
            <p:nvPr/>
          </p:nvSpPr>
          <p:spPr>
            <a:xfrm>
              <a:off x="745998" y="2469356"/>
              <a:ext cx="421513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半角宽 φ₀ ≈ sinφ₀ = λ/a，就是第一级暗纹的衍射角；角宽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 2λ/a。</a:t>
              </a:r>
            </a:p>
          </p:txBody>
        </p:sp>
      </p:grpSp>
      <p:grpSp>
        <p:nvGrpSpPr>
          <p:cNvPr id="15" name="c1-text-2"/>
          <p:cNvGrpSpPr/>
          <p:nvPr/>
        </p:nvGrpSpPr>
        <p:grpSpPr>
          <a:xfrm>
            <a:off x="528066" y="3273743"/>
            <a:ext cx="4777930" cy="412052"/>
            <a:chOff x="528066" y="3273743"/>
            <a:chExt cx="4777930" cy="412052"/>
          </a:xfrm>
        </p:grpSpPr>
        <p:sp>
          <p:nvSpPr>
            <p:cNvPr id="14" name="TextBox 14"/>
            <p:cNvSpPr txBox="1"/>
            <p:nvPr/>
          </p:nvSpPr>
          <p:spPr>
            <a:xfrm>
              <a:off x="528066" y="3273743"/>
              <a:ext cx="4777930" cy="412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28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右图曲线按单缝光强公式 I = I₀(sinα/α)²、α = πa sinφ/λ 逐点计算（公式为补充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内容），下方色带是屏上看到的条纹。</a:t>
              </a:r>
            </a:p>
          </p:txBody>
        </p:sp>
      </p:grpSp>
      <p:grpSp>
        <p:nvGrpSpPr>
          <p:cNvPr id="21" name="c1-card-3"/>
          <p:cNvGrpSpPr/>
          <p:nvPr/>
        </p:nvGrpSpPr>
        <p:grpSpPr>
          <a:xfrm>
            <a:off x="533400" y="3810000"/>
            <a:ext cx="4977765" cy="1833562"/>
            <a:chOff x="533400" y="3810000"/>
            <a:chExt cx="4977765" cy="1833562"/>
          </a:xfrm>
        </p:grpSpPr>
        <p:sp>
          <p:nvSpPr>
            <p:cNvPr id="16" name="Rectangle 16"/>
            <p:cNvSpPr/>
            <p:nvPr/>
          </p:nvSpPr>
          <p:spPr>
            <a:xfrm>
              <a:off x="533400" y="3810000"/>
              <a:ext cx="4977765" cy="1833562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3943350"/>
              <a:ext cx="47625" cy="156686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52475" y="3990975"/>
              <a:ext cx="120491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22744" y="4023836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为什么越往外越暗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45998" y="4330541"/>
              <a:ext cx="44020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衍射角越大，缝面分出的半波带越多，每个半波带面积越小。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抵消后剩下的那一个半波带越窄，明纹就越暗。</a:t>
              </a:r>
            </a:p>
          </p:txBody>
        </p:sp>
      </p:grpSp>
      <p:grpSp>
        <p:nvGrpSpPr>
          <p:cNvPr id="193" name="g_sinc"/>
          <p:cNvGrpSpPr/>
          <p:nvPr/>
        </p:nvGrpSpPr>
        <p:grpSpPr>
          <a:xfrm>
            <a:off x="6441758" y="1605915"/>
            <a:ext cx="4692967" cy="2256473"/>
            <a:chOff x="6441758" y="1605915"/>
            <a:chExt cx="4692967" cy="2256473"/>
          </a:xfrm>
        </p:grpSpPr>
        <p:sp>
          <p:nvSpPr>
            <p:cNvPr id="22" name="Freeform 22"/>
            <p:cNvSpPr/>
            <p:nvPr/>
          </p:nvSpPr>
          <p:spPr>
            <a:xfrm>
              <a:off x="6441758" y="3143250"/>
              <a:ext cx="4597718" cy="9525"/>
            </a:xfrm>
            <a:custGeom>
              <a:avLst/>
              <a:gdLst/>
              <a:ahLst/>
              <a:cxnLst/>
              <a:rect l="l" t="t" r="r" b="b"/>
              <a:pathLst>
                <a:path w="4597718" h="9525">
                  <a:moveTo>
                    <a:pt x="0" y="0"/>
                  </a:moveTo>
                  <a:lnTo>
                    <a:pt x="4597718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11039475" y="30956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8763000" y="1774508"/>
              <a:ext cx="9525" cy="1407795"/>
            </a:xfrm>
            <a:custGeom>
              <a:avLst/>
              <a:gdLst/>
              <a:ahLst/>
              <a:cxnLst/>
              <a:rect l="l" t="t" r="r" b="b"/>
              <a:pathLst>
                <a:path w="9525" h="1407795">
                  <a:moveTo>
                    <a:pt x="0" y="140779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8715375" y="167925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6506528" y="1847850"/>
              <a:ext cx="4514850" cy="1295400"/>
            </a:xfrm>
            <a:custGeom>
              <a:avLst/>
              <a:gdLst/>
              <a:ahLst/>
              <a:cxnLst/>
              <a:rect l="l" t="t" r="r" b="b"/>
              <a:pathLst>
                <a:path w="4514850" h="1295400">
                  <a:moveTo>
                    <a:pt x="0" y="1288732"/>
                  </a:moveTo>
                  <a:lnTo>
                    <a:pt x="2857" y="1288732"/>
                  </a:lnTo>
                  <a:lnTo>
                    <a:pt x="15240" y="1287780"/>
                  </a:lnTo>
                  <a:lnTo>
                    <a:pt x="27622" y="1286828"/>
                  </a:lnTo>
                  <a:lnTo>
                    <a:pt x="39053" y="1286828"/>
                  </a:lnTo>
                  <a:lnTo>
                    <a:pt x="51435" y="1285875"/>
                  </a:lnTo>
                  <a:lnTo>
                    <a:pt x="63817" y="1285875"/>
                  </a:lnTo>
                  <a:lnTo>
                    <a:pt x="75247" y="1285875"/>
                  </a:lnTo>
                  <a:lnTo>
                    <a:pt x="87630" y="1284922"/>
                  </a:lnTo>
                  <a:lnTo>
                    <a:pt x="100012" y="1284922"/>
                  </a:lnTo>
                  <a:lnTo>
                    <a:pt x="112395" y="1284922"/>
                  </a:lnTo>
                  <a:lnTo>
                    <a:pt x="124778" y="1284922"/>
                  </a:lnTo>
                  <a:lnTo>
                    <a:pt x="137160" y="1284922"/>
                  </a:lnTo>
                  <a:lnTo>
                    <a:pt x="149542" y="1284922"/>
                  </a:lnTo>
                  <a:lnTo>
                    <a:pt x="161925" y="1284922"/>
                  </a:lnTo>
                  <a:lnTo>
                    <a:pt x="173355" y="1284922"/>
                  </a:lnTo>
                  <a:lnTo>
                    <a:pt x="185738" y="1285875"/>
                  </a:lnTo>
                  <a:lnTo>
                    <a:pt x="198120" y="1285875"/>
                  </a:lnTo>
                  <a:lnTo>
                    <a:pt x="210503" y="1285875"/>
                  </a:lnTo>
                  <a:lnTo>
                    <a:pt x="222885" y="1286828"/>
                  </a:lnTo>
                  <a:lnTo>
                    <a:pt x="235267" y="1287780"/>
                  </a:lnTo>
                  <a:lnTo>
                    <a:pt x="247650" y="1287780"/>
                  </a:lnTo>
                  <a:lnTo>
                    <a:pt x="260032" y="1288732"/>
                  </a:lnTo>
                  <a:lnTo>
                    <a:pt x="272415" y="1289685"/>
                  </a:lnTo>
                  <a:lnTo>
                    <a:pt x="283845" y="1289685"/>
                  </a:lnTo>
                  <a:lnTo>
                    <a:pt x="296228" y="1290638"/>
                  </a:lnTo>
                  <a:lnTo>
                    <a:pt x="308610" y="1291590"/>
                  </a:lnTo>
                  <a:lnTo>
                    <a:pt x="320992" y="1292542"/>
                  </a:lnTo>
                  <a:lnTo>
                    <a:pt x="333375" y="1293495"/>
                  </a:lnTo>
                  <a:lnTo>
                    <a:pt x="345757" y="1293495"/>
                  </a:lnTo>
                  <a:lnTo>
                    <a:pt x="358140" y="1294447"/>
                  </a:lnTo>
                  <a:lnTo>
                    <a:pt x="370522" y="1294447"/>
                  </a:lnTo>
                  <a:lnTo>
                    <a:pt x="381953" y="1295400"/>
                  </a:lnTo>
                  <a:lnTo>
                    <a:pt x="394335" y="1295400"/>
                  </a:lnTo>
                  <a:lnTo>
                    <a:pt x="406717" y="1295400"/>
                  </a:lnTo>
                  <a:lnTo>
                    <a:pt x="419100" y="1295400"/>
                  </a:lnTo>
                  <a:lnTo>
                    <a:pt x="431482" y="1295400"/>
                  </a:lnTo>
                  <a:lnTo>
                    <a:pt x="443865" y="1295400"/>
                  </a:lnTo>
                  <a:lnTo>
                    <a:pt x="456247" y="1294447"/>
                  </a:lnTo>
                  <a:lnTo>
                    <a:pt x="468630" y="1294447"/>
                  </a:lnTo>
                  <a:lnTo>
                    <a:pt x="481012" y="1294447"/>
                  </a:lnTo>
                  <a:lnTo>
                    <a:pt x="492442" y="1293495"/>
                  </a:lnTo>
                  <a:lnTo>
                    <a:pt x="504825" y="1292542"/>
                  </a:lnTo>
                  <a:lnTo>
                    <a:pt x="517207" y="1291590"/>
                  </a:lnTo>
                  <a:lnTo>
                    <a:pt x="528638" y="1290638"/>
                  </a:lnTo>
                  <a:lnTo>
                    <a:pt x="541020" y="1289685"/>
                  </a:lnTo>
                  <a:lnTo>
                    <a:pt x="553403" y="1288732"/>
                  </a:lnTo>
                  <a:lnTo>
                    <a:pt x="565785" y="1286828"/>
                  </a:lnTo>
                  <a:lnTo>
                    <a:pt x="578167" y="1285875"/>
                  </a:lnTo>
                  <a:lnTo>
                    <a:pt x="590550" y="1284922"/>
                  </a:lnTo>
                  <a:lnTo>
                    <a:pt x="602932" y="1283970"/>
                  </a:lnTo>
                  <a:lnTo>
                    <a:pt x="615315" y="1282065"/>
                  </a:lnTo>
                  <a:lnTo>
                    <a:pt x="627697" y="1281112"/>
                  </a:lnTo>
                  <a:lnTo>
                    <a:pt x="639128" y="1280160"/>
                  </a:lnTo>
                  <a:lnTo>
                    <a:pt x="651510" y="1279208"/>
                  </a:lnTo>
                  <a:lnTo>
                    <a:pt x="663892" y="1277303"/>
                  </a:lnTo>
                  <a:lnTo>
                    <a:pt x="676275" y="1277303"/>
                  </a:lnTo>
                  <a:lnTo>
                    <a:pt x="688657" y="1276350"/>
                  </a:lnTo>
                  <a:lnTo>
                    <a:pt x="701040" y="1275397"/>
                  </a:lnTo>
                  <a:lnTo>
                    <a:pt x="713422" y="1274445"/>
                  </a:lnTo>
                  <a:lnTo>
                    <a:pt x="725805" y="1274445"/>
                  </a:lnTo>
                  <a:lnTo>
                    <a:pt x="737235" y="1274445"/>
                  </a:lnTo>
                  <a:lnTo>
                    <a:pt x="749617" y="1274445"/>
                  </a:lnTo>
                  <a:lnTo>
                    <a:pt x="762000" y="1274445"/>
                  </a:lnTo>
                  <a:lnTo>
                    <a:pt x="774382" y="1274445"/>
                  </a:lnTo>
                  <a:lnTo>
                    <a:pt x="786765" y="1274445"/>
                  </a:lnTo>
                  <a:lnTo>
                    <a:pt x="799147" y="1275397"/>
                  </a:lnTo>
                  <a:lnTo>
                    <a:pt x="811530" y="1276350"/>
                  </a:lnTo>
                  <a:lnTo>
                    <a:pt x="823912" y="1277303"/>
                  </a:lnTo>
                  <a:lnTo>
                    <a:pt x="836295" y="1278255"/>
                  </a:lnTo>
                  <a:lnTo>
                    <a:pt x="847725" y="1279208"/>
                  </a:lnTo>
                  <a:lnTo>
                    <a:pt x="860107" y="1280160"/>
                  </a:lnTo>
                  <a:lnTo>
                    <a:pt x="872490" y="1282065"/>
                  </a:lnTo>
                  <a:lnTo>
                    <a:pt x="884872" y="1283018"/>
                  </a:lnTo>
                  <a:lnTo>
                    <a:pt x="897255" y="1284922"/>
                  </a:lnTo>
                  <a:lnTo>
                    <a:pt x="909638" y="1285875"/>
                  </a:lnTo>
                  <a:lnTo>
                    <a:pt x="922020" y="1287780"/>
                  </a:lnTo>
                  <a:lnTo>
                    <a:pt x="934403" y="1288732"/>
                  </a:lnTo>
                  <a:lnTo>
                    <a:pt x="945832" y="1289685"/>
                  </a:lnTo>
                  <a:lnTo>
                    <a:pt x="958215" y="1291590"/>
                  </a:lnTo>
                  <a:lnTo>
                    <a:pt x="970597" y="1292542"/>
                  </a:lnTo>
                  <a:lnTo>
                    <a:pt x="982028" y="1293495"/>
                  </a:lnTo>
                  <a:lnTo>
                    <a:pt x="994410" y="1294447"/>
                  </a:lnTo>
                  <a:lnTo>
                    <a:pt x="1006792" y="1295400"/>
                  </a:lnTo>
                  <a:lnTo>
                    <a:pt x="1019175" y="1295400"/>
                  </a:lnTo>
                  <a:lnTo>
                    <a:pt x="1031557" y="1295400"/>
                  </a:lnTo>
                  <a:lnTo>
                    <a:pt x="1043940" y="1295400"/>
                  </a:lnTo>
                  <a:lnTo>
                    <a:pt x="1056322" y="1294447"/>
                  </a:lnTo>
                  <a:lnTo>
                    <a:pt x="1068705" y="1294447"/>
                  </a:lnTo>
                  <a:lnTo>
                    <a:pt x="1081088" y="1293495"/>
                  </a:lnTo>
                  <a:lnTo>
                    <a:pt x="1092517" y="1291590"/>
                  </a:lnTo>
                  <a:lnTo>
                    <a:pt x="1104900" y="1290638"/>
                  </a:lnTo>
                  <a:lnTo>
                    <a:pt x="1117282" y="1288732"/>
                  </a:lnTo>
                  <a:lnTo>
                    <a:pt x="1129665" y="1286828"/>
                  </a:lnTo>
                  <a:lnTo>
                    <a:pt x="1142047" y="1283970"/>
                  </a:lnTo>
                  <a:lnTo>
                    <a:pt x="1154430" y="1281112"/>
                  </a:lnTo>
                  <a:lnTo>
                    <a:pt x="1166812" y="1278255"/>
                  </a:lnTo>
                  <a:lnTo>
                    <a:pt x="1179195" y="1275397"/>
                  </a:lnTo>
                  <a:lnTo>
                    <a:pt x="1190625" y="1272540"/>
                  </a:lnTo>
                  <a:lnTo>
                    <a:pt x="1203007" y="1268730"/>
                  </a:lnTo>
                  <a:lnTo>
                    <a:pt x="1215390" y="1265872"/>
                  </a:lnTo>
                  <a:lnTo>
                    <a:pt x="1227772" y="1262062"/>
                  </a:lnTo>
                  <a:lnTo>
                    <a:pt x="1240155" y="1259205"/>
                  </a:lnTo>
                  <a:lnTo>
                    <a:pt x="1252538" y="1255395"/>
                  </a:lnTo>
                  <a:lnTo>
                    <a:pt x="1264920" y="1252538"/>
                  </a:lnTo>
                  <a:lnTo>
                    <a:pt x="1277303" y="1248728"/>
                  </a:lnTo>
                  <a:lnTo>
                    <a:pt x="1289685" y="1245870"/>
                  </a:lnTo>
                  <a:lnTo>
                    <a:pt x="1301115" y="1243012"/>
                  </a:lnTo>
                  <a:lnTo>
                    <a:pt x="1313497" y="1241108"/>
                  </a:lnTo>
                  <a:lnTo>
                    <a:pt x="1325880" y="1239203"/>
                  </a:lnTo>
                  <a:lnTo>
                    <a:pt x="1338262" y="1237297"/>
                  </a:lnTo>
                  <a:lnTo>
                    <a:pt x="1350645" y="1235392"/>
                  </a:lnTo>
                  <a:lnTo>
                    <a:pt x="1363028" y="1234440"/>
                  </a:lnTo>
                  <a:lnTo>
                    <a:pt x="1374457" y="1234440"/>
                  </a:lnTo>
                  <a:lnTo>
                    <a:pt x="1386840" y="1234440"/>
                  </a:lnTo>
                  <a:lnTo>
                    <a:pt x="1399222" y="1234440"/>
                  </a:lnTo>
                  <a:lnTo>
                    <a:pt x="1411605" y="1235392"/>
                  </a:lnTo>
                  <a:lnTo>
                    <a:pt x="1423988" y="1237297"/>
                  </a:lnTo>
                  <a:lnTo>
                    <a:pt x="1436370" y="1239203"/>
                  </a:lnTo>
                  <a:lnTo>
                    <a:pt x="1447800" y="1242060"/>
                  </a:lnTo>
                  <a:lnTo>
                    <a:pt x="1460182" y="1244918"/>
                  </a:lnTo>
                  <a:lnTo>
                    <a:pt x="1472565" y="1247775"/>
                  </a:lnTo>
                  <a:lnTo>
                    <a:pt x="1484947" y="1251585"/>
                  </a:lnTo>
                  <a:lnTo>
                    <a:pt x="1497330" y="1255395"/>
                  </a:lnTo>
                  <a:lnTo>
                    <a:pt x="1509712" y="1259205"/>
                  </a:lnTo>
                  <a:lnTo>
                    <a:pt x="1522095" y="1263968"/>
                  </a:lnTo>
                  <a:lnTo>
                    <a:pt x="1534478" y="1268730"/>
                  </a:lnTo>
                  <a:lnTo>
                    <a:pt x="1545907" y="1272540"/>
                  </a:lnTo>
                  <a:lnTo>
                    <a:pt x="1558290" y="1277303"/>
                  </a:lnTo>
                  <a:lnTo>
                    <a:pt x="1570672" y="1281112"/>
                  </a:lnTo>
                  <a:lnTo>
                    <a:pt x="1583055" y="1284922"/>
                  </a:lnTo>
                  <a:lnTo>
                    <a:pt x="1595438" y="1288732"/>
                  </a:lnTo>
                  <a:lnTo>
                    <a:pt x="1607820" y="1291590"/>
                  </a:lnTo>
                  <a:lnTo>
                    <a:pt x="1620203" y="1293495"/>
                  </a:lnTo>
                  <a:lnTo>
                    <a:pt x="1632585" y="1295400"/>
                  </a:lnTo>
                  <a:lnTo>
                    <a:pt x="1644967" y="1295400"/>
                  </a:lnTo>
                  <a:lnTo>
                    <a:pt x="1656397" y="1294447"/>
                  </a:lnTo>
                  <a:lnTo>
                    <a:pt x="1668780" y="1293495"/>
                  </a:lnTo>
                  <a:lnTo>
                    <a:pt x="1681162" y="1289685"/>
                  </a:lnTo>
                  <a:lnTo>
                    <a:pt x="1693545" y="1285875"/>
                  </a:lnTo>
                  <a:lnTo>
                    <a:pt x="1705928" y="1280160"/>
                  </a:lnTo>
                  <a:lnTo>
                    <a:pt x="1718310" y="1272540"/>
                  </a:lnTo>
                  <a:lnTo>
                    <a:pt x="1730692" y="1263015"/>
                  </a:lnTo>
                  <a:lnTo>
                    <a:pt x="1743075" y="1252538"/>
                  </a:lnTo>
                  <a:lnTo>
                    <a:pt x="1754505" y="1239203"/>
                  </a:lnTo>
                  <a:lnTo>
                    <a:pt x="1766888" y="1224915"/>
                  </a:lnTo>
                  <a:lnTo>
                    <a:pt x="1779270" y="1207770"/>
                  </a:lnTo>
                  <a:lnTo>
                    <a:pt x="1791653" y="1188720"/>
                  </a:lnTo>
                  <a:lnTo>
                    <a:pt x="1803082" y="1167765"/>
                  </a:lnTo>
                  <a:lnTo>
                    <a:pt x="1815465" y="1144905"/>
                  </a:lnTo>
                  <a:lnTo>
                    <a:pt x="1827847" y="1120140"/>
                  </a:lnTo>
                  <a:lnTo>
                    <a:pt x="1840230" y="1093470"/>
                  </a:lnTo>
                  <a:lnTo>
                    <a:pt x="1852612" y="1063942"/>
                  </a:lnTo>
                  <a:lnTo>
                    <a:pt x="1864995" y="1033462"/>
                  </a:lnTo>
                  <a:lnTo>
                    <a:pt x="1877378" y="1000125"/>
                  </a:lnTo>
                  <a:lnTo>
                    <a:pt x="1889760" y="965835"/>
                  </a:lnTo>
                  <a:lnTo>
                    <a:pt x="1901190" y="929640"/>
                  </a:lnTo>
                  <a:lnTo>
                    <a:pt x="1913572" y="891540"/>
                  </a:lnTo>
                  <a:lnTo>
                    <a:pt x="1925955" y="852488"/>
                  </a:lnTo>
                  <a:lnTo>
                    <a:pt x="1938338" y="811530"/>
                  </a:lnTo>
                  <a:lnTo>
                    <a:pt x="1950720" y="770572"/>
                  </a:lnTo>
                  <a:lnTo>
                    <a:pt x="1963103" y="727710"/>
                  </a:lnTo>
                  <a:lnTo>
                    <a:pt x="1975485" y="684847"/>
                  </a:lnTo>
                  <a:lnTo>
                    <a:pt x="1987867" y="641033"/>
                  </a:lnTo>
                  <a:lnTo>
                    <a:pt x="1999297" y="597217"/>
                  </a:lnTo>
                  <a:lnTo>
                    <a:pt x="2011680" y="553402"/>
                  </a:lnTo>
                  <a:lnTo>
                    <a:pt x="2024062" y="509588"/>
                  </a:lnTo>
                  <a:lnTo>
                    <a:pt x="2036445" y="466725"/>
                  </a:lnTo>
                  <a:lnTo>
                    <a:pt x="2048828" y="423862"/>
                  </a:lnTo>
                  <a:lnTo>
                    <a:pt x="2061210" y="381952"/>
                  </a:lnTo>
                  <a:lnTo>
                    <a:pt x="2073592" y="340995"/>
                  </a:lnTo>
                  <a:lnTo>
                    <a:pt x="2085975" y="301942"/>
                  </a:lnTo>
                  <a:lnTo>
                    <a:pt x="2098357" y="263842"/>
                  </a:lnTo>
                  <a:lnTo>
                    <a:pt x="2109788" y="227648"/>
                  </a:lnTo>
                  <a:lnTo>
                    <a:pt x="2122170" y="193358"/>
                  </a:lnTo>
                  <a:lnTo>
                    <a:pt x="2134552" y="161925"/>
                  </a:lnTo>
                  <a:lnTo>
                    <a:pt x="2146935" y="132398"/>
                  </a:lnTo>
                  <a:lnTo>
                    <a:pt x="2159317" y="105727"/>
                  </a:lnTo>
                  <a:lnTo>
                    <a:pt x="2171700" y="80962"/>
                  </a:lnTo>
                  <a:lnTo>
                    <a:pt x="2184082" y="60008"/>
                  </a:lnTo>
                  <a:lnTo>
                    <a:pt x="2196465" y="41910"/>
                  </a:lnTo>
                  <a:lnTo>
                    <a:pt x="2207895" y="26670"/>
                  </a:lnTo>
                  <a:lnTo>
                    <a:pt x="2220278" y="15240"/>
                  </a:lnTo>
                  <a:lnTo>
                    <a:pt x="2232660" y="6667"/>
                  </a:lnTo>
                  <a:lnTo>
                    <a:pt x="2245042" y="1905"/>
                  </a:lnTo>
                  <a:lnTo>
                    <a:pt x="2256472" y="0"/>
                  </a:lnTo>
                  <a:lnTo>
                    <a:pt x="2268855" y="1905"/>
                  </a:lnTo>
                  <a:lnTo>
                    <a:pt x="2281238" y="6667"/>
                  </a:lnTo>
                  <a:lnTo>
                    <a:pt x="2293620" y="15240"/>
                  </a:lnTo>
                  <a:lnTo>
                    <a:pt x="2306002" y="26670"/>
                  </a:lnTo>
                  <a:lnTo>
                    <a:pt x="2318385" y="41910"/>
                  </a:lnTo>
                  <a:lnTo>
                    <a:pt x="2330767" y="60008"/>
                  </a:lnTo>
                  <a:lnTo>
                    <a:pt x="2343150" y="80962"/>
                  </a:lnTo>
                  <a:lnTo>
                    <a:pt x="2354580" y="105727"/>
                  </a:lnTo>
                  <a:lnTo>
                    <a:pt x="2366962" y="132398"/>
                  </a:lnTo>
                  <a:lnTo>
                    <a:pt x="2379345" y="161925"/>
                  </a:lnTo>
                  <a:lnTo>
                    <a:pt x="2391728" y="193358"/>
                  </a:lnTo>
                  <a:lnTo>
                    <a:pt x="2404110" y="227648"/>
                  </a:lnTo>
                  <a:lnTo>
                    <a:pt x="2416492" y="263842"/>
                  </a:lnTo>
                  <a:lnTo>
                    <a:pt x="2428875" y="301942"/>
                  </a:lnTo>
                  <a:lnTo>
                    <a:pt x="2441257" y="340995"/>
                  </a:lnTo>
                  <a:lnTo>
                    <a:pt x="2453640" y="381952"/>
                  </a:lnTo>
                  <a:lnTo>
                    <a:pt x="2465070" y="423862"/>
                  </a:lnTo>
                  <a:lnTo>
                    <a:pt x="2477452" y="466725"/>
                  </a:lnTo>
                  <a:lnTo>
                    <a:pt x="2489835" y="509588"/>
                  </a:lnTo>
                  <a:lnTo>
                    <a:pt x="2502217" y="553402"/>
                  </a:lnTo>
                  <a:lnTo>
                    <a:pt x="2514600" y="597217"/>
                  </a:lnTo>
                  <a:lnTo>
                    <a:pt x="2526982" y="641033"/>
                  </a:lnTo>
                  <a:lnTo>
                    <a:pt x="2539365" y="684847"/>
                  </a:lnTo>
                  <a:lnTo>
                    <a:pt x="2551748" y="727710"/>
                  </a:lnTo>
                  <a:lnTo>
                    <a:pt x="2563178" y="770572"/>
                  </a:lnTo>
                  <a:lnTo>
                    <a:pt x="2575560" y="811530"/>
                  </a:lnTo>
                  <a:lnTo>
                    <a:pt x="2587942" y="852488"/>
                  </a:lnTo>
                  <a:lnTo>
                    <a:pt x="2600325" y="891540"/>
                  </a:lnTo>
                  <a:lnTo>
                    <a:pt x="2612707" y="929640"/>
                  </a:lnTo>
                  <a:lnTo>
                    <a:pt x="2625090" y="965835"/>
                  </a:lnTo>
                  <a:lnTo>
                    <a:pt x="2637472" y="1000125"/>
                  </a:lnTo>
                  <a:lnTo>
                    <a:pt x="2649855" y="1033462"/>
                  </a:lnTo>
                  <a:lnTo>
                    <a:pt x="2662238" y="1063942"/>
                  </a:lnTo>
                  <a:lnTo>
                    <a:pt x="2673667" y="1093470"/>
                  </a:lnTo>
                  <a:lnTo>
                    <a:pt x="2686050" y="1120140"/>
                  </a:lnTo>
                  <a:lnTo>
                    <a:pt x="2698432" y="1144905"/>
                  </a:lnTo>
                  <a:lnTo>
                    <a:pt x="2709862" y="1167765"/>
                  </a:lnTo>
                  <a:lnTo>
                    <a:pt x="2722245" y="1188720"/>
                  </a:lnTo>
                  <a:lnTo>
                    <a:pt x="2734628" y="1207770"/>
                  </a:lnTo>
                  <a:lnTo>
                    <a:pt x="2747010" y="1224915"/>
                  </a:lnTo>
                  <a:lnTo>
                    <a:pt x="2759392" y="1239203"/>
                  </a:lnTo>
                  <a:lnTo>
                    <a:pt x="2771775" y="1252538"/>
                  </a:lnTo>
                  <a:lnTo>
                    <a:pt x="2784157" y="1263015"/>
                  </a:lnTo>
                  <a:lnTo>
                    <a:pt x="2796540" y="1272540"/>
                  </a:lnTo>
                  <a:lnTo>
                    <a:pt x="2807970" y="1280160"/>
                  </a:lnTo>
                  <a:lnTo>
                    <a:pt x="2820352" y="1285875"/>
                  </a:lnTo>
                  <a:lnTo>
                    <a:pt x="2832735" y="1289685"/>
                  </a:lnTo>
                  <a:lnTo>
                    <a:pt x="2845117" y="1293495"/>
                  </a:lnTo>
                  <a:lnTo>
                    <a:pt x="2857500" y="1294447"/>
                  </a:lnTo>
                  <a:lnTo>
                    <a:pt x="2869882" y="1295400"/>
                  </a:lnTo>
                  <a:lnTo>
                    <a:pt x="2882265" y="1295400"/>
                  </a:lnTo>
                  <a:lnTo>
                    <a:pt x="2894648" y="1293495"/>
                  </a:lnTo>
                  <a:lnTo>
                    <a:pt x="2907030" y="1291590"/>
                  </a:lnTo>
                  <a:lnTo>
                    <a:pt x="2918460" y="1288732"/>
                  </a:lnTo>
                  <a:lnTo>
                    <a:pt x="2930842" y="1284922"/>
                  </a:lnTo>
                  <a:lnTo>
                    <a:pt x="2943225" y="1281112"/>
                  </a:lnTo>
                  <a:lnTo>
                    <a:pt x="2955607" y="1277303"/>
                  </a:lnTo>
                  <a:lnTo>
                    <a:pt x="2967990" y="1272540"/>
                  </a:lnTo>
                  <a:lnTo>
                    <a:pt x="2980372" y="1268730"/>
                  </a:lnTo>
                  <a:lnTo>
                    <a:pt x="2992755" y="1263968"/>
                  </a:lnTo>
                  <a:lnTo>
                    <a:pt x="3005138" y="1259205"/>
                  </a:lnTo>
                  <a:lnTo>
                    <a:pt x="3016567" y="1255395"/>
                  </a:lnTo>
                  <a:lnTo>
                    <a:pt x="3028950" y="1251585"/>
                  </a:lnTo>
                  <a:lnTo>
                    <a:pt x="3041332" y="1247775"/>
                  </a:lnTo>
                  <a:lnTo>
                    <a:pt x="3053715" y="1244918"/>
                  </a:lnTo>
                  <a:lnTo>
                    <a:pt x="3066098" y="1242060"/>
                  </a:lnTo>
                  <a:lnTo>
                    <a:pt x="3078480" y="1239203"/>
                  </a:lnTo>
                  <a:lnTo>
                    <a:pt x="3090862" y="1237297"/>
                  </a:lnTo>
                  <a:lnTo>
                    <a:pt x="3102292" y="1235392"/>
                  </a:lnTo>
                  <a:lnTo>
                    <a:pt x="3114675" y="1234440"/>
                  </a:lnTo>
                  <a:lnTo>
                    <a:pt x="3127057" y="1234440"/>
                  </a:lnTo>
                  <a:lnTo>
                    <a:pt x="3139440" y="1234440"/>
                  </a:lnTo>
                  <a:lnTo>
                    <a:pt x="3151822" y="1234440"/>
                  </a:lnTo>
                  <a:lnTo>
                    <a:pt x="3163252" y="1235392"/>
                  </a:lnTo>
                  <a:lnTo>
                    <a:pt x="3175635" y="1237297"/>
                  </a:lnTo>
                  <a:lnTo>
                    <a:pt x="3188017" y="1239203"/>
                  </a:lnTo>
                  <a:lnTo>
                    <a:pt x="3200400" y="1241108"/>
                  </a:lnTo>
                  <a:lnTo>
                    <a:pt x="3212782" y="1243012"/>
                  </a:lnTo>
                  <a:lnTo>
                    <a:pt x="3225165" y="1245870"/>
                  </a:lnTo>
                  <a:lnTo>
                    <a:pt x="3237548" y="1248728"/>
                  </a:lnTo>
                  <a:lnTo>
                    <a:pt x="3249930" y="1252538"/>
                  </a:lnTo>
                  <a:lnTo>
                    <a:pt x="3262312" y="1255395"/>
                  </a:lnTo>
                  <a:lnTo>
                    <a:pt x="3273742" y="1259205"/>
                  </a:lnTo>
                  <a:lnTo>
                    <a:pt x="3286125" y="1262062"/>
                  </a:lnTo>
                  <a:lnTo>
                    <a:pt x="3298508" y="1265872"/>
                  </a:lnTo>
                  <a:lnTo>
                    <a:pt x="3310890" y="1268730"/>
                  </a:lnTo>
                  <a:lnTo>
                    <a:pt x="3323272" y="1272540"/>
                  </a:lnTo>
                  <a:lnTo>
                    <a:pt x="3335655" y="1275397"/>
                  </a:lnTo>
                  <a:lnTo>
                    <a:pt x="3348037" y="1278255"/>
                  </a:lnTo>
                  <a:lnTo>
                    <a:pt x="3360420" y="1281112"/>
                  </a:lnTo>
                  <a:lnTo>
                    <a:pt x="3371850" y="1283970"/>
                  </a:lnTo>
                  <a:lnTo>
                    <a:pt x="3384233" y="1286828"/>
                  </a:lnTo>
                  <a:lnTo>
                    <a:pt x="3396615" y="1288732"/>
                  </a:lnTo>
                  <a:lnTo>
                    <a:pt x="3408998" y="1290638"/>
                  </a:lnTo>
                  <a:lnTo>
                    <a:pt x="3421380" y="1291590"/>
                  </a:lnTo>
                  <a:lnTo>
                    <a:pt x="3433762" y="1293495"/>
                  </a:lnTo>
                  <a:lnTo>
                    <a:pt x="3446145" y="1294447"/>
                  </a:lnTo>
                  <a:lnTo>
                    <a:pt x="3458528" y="1294447"/>
                  </a:lnTo>
                  <a:lnTo>
                    <a:pt x="3470910" y="1295400"/>
                  </a:lnTo>
                  <a:lnTo>
                    <a:pt x="3482340" y="1295400"/>
                  </a:lnTo>
                  <a:lnTo>
                    <a:pt x="3494722" y="1295400"/>
                  </a:lnTo>
                  <a:lnTo>
                    <a:pt x="3507105" y="1295400"/>
                  </a:lnTo>
                  <a:lnTo>
                    <a:pt x="3519487" y="1294447"/>
                  </a:lnTo>
                  <a:lnTo>
                    <a:pt x="3531870" y="1293495"/>
                  </a:lnTo>
                  <a:lnTo>
                    <a:pt x="3543300" y="1292542"/>
                  </a:lnTo>
                  <a:lnTo>
                    <a:pt x="3555683" y="1291590"/>
                  </a:lnTo>
                  <a:lnTo>
                    <a:pt x="3568065" y="1289685"/>
                  </a:lnTo>
                  <a:lnTo>
                    <a:pt x="3580448" y="1288732"/>
                  </a:lnTo>
                  <a:lnTo>
                    <a:pt x="3592830" y="1287780"/>
                  </a:lnTo>
                  <a:lnTo>
                    <a:pt x="3605212" y="1285875"/>
                  </a:lnTo>
                  <a:lnTo>
                    <a:pt x="3616642" y="1284922"/>
                  </a:lnTo>
                  <a:lnTo>
                    <a:pt x="3629025" y="1283018"/>
                  </a:lnTo>
                  <a:lnTo>
                    <a:pt x="3641408" y="1282065"/>
                  </a:lnTo>
                  <a:lnTo>
                    <a:pt x="3653790" y="1280160"/>
                  </a:lnTo>
                  <a:lnTo>
                    <a:pt x="3666172" y="1279208"/>
                  </a:lnTo>
                  <a:lnTo>
                    <a:pt x="3678555" y="1278255"/>
                  </a:lnTo>
                  <a:lnTo>
                    <a:pt x="3690937" y="1277303"/>
                  </a:lnTo>
                  <a:lnTo>
                    <a:pt x="3703320" y="1276350"/>
                  </a:lnTo>
                  <a:lnTo>
                    <a:pt x="3715702" y="1275397"/>
                  </a:lnTo>
                  <a:lnTo>
                    <a:pt x="3727133" y="1274445"/>
                  </a:lnTo>
                  <a:lnTo>
                    <a:pt x="3739515" y="1274445"/>
                  </a:lnTo>
                  <a:lnTo>
                    <a:pt x="3751898" y="1274445"/>
                  </a:lnTo>
                  <a:lnTo>
                    <a:pt x="3764280" y="1274445"/>
                  </a:lnTo>
                  <a:lnTo>
                    <a:pt x="3776662" y="1274445"/>
                  </a:lnTo>
                  <a:lnTo>
                    <a:pt x="3789045" y="1274445"/>
                  </a:lnTo>
                  <a:lnTo>
                    <a:pt x="3801428" y="1274445"/>
                  </a:lnTo>
                  <a:lnTo>
                    <a:pt x="3813810" y="1275397"/>
                  </a:lnTo>
                  <a:lnTo>
                    <a:pt x="3825240" y="1276350"/>
                  </a:lnTo>
                  <a:lnTo>
                    <a:pt x="3837622" y="1277303"/>
                  </a:lnTo>
                  <a:lnTo>
                    <a:pt x="3850005" y="1277303"/>
                  </a:lnTo>
                  <a:lnTo>
                    <a:pt x="3862387" y="1279208"/>
                  </a:lnTo>
                  <a:lnTo>
                    <a:pt x="3874770" y="1280160"/>
                  </a:lnTo>
                  <a:lnTo>
                    <a:pt x="3887152" y="1281112"/>
                  </a:lnTo>
                  <a:lnTo>
                    <a:pt x="3899535" y="1282065"/>
                  </a:lnTo>
                  <a:lnTo>
                    <a:pt x="3911917" y="1283970"/>
                  </a:lnTo>
                  <a:lnTo>
                    <a:pt x="3924300" y="1284922"/>
                  </a:lnTo>
                  <a:lnTo>
                    <a:pt x="3935730" y="1285875"/>
                  </a:lnTo>
                  <a:lnTo>
                    <a:pt x="3948112" y="1286828"/>
                  </a:lnTo>
                  <a:lnTo>
                    <a:pt x="3960495" y="1288732"/>
                  </a:lnTo>
                  <a:lnTo>
                    <a:pt x="3971925" y="1289685"/>
                  </a:lnTo>
                  <a:lnTo>
                    <a:pt x="3984308" y="1290638"/>
                  </a:lnTo>
                  <a:lnTo>
                    <a:pt x="3996690" y="1291590"/>
                  </a:lnTo>
                  <a:lnTo>
                    <a:pt x="4009072" y="1292542"/>
                  </a:lnTo>
                  <a:lnTo>
                    <a:pt x="4021455" y="1293495"/>
                  </a:lnTo>
                  <a:lnTo>
                    <a:pt x="4033837" y="1294447"/>
                  </a:lnTo>
                  <a:lnTo>
                    <a:pt x="4046220" y="1294447"/>
                  </a:lnTo>
                  <a:lnTo>
                    <a:pt x="4058602" y="1294447"/>
                  </a:lnTo>
                  <a:lnTo>
                    <a:pt x="4070985" y="1295400"/>
                  </a:lnTo>
                  <a:lnTo>
                    <a:pt x="4082415" y="1295400"/>
                  </a:lnTo>
                  <a:lnTo>
                    <a:pt x="4094798" y="1295400"/>
                  </a:lnTo>
                  <a:lnTo>
                    <a:pt x="4107180" y="1295400"/>
                  </a:lnTo>
                  <a:lnTo>
                    <a:pt x="4119562" y="1295400"/>
                  </a:lnTo>
                  <a:lnTo>
                    <a:pt x="4131945" y="1295400"/>
                  </a:lnTo>
                  <a:lnTo>
                    <a:pt x="4144328" y="1294447"/>
                  </a:lnTo>
                  <a:lnTo>
                    <a:pt x="4156710" y="1294447"/>
                  </a:lnTo>
                  <a:lnTo>
                    <a:pt x="4169092" y="1293495"/>
                  </a:lnTo>
                  <a:lnTo>
                    <a:pt x="4180522" y="1293495"/>
                  </a:lnTo>
                  <a:lnTo>
                    <a:pt x="4192905" y="1292542"/>
                  </a:lnTo>
                  <a:lnTo>
                    <a:pt x="4205287" y="1291590"/>
                  </a:lnTo>
                  <a:lnTo>
                    <a:pt x="4217670" y="1290638"/>
                  </a:lnTo>
                  <a:lnTo>
                    <a:pt x="4230052" y="1289685"/>
                  </a:lnTo>
                  <a:lnTo>
                    <a:pt x="4242435" y="1289685"/>
                  </a:lnTo>
                  <a:lnTo>
                    <a:pt x="4254817" y="1288732"/>
                  </a:lnTo>
                  <a:lnTo>
                    <a:pt x="4267200" y="1287780"/>
                  </a:lnTo>
                  <a:lnTo>
                    <a:pt x="4279583" y="1287780"/>
                  </a:lnTo>
                  <a:lnTo>
                    <a:pt x="4291012" y="1286828"/>
                  </a:lnTo>
                  <a:lnTo>
                    <a:pt x="4303395" y="1285875"/>
                  </a:lnTo>
                  <a:lnTo>
                    <a:pt x="4315778" y="1285875"/>
                  </a:lnTo>
                  <a:lnTo>
                    <a:pt x="4328160" y="1285875"/>
                  </a:lnTo>
                  <a:lnTo>
                    <a:pt x="4340542" y="1284922"/>
                  </a:lnTo>
                  <a:lnTo>
                    <a:pt x="4352925" y="1284922"/>
                  </a:lnTo>
                  <a:lnTo>
                    <a:pt x="4365308" y="1284922"/>
                  </a:lnTo>
                  <a:lnTo>
                    <a:pt x="4377690" y="1284922"/>
                  </a:lnTo>
                  <a:lnTo>
                    <a:pt x="4389120" y="1284922"/>
                  </a:lnTo>
                  <a:lnTo>
                    <a:pt x="4401502" y="1284922"/>
                  </a:lnTo>
                  <a:lnTo>
                    <a:pt x="4413885" y="1284922"/>
                  </a:lnTo>
                  <a:lnTo>
                    <a:pt x="4425315" y="1284922"/>
                  </a:lnTo>
                  <a:lnTo>
                    <a:pt x="4437698" y="1285875"/>
                  </a:lnTo>
                  <a:lnTo>
                    <a:pt x="4450080" y="1285875"/>
                  </a:lnTo>
                  <a:lnTo>
                    <a:pt x="4462462" y="1285875"/>
                  </a:lnTo>
                  <a:lnTo>
                    <a:pt x="4474845" y="1286828"/>
                  </a:lnTo>
                  <a:lnTo>
                    <a:pt x="4487228" y="1286828"/>
                  </a:lnTo>
                  <a:lnTo>
                    <a:pt x="4499610" y="1287780"/>
                  </a:lnTo>
                  <a:lnTo>
                    <a:pt x="4511992" y="1288732"/>
                  </a:lnTo>
                  <a:lnTo>
                    <a:pt x="4514850" y="1288732"/>
                  </a:lnTo>
                </a:path>
              </a:pathLst>
            </a:custGeom>
            <a:noFill/>
            <a:ln w="24765">
              <a:solidFill>
                <a:srgbClr val="2F4B9A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6505575" y="2532698"/>
              <a:ext cx="1636395" cy="610553"/>
            </a:xfrm>
            <a:custGeom>
              <a:avLst/>
              <a:gdLst/>
              <a:ahLst/>
              <a:cxnLst/>
              <a:rect l="l" t="t" r="r" b="b"/>
              <a:pathLst>
                <a:path w="1636395" h="610553">
                  <a:moveTo>
                    <a:pt x="1636395" y="606743"/>
                  </a:moveTo>
                  <a:lnTo>
                    <a:pt x="1633538" y="605790"/>
                  </a:lnTo>
                  <a:lnTo>
                    <a:pt x="1621155" y="591503"/>
                  </a:lnTo>
                  <a:lnTo>
                    <a:pt x="1608772" y="569595"/>
                  </a:lnTo>
                  <a:lnTo>
                    <a:pt x="1596390" y="541020"/>
                  </a:lnTo>
                  <a:lnTo>
                    <a:pt x="1584007" y="506730"/>
                  </a:lnTo>
                  <a:lnTo>
                    <a:pt x="1571625" y="468630"/>
                  </a:lnTo>
                  <a:lnTo>
                    <a:pt x="1559243" y="427673"/>
                  </a:lnTo>
                  <a:lnTo>
                    <a:pt x="1546860" y="383858"/>
                  </a:lnTo>
                  <a:lnTo>
                    <a:pt x="1535430" y="340043"/>
                  </a:lnTo>
                  <a:lnTo>
                    <a:pt x="1523047" y="295275"/>
                  </a:lnTo>
                  <a:lnTo>
                    <a:pt x="1510665" y="252412"/>
                  </a:lnTo>
                  <a:lnTo>
                    <a:pt x="1498282" y="210503"/>
                  </a:lnTo>
                  <a:lnTo>
                    <a:pt x="1485900" y="171450"/>
                  </a:lnTo>
                  <a:lnTo>
                    <a:pt x="1473518" y="135255"/>
                  </a:lnTo>
                  <a:lnTo>
                    <a:pt x="1461135" y="101918"/>
                  </a:lnTo>
                  <a:lnTo>
                    <a:pt x="1448753" y="73343"/>
                  </a:lnTo>
                  <a:lnTo>
                    <a:pt x="1437322" y="49530"/>
                  </a:lnTo>
                  <a:lnTo>
                    <a:pt x="1424940" y="29528"/>
                  </a:lnTo>
                  <a:lnTo>
                    <a:pt x="1412557" y="15240"/>
                  </a:lnTo>
                  <a:lnTo>
                    <a:pt x="1400175" y="4762"/>
                  </a:lnTo>
                  <a:lnTo>
                    <a:pt x="1387793" y="0"/>
                  </a:lnTo>
                  <a:lnTo>
                    <a:pt x="1375410" y="0"/>
                  </a:lnTo>
                  <a:lnTo>
                    <a:pt x="1363980" y="4762"/>
                  </a:lnTo>
                  <a:lnTo>
                    <a:pt x="1351597" y="13335"/>
                  </a:lnTo>
                  <a:lnTo>
                    <a:pt x="1339215" y="27623"/>
                  </a:lnTo>
                  <a:lnTo>
                    <a:pt x="1326832" y="44768"/>
                  </a:lnTo>
                  <a:lnTo>
                    <a:pt x="1314450" y="65723"/>
                  </a:lnTo>
                  <a:lnTo>
                    <a:pt x="1302068" y="90488"/>
                  </a:lnTo>
                  <a:lnTo>
                    <a:pt x="1290638" y="117158"/>
                  </a:lnTo>
                  <a:lnTo>
                    <a:pt x="1278255" y="146685"/>
                  </a:lnTo>
                  <a:lnTo>
                    <a:pt x="1265872" y="178118"/>
                  </a:lnTo>
                  <a:lnTo>
                    <a:pt x="1253490" y="211455"/>
                  </a:lnTo>
                  <a:lnTo>
                    <a:pt x="1241107" y="244793"/>
                  </a:lnTo>
                  <a:lnTo>
                    <a:pt x="1228725" y="279083"/>
                  </a:lnTo>
                  <a:lnTo>
                    <a:pt x="1216343" y="313373"/>
                  </a:lnTo>
                  <a:lnTo>
                    <a:pt x="1203960" y="346710"/>
                  </a:lnTo>
                  <a:lnTo>
                    <a:pt x="1191578" y="380048"/>
                  </a:lnTo>
                  <a:lnTo>
                    <a:pt x="1180147" y="411480"/>
                  </a:lnTo>
                  <a:lnTo>
                    <a:pt x="1167765" y="441960"/>
                  </a:lnTo>
                  <a:lnTo>
                    <a:pt x="1155382" y="470535"/>
                  </a:lnTo>
                  <a:lnTo>
                    <a:pt x="1143000" y="496253"/>
                  </a:lnTo>
                  <a:lnTo>
                    <a:pt x="1130618" y="520065"/>
                  </a:lnTo>
                  <a:lnTo>
                    <a:pt x="1118235" y="541973"/>
                  </a:lnTo>
                  <a:lnTo>
                    <a:pt x="1105853" y="560070"/>
                  </a:lnTo>
                  <a:lnTo>
                    <a:pt x="1093470" y="576262"/>
                  </a:lnTo>
                  <a:lnTo>
                    <a:pt x="1082040" y="588645"/>
                  </a:lnTo>
                  <a:lnTo>
                    <a:pt x="1069657" y="598170"/>
                  </a:lnTo>
                  <a:lnTo>
                    <a:pt x="1057275" y="604838"/>
                  </a:lnTo>
                  <a:lnTo>
                    <a:pt x="1044893" y="609600"/>
                  </a:lnTo>
                  <a:lnTo>
                    <a:pt x="1032510" y="610553"/>
                  </a:lnTo>
                  <a:lnTo>
                    <a:pt x="1020128" y="609600"/>
                  </a:lnTo>
                  <a:lnTo>
                    <a:pt x="1007745" y="605790"/>
                  </a:lnTo>
                  <a:lnTo>
                    <a:pt x="995362" y="600075"/>
                  </a:lnTo>
                  <a:lnTo>
                    <a:pt x="982980" y="591503"/>
                  </a:lnTo>
                  <a:lnTo>
                    <a:pt x="971550" y="581978"/>
                  </a:lnTo>
                  <a:lnTo>
                    <a:pt x="959168" y="571500"/>
                  </a:lnTo>
                  <a:lnTo>
                    <a:pt x="946785" y="559118"/>
                  </a:lnTo>
                  <a:lnTo>
                    <a:pt x="935355" y="544830"/>
                  </a:lnTo>
                  <a:lnTo>
                    <a:pt x="922972" y="531495"/>
                  </a:lnTo>
                  <a:lnTo>
                    <a:pt x="910590" y="517208"/>
                  </a:lnTo>
                  <a:lnTo>
                    <a:pt x="898207" y="501968"/>
                  </a:lnTo>
                  <a:lnTo>
                    <a:pt x="885825" y="487680"/>
                  </a:lnTo>
                  <a:lnTo>
                    <a:pt x="873443" y="474345"/>
                  </a:lnTo>
                  <a:lnTo>
                    <a:pt x="861060" y="461010"/>
                  </a:lnTo>
                  <a:lnTo>
                    <a:pt x="848678" y="447675"/>
                  </a:lnTo>
                  <a:lnTo>
                    <a:pt x="837247" y="437198"/>
                  </a:lnTo>
                  <a:lnTo>
                    <a:pt x="824865" y="426720"/>
                  </a:lnTo>
                  <a:lnTo>
                    <a:pt x="812482" y="417195"/>
                  </a:lnTo>
                  <a:lnTo>
                    <a:pt x="800100" y="410528"/>
                  </a:lnTo>
                  <a:lnTo>
                    <a:pt x="787718" y="404812"/>
                  </a:lnTo>
                  <a:lnTo>
                    <a:pt x="775335" y="400050"/>
                  </a:lnTo>
                  <a:lnTo>
                    <a:pt x="762953" y="398145"/>
                  </a:lnTo>
                  <a:lnTo>
                    <a:pt x="750570" y="397193"/>
                  </a:lnTo>
                  <a:lnTo>
                    <a:pt x="738188" y="398145"/>
                  </a:lnTo>
                  <a:lnTo>
                    <a:pt x="726757" y="401003"/>
                  </a:lnTo>
                  <a:lnTo>
                    <a:pt x="714375" y="404812"/>
                  </a:lnTo>
                  <a:lnTo>
                    <a:pt x="701993" y="410528"/>
                  </a:lnTo>
                  <a:lnTo>
                    <a:pt x="689610" y="417195"/>
                  </a:lnTo>
                  <a:lnTo>
                    <a:pt x="677228" y="425768"/>
                  </a:lnTo>
                  <a:lnTo>
                    <a:pt x="664845" y="435293"/>
                  </a:lnTo>
                  <a:lnTo>
                    <a:pt x="652462" y="444818"/>
                  </a:lnTo>
                  <a:lnTo>
                    <a:pt x="640080" y="456248"/>
                  </a:lnTo>
                  <a:lnTo>
                    <a:pt x="628650" y="467678"/>
                  </a:lnTo>
                  <a:lnTo>
                    <a:pt x="616268" y="480060"/>
                  </a:lnTo>
                  <a:lnTo>
                    <a:pt x="603885" y="492443"/>
                  </a:lnTo>
                  <a:lnTo>
                    <a:pt x="591503" y="504825"/>
                  </a:lnTo>
                  <a:lnTo>
                    <a:pt x="579120" y="517208"/>
                  </a:lnTo>
                  <a:lnTo>
                    <a:pt x="566738" y="529590"/>
                  </a:lnTo>
                  <a:lnTo>
                    <a:pt x="554355" y="541973"/>
                  </a:lnTo>
                  <a:lnTo>
                    <a:pt x="541972" y="552450"/>
                  </a:lnTo>
                  <a:lnTo>
                    <a:pt x="529590" y="562928"/>
                  </a:lnTo>
                  <a:lnTo>
                    <a:pt x="518160" y="572453"/>
                  </a:lnTo>
                  <a:lnTo>
                    <a:pt x="505778" y="581025"/>
                  </a:lnTo>
                  <a:lnTo>
                    <a:pt x="493395" y="588645"/>
                  </a:lnTo>
                  <a:lnTo>
                    <a:pt x="481965" y="595312"/>
                  </a:lnTo>
                  <a:lnTo>
                    <a:pt x="469582" y="601028"/>
                  </a:lnTo>
                  <a:lnTo>
                    <a:pt x="457200" y="604838"/>
                  </a:lnTo>
                  <a:lnTo>
                    <a:pt x="444818" y="608648"/>
                  </a:lnTo>
                  <a:lnTo>
                    <a:pt x="432435" y="609600"/>
                  </a:lnTo>
                  <a:lnTo>
                    <a:pt x="420053" y="610553"/>
                  </a:lnTo>
                  <a:lnTo>
                    <a:pt x="407670" y="609600"/>
                  </a:lnTo>
                  <a:lnTo>
                    <a:pt x="395288" y="608648"/>
                  </a:lnTo>
                  <a:lnTo>
                    <a:pt x="382905" y="605790"/>
                  </a:lnTo>
                  <a:lnTo>
                    <a:pt x="371475" y="601980"/>
                  </a:lnTo>
                  <a:lnTo>
                    <a:pt x="359093" y="597218"/>
                  </a:lnTo>
                  <a:lnTo>
                    <a:pt x="346710" y="592455"/>
                  </a:lnTo>
                  <a:lnTo>
                    <a:pt x="334328" y="586740"/>
                  </a:lnTo>
                  <a:lnTo>
                    <a:pt x="321945" y="580073"/>
                  </a:lnTo>
                  <a:lnTo>
                    <a:pt x="309562" y="573405"/>
                  </a:lnTo>
                  <a:lnTo>
                    <a:pt x="297180" y="565785"/>
                  </a:lnTo>
                  <a:lnTo>
                    <a:pt x="284797" y="559118"/>
                  </a:lnTo>
                  <a:lnTo>
                    <a:pt x="273368" y="551498"/>
                  </a:lnTo>
                  <a:lnTo>
                    <a:pt x="260985" y="544830"/>
                  </a:lnTo>
                  <a:lnTo>
                    <a:pt x="248603" y="538162"/>
                  </a:lnTo>
                  <a:lnTo>
                    <a:pt x="236220" y="531495"/>
                  </a:lnTo>
                  <a:lnTo>
                    <a:pt x="223838" y="525780"/>
                  </a:lnTo>
                  <a:lnTo>
                    <a:pt x="211455" y="520065"/>
                  </a:lnTo>
                  <a:lnTo>
                    <a:pt x="199072" y="515303"/>
                  </a:lnTo>
                  <a:lnTo>
                    <a:pt x="186690" y="511493"/>
                  </a:lnTo>
                  <a:lnTo>
                    <a:pt x="174307" y="507683"/>
                  </a:lnTo>
                  <a:lnTo>
                    <a:pt x="162878" y="504825"/>
                  </a:lnTo>
                  <a:lnTo>
                    <a:pt x="150495" y="503873"/>
                  </a:lnTo>
                  <a:lnTo>
                    <a:pt x="138112" y="502920"/>
                  </a:lnTo>
                  <a:lnTo>
                    <a:pt x="125730" y="502920"/>
                  </a:lnTo>
                  <a:lnTo>
                    <a:pt x="113347" y="503873"/>
                  </a:lnTo>
                  <a:lnTo>
                    <a:pt x="100965" y="504825"/>
                  </a:lnTo>
                  <a:lnTo>
                    <a:pt x="88582" y="507683"/>
                  </a:lnTo>
                  <a:lnTo>
                    <a:pt x="76200" y="510540"/>
                  </a:lnTo>
                  <a:lnTo>
                    <a:pt x="64770" y="514350"/>
                  </a:lnTo>
                  <a:lnTo>
                    <a:pt x="52388" y="519112"/>
                  </a:lnTo>
                  <a:lnTo>
                    <a:pt x="40005" y="523875"/>
                  </a:lnTo>
                  <a:lnTo>
                    <a:pt x="28575" y="529590"/>
                  </a:lnTo>
                  <a:lnTo>
                    <a:pt x="16193" y="535305"/>
                  </a:lnTo>
                  <a:lnTo>
                    <a:pt x="3810" y="541020"/>
                  </a:lnTo>
                  <a:lnTo>
                    <a:pt x="0" y="542925"/>
                  </a:lnTo>
                </a:path>
              </a:pathLst>
            </a:custGeom>
            <a:noFill/>
            <a:ln w="17145">
              <a:solidFill>
                <a:srgbClr val="F26B3A"/>
              </a:solidFill>
              <a:custDash>
                <a:ds d="333333" sp="222222"/>
              </a:custDash>
            </a:ln>
          </p:spPr>
        </p:sp>
        <p:sp>
          <p:nvSpPr>
            <p:cNvPr id="28" name="Freeform 28"/>
            <p:cNvSpPr/>
            <p:nvPr/>
          </p:nvSpPr>
          <p:spPr>
            <a:xfrm>
              <a:off x="9384982" y="2532698"/>
              <a:ext cx="1637348" cy="610553"/>
            </a:xfrm>
            <a:custGeom>
              <a:avLst/>
              <a:gdLst/>
              <a:ahLst/>
              <a:cxnLst/>
              <a:rect l="l" t="t" r="r" b="b"/>
              <a:pathLst>
                <a:path w="1637348" h="610553">
                  <a:moveTo>
                    <a:pt x="0" y="606743"/>
                  </a:moveTo>
                  <a:lnTo>
                    <a:pt x="3810" y="605790"/>
                  </a:lnTo>
                  <a:lnTo>
                    <a:pt x="16193" y="591503"/>
                  </a:lnTo>
                  <a:lnTo>
                    <a:pt x="28575" y="569595"/>
                  </a:lnTo>
                  <a:lnTo>
                    <a:pt x="40005" y="541020"/>
                  </a:lnTo>
                  <a:lnTo>
                    <a:pt x="52388" y="506730"/>
                  </a:lnTo>
                  <a:lnTo>
                    <a:pt x="64770" y="468630"/>
                  </a:lnTo>
                  <a:lnTo>
                    <a:pt x="77153" y="427673"/>
                  </a:lnTo>
                  <a:lnTo>
                    <a:pt x="89535" y="383858"/>
                  </a:lnTo>
                  <a:lnTo>
                    <a:pt x="101918" y="340043"/>
                  </a:lnTo>
                  <a:lnTo>
                    <a:pt x="114300" y="295275"/>
                  </a:lnTo>
                  <a:lnTo>
                    <a:pt x="126683" y="252412"/>
                  </a:lnTo>
                  <a:lnTo>
                    <a:pt x="138112" y="210503"/>
                  </a:lnTo>
                  <a:lnTo>
                    <a:pt x="150495" y="171450"/>
                  </a:lnTo>
                  <a:lnTo>
                    <a:pt x="162878" y="135255"/>
                  </a:lnTo>
                  <a:lnTo>
                    <a:pt x="175260" y="101918"/>
                  </a:lnTo>
                  <a:lnTo>
                    <a:pt x="187643" y="73343"/>
                  </a:lnTo>
                  <a:lnTo>
                    <a:pt x="200025" y="49530"/>
                  </a:lnTo>
                  <a:lnTo>
                    <a:pt x="212408" y="29528"/>
                  </a:lnTo>
                  <a:lnTo>
                    <a:pt x="223838" y="15240"/>
                  </a:lnTo>
                  <a:lnTo>
                    <a:pt x="236220" y="4762"/>
                  </a:lnTo>
                  <a:lnTo>
                    <a:pt x="248603" y="0"/>
                  </a:lnTo>
                  <a:lnTo>
                    <a:pt x="260985" y="0"/>
                  </a:lnTo>
                  <a:lnTo>
                    <a:pt x="273368" y="4762"/>
                  </a:lnTo>
                  <a:lnTo>
                    <a:pt x="284798" y="13335"/>
                  </a:lnTo>
                  <a:lnTo>
                    <a:pt x="297180" y="27623"/>
                  </a:lnTo>
                  <a:lnTo>
                    <a:pt x="309562" y="44768"/>
                  </a:lnTo>
                  <a:lnTo>
                    <a:pt x="321945" y="65723"/>
                  </a:lnTo>
                  <a:lnTo>
                    <a:pt x="334328" y="90488"/>
                  </a:lnTo>
                  <a:lnTo>
                    <a:pt x="346710" y="117158"/>
                  </a:lnTo>
                  <a:lnTo>
                    <a:pt x="359093" y="146685"/>
                  </a:lnTo>
                  <a:lnTo>
                    <a:pt x="371475" y="178118"/>
                  </a:lnTo>
                  <a:lnTo>
                    <a:pt x="383857" y="211455"/>
                  </a:lnTo>
                  <a:lnTo>
                    <a:pt x="395288" y="244793"/>
                  </a:lnTo>
                  <a:lnTo>
                    <a:pt x="407670" y="279083"/>
                  </a:lnTo>
                  <a:lnTo>
                    <a:pt x="420053" y="313373"/>
                  </a:lnTo>
                  <a:lnTo>
                    <a:pt x="432435" y="346710"/>
                  </a:lnTo>
                  <a:lnTo>
                    <a:pt x="444818" y="380048"/>
                  </a:lnTo>
                  <a:lnTo>
                    <a:pt x="457200" y="411480"/>
                  </a:lnTo>
                  <a:lnTo>
                    <a:pt x="469582" y="441960"/>
                  </a:lnTo>
                  <a:lnTo>
                    <a:pt x="481965" y="470535"/>
                  </a:lnTo>
                  <a:lnTo>
                    <a:pt x="493395" y="496253"/>
                  </a:lnTo>
                  <a:lnTo>
                    <a:pt x="505778" y="520065"/>
                  </a:lnTo>
                  <a:lnTo>
                    <a:pt x="518160" y="541973"/>
                  </a:lnTo>
                  <a:lnTo>
                    <a:pt x="530543" y="560070"/>
                  </a:lnTo>
                  <a:lnTo>
                    <a:pt x="542925" y="576262"/>
                  </a:lnTo>
                  <a:lnTo>
                    <a:pt x="555307" y="588645"/>
                  </a:lnTo>
                  <a:lnTo>
                    <a:pt x="567690" y="598170"/>
                  </a:lnTo>
                  <a:lnTo>
                    <a:pt x="580073" y="604838"/>
                  </a:lnTo>
                  <a:lnTo>
                    <a:pt x="592455" y="609600"/>
                  </a:lnTo>
                  <a:lnTo>
                    <a:pt x="603885" y="610553"/>
                  </a:lnTo>
                  <a:lnTo>
                    <a:pt x="616268" y="609600"/>
                  </a:lnTo>
                  <a:lnTo>
                    <a:pt x="628650" y="605790"/>
                  </a:lnTo>
                  <a:lnTo>
                    <a:pt x="641032" y="600075"/>
                  </a:lnTo>
                  <a:lnTo>
                    <a:pt x="653415" y="591503"/>
                  </a:lnTo>
                  <a:lnTo>
                    <a:pt x="664845" y="581978"/>
                  </a:lnTo>
                  <a:lnTo>
                    <a:pt x="677228" y="571500"/>
                  </a:lnTo>
                  <a:lnTo>
                    <a:pt x="689610" y="559118"/>
                  </a:lnTo>
                  <a:lnTo>
                    <a:pt x="701993" y="544830"/>
                  </a:lnTo>
                  <a:lnTo>
                    <a:pt x="714375" y="531495"/>
                  </a:lnTo>
                  <a:lnTo>
                    <a:pt x="726757" y="517208"/>
                  </a:lnTo>
                  <a:lnTo>
                    <a:pt x="738188" y="501968"/>
                  </a:lnTo>
                  <a:lnTo>
                    <a:pt x="750570" y="487680"/>
                  </a:lnTo>
                  <a:lnTo>
                    <a:pt x="762953" y="474345"/>
                  </a:lnTo>
                  <a:lnTo>
                    <a:pt x="775335" y="461010"/>
                  </a:lnTo>
                  <a:lnTo>
                    <a:pt x="787718" y="447675"/>
                  </a:lnTo>
                  <a:lnTo>
                    <a:pt x="800100" y="437198"/>
                  </a:lnTo>
                  <a:lnTo>
                    <a:pt x="812482" y="426720"/>
                  </a:lnTo>
                  <a:lnTo>
                    <a:pt x="824865" y="417195"/>
                  </a:lnTo>
                  <a:lnTo>
                    <a:pt x="837248" y="410528"/>
                  </a:lnTo>
                  <a:lnTo>
                    <a:pt x="848678" y="404812"/>
                  </a:lnTo>
                  <a:lnTo>
                    <a:pt x="861060" y="400050"/>
                  </a:lnTo>
                  <a:lnTo>
                    <a:pt x="873443" y="398145"/>
                  </a:lnTo>
                  <a:lnTo>
                    <a:pt x="885825" y="397193"/>
                  </a:lnTo>
                  <a:lnTo>
                    <a:pt x="898207" y="398145"/>
                  </a:lnTo>
                  <a:lnTo>
                    <a:pt x="910590" y="401003"/>
                  </a:lnTo>
                  <a:lnTo>
                    <a:pt x="922973" y="404812"/>
                  </a:lnTo>
                  <a:lnTo>
                    <a:pt x="935355" y="410528"/>
                  </a:lnTo>
                  <a:lnTo>
                    <a:pt x="946785" y="417195"/>
                  </a:lnTo>
                  <a:lnTo>
                    <a:pt x="959168" y="425768"/>
                  </a:lnTo>
                  <a:lnTo>
                    <a:pt x="971550" y="435293"/>
                  </a:lnTo>
                  <a:lnTo>
                    <a:pt x="983932" y="444818"/>
                  </a:lnTo>
                  <a:lnTo>
                    <a:pt x="996315" y="456248"/>
                  </a:lnTo>
                  <a:lnTo>
                    <a:pt x="1008698" y="467678"/>
                  </a:lnTo>
                  <a:lnTo>
                    <a:pt x="1021080" y="480060"/>
                  </a:lnTo>
                  <a:lnTo>
                    <a:pt x="1033462" y="492443"/>
                  </a:lnTo>
                  <a:lnTo>
                    <a:pt x="1045845" y="504825"/>
                  </a:lnTo>
                  <a:lnTo>
                    <a:pt x="1057275" y="517208"/>
                  </a:lnTo>
                  <a:lnTo>
                    <a:pt x="1069657" y="529590"/>
                  </a:lnTo>
                  <a:lnTo>
                    <a:pt x="1082040" y="541973"/>
                  </a:lnTo>
                  <a:lnTo>
                    <a:pt x="1093470" y="552450"/>
                  </a:lnTo>
                  <a:lnTo>
                    <a:pt x="1105853" y="562928"/>
                  </a:lnTo>
                  <a:lnTo>
                    <a:pt x="1118235" y="572453"/>
                  </a:lnTo>
                  <a:lnTo>
                    <a:pt x="1130618" y="581025"/>
                  </a:lnTo>
                  <a:lnTo>
                    <a:pt x="1143000" y="588645"/>
                  </a:lnTo>
                  <a:lnTo>
                    <a:pt x="1155382" y="595312"/>
                  </a:lnTo>
                  <a:lnTo>
                    <a:pt x="1167765" y="601028"/>
                  </a:lnTo>
                  <a:lnTo>
                    <a:pt x="1180148" y="604838"/>
                  </a:lnTo>
                  <a:lnTo>
                    <a:pt x="1192530" y="608648"/>
                  </a:lnTo>
                  <a:lnTo>
                    <a:pt x="1203960" y="609600"/>
                  </a:lnTo>
                  <a:lnTo>
                    <a:pt x="1216343" y="610553"/>
                  </a:lnTo>
                  <a:lnTo>
                    <a:pt x="1228725" y="609600"/>
                  </a:lnTo>
                  <a:lnTo>
                    <a:pt x="1241107" y="608648"/>
                  </a:lnTo>
                  <a:lnTo>
                    <a:pt x="1253490" y="605790"/>
                  </a:lnTo>
                  <a:lnTo>
                    <a:pt x="1265873" y="601980"/>
                  </a:lnTo>
                  <a:lnTo>
                    <a:pt x="1278255" y="597218"/>
                  </a:lnTo>
                  <a:lnTo>
                    <a:pt x="1290638" y="592455"/>
                  </a:lnTo>
                  <a:lnTo>
                    <a:pt x="1302068" y="586740"/>
                  </a:lnTo>
                  <a:lnTo>
                    <a:pt x="1314450" y="580073"/>
                  </a:lnTo>
                  <a:lnTo>
                    <a:pt x="1326832" y="573405"/>
                  </a:lnTo>
                  <a:lnTo>
                    <a:pt x="1339215" y="565785"/>
                  </a:lnTo>
                  <a:lnTo>
                    <a:pt x="1351598" y="559118"/>
                  </a:lnTo>
                  <a:lnTo>
                    <a:pt x="1363980" y="551498"/>
                  </a:lnTo>
                  <a:lnTo>
                    <a:pt x="1376362" y="544830"/>
                  </a:lnTo>
                  <a:lnTo>
                    <a:pt x="1388745" y="538162"/>
                  </a:lnTo>
                  <a:lnTo>
                    <a:pt x="1401128" y="531495"/>
                  </a:lnTo>
                  <a:lnTo>
                    <a:pt x="1412557" y="525780"/>
                  </a:lnTo>
                  <a:lnTo>
                    <a:pt x="1424940" y="520065"/>
                  </a:lnTo>
                  <a:lnTo>
                    <a:pt x="1437323" y="515303"/>
                  </a:lnTo>
                  <a:lnTo>
                    <a:pt x="1449705" y="511493"/>
                  </a:lnTo>
                  <a:lnTo>
                    <a:pt x="1462088" y="507683"/>
                  </a:lnTo>
                  <a:lnTo>
                    <a:pt x="1474470" y="504825"/>
                  </a:lnTo>
                  <a:lnTo>
                    <a:pt x="1486853" y="503873"/>
                  </a:lnTo>
                  <a:lnTo>
                    <a:pt x="1499235" y="502920"/>
                  </a:lnTo>
                  <a:lnTo>
                    <a:pt x="1510665" y="502920"/>
                  </a:lnTo>
                  <a:lnTo>
                    <a:pt x="1523048" y="503873"/>
                  </a:lnTo>
                  <a:lnTo>
                    <a:pt x="1535430" y="504825"/>
                  </a:lnTo>
                  <a:lnTo>
                    <a:pt x="1546860" y="507683"/>
                  </a:lnTo>
                  <a:lnTo>
                    <a:pt x="1559243" y="510540"/>
                  </a:lnTo>
                  <a:lnTo>
                    <a:pt x="1571625" y="514350"/>
                  </a:lnTo>
                  <a:lnTo>
                    <a:pt x="1584007" y="519112"/>
                  </a:lnTo>
                  <a:lnTo>
                    <a:pt x="1596390" y="523875"/>
                  </a:lnTo>
                  <a:lnTo>
                    <a:pt x="1608773" y="529590"/>
                  </a:lnTo>
                  <a:lnTo>
                    <a:pt x="1621155" y="535305"/>
                  </a:lnTo>
                  <a:lnTo>
                    <a:pt x="1633538" y="541020"/>
                  </a:lnTo>
                  <a:lnTo>
                    <a:pt x="1637348" y="542925"/>
                  </a:lnTo>
                </a:path>
              </a:pathLst>
            </a:custGeom>
            <a:noFill/>
            <a:ln w="17145">
              <a:solidFill>
                <a:srgbClr val="F26B3A"/>
              </a:solidFill>
              <a:custDash>
                <a:ds d="333333" sp="222222"/>
              </a:custDash>
            </a:ln>
          </p:spPr>
        </p:sp>
        <p:sp>
          <p:nvSpPr>
            <p:cNvPr id="29" name="Freeform 29"/>
            <p:cNvSpPr/>
            <p:nvPr/>
          </p:nvSpPr>
          <p:spPr>
            <a:xfrm>
              <a:off x="6925628" y="3120390"/>
              <a:ext cx="9525" cy="45720"/>
            </a:xfrm>
            <a:custGeom>
              <a:avLst/>
              <a:gdLst/>
              <a:ahLst/>
              <a:cxnLst/>
              <a:rect l="l" t="t" r="r" b="b"/>
              <a:pathLst>
                <a:path w="9525" h="45720">
                  <a:moveTo>
                    <a:pt x="0" y="0"/>
                  </a:moveTo>
                  <a:lnTo>
                    <a:pt x="0" y="4572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7538085" y="3120390"/>
              <a:ext cx="9525" cy="45720"/>
            </a:xfrm>
            <a:custGeom>
              <a:avLst/>
              <a:gdLst/>
              <a:ahLst/>
              <a:cxnLst/>
              <a:rect l="l" t="t" r="r" b="b"/>
              <a:pathLst>
                <a:path w="9525" h="45720">
                  <a:moveTo>
                    <a:pt x="0" y="0"/>
                  </a:moveTo>
                  <a:lnTo>
                    <a:pt x="0" y="4572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8151495" y="3120390"/>
              <a:ext cx="9525" cy="45720"/>
            </a:xfrm>
            <a:custGeom>
              <a:avLst/>
              <a:gdLst/>
              <a:ahLst/>
              <a:cxnLst/>
              <a:rect l="l" t="t" r="r" b="b"/>
              <a:pathLst>
                <a:path w="9525" h="45720">
                  <a:moveTo>
                    <a:pt x="0" y="0"/>
                  </a:moveTo>
                  <a:lnTo>
                    <a:pt x="0" y="4572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8763000" y="3120390"/>
              <a:ext cx="9525" cy="45720"/>
            </a:xfrm>
            <a:custGeom>
              <a:avLst/>
              <a:gdLst/>
              <a:ahLst/>
              <a:cxnLst/>
              <a:rect l="l" t="t" r="r" b="b"/>
              <a:pathLst>
                <a:path w="9525" h="45720">
                  <a:moveTo>
                    <a:pt x="0" y="0"/>
                  </a:moveTo>
                  <a:lnTo>
                    <a:pt x="0" y="4572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9376410" y="3120390"/>
              <a:ext cx="9525" cy="45720"/>
            </a:xfrm>
            <a:custGeom>
              <a:avLst/>
              <a:gdLst/>
              <a:ahLst/>
              <a:cxnLst/>
              <a:rect l="l" t="t" r="r" b="b"/>
              <a:pathLst>
                <a:path w="9525" h="45720">
                  <a:moveTo>
                    <a:pt x="0" y="0"/>
                  </a:moveTo>
                  <a:lnTo>
                    <a:pt x="0" y="4572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9988868" y="3120390"/>
              <a:ext cx="9525" cy="45720"/>
            </a:xfrm>
            <a:custGeom>
              <a:avLst/>
              <a:gdLst/>
              <a:ahLst/>
              <a:cxnLst/>
              <a:rect l="l" t="t" r="r" b="b"/>
              <a:pathLst>
                <a:path w="9525" h="45720">
                  <a:moveTo>
                    <a:pt x="0" y="0"/>
                  </a:moveTo>
                  <a:lnTo>
                    <a:pt x="0" y="4572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10601325" y="3120390"/>
              <a:ext cx="9525" cy="45720"/>
            </a:xfrm>
            <a:custGeom>
              <a:avLst/>
              <a:gdLst/>
              <a:ahLst/>
              <a:cxnLst/>
              <a:rect l="l" t="t" r="r" b="b"/>
              <a:pathLst>
                <a:path w="9525" h="45720">
                  <a:moveTo>
                    <a:pt x="0" y="0"/>
                  </a:moveTo>
                  <a:lnTo>
                    <a:pt x="0" y="4572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6512242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41371C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6545580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43391C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6577965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453A1C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6610350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463B1C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6642735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463B1C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6675120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463B1C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6707505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453A1C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6738938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42381C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6772275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3F361C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6804660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3B331C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6837045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362F1C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6869430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2F2A1C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6901815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27241C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6934200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21201C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6965632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2C281C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6998970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342E1C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7031355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3B331C"/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7063740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41371C"/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7096125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463B1C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7127558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4A3E1C"/>
              </a:solidFill>
            </a:ln>
          </p:spPr>
        </p:sp>
        <p:sp>
          <p:nvSpPr>
            <p:cNvPr id="56" name="Freeform 56"/>
            <p:cNvSpPr/>
            <p:nvPr/>
          </p:nvSpPr>
          <p:spPr>
            <a:xfrm>
              <a:off x="7160895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4E401C"/>
              </a:solidFill>
            </a:ln>
          </p:spPr>
        </p:sp>
        <p:sp>
          <p:nvSpPr>
            <p:cNvPr id="57" name="Freeform 57"/>
            <p:cNvSpPr/>
            <p:nvPr/>
          </p:nvSpPr>
          <p:spPr>
            <a:xfrm>
              <a:off x="7192328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50421C"/>
              </a:solidFill>
            </a:ln>
          </p:spPr>
        </p:sp>
        <p:sp>
          <p:nvSpPr>
            <p:cNvPr id="58" name="Freeform 58"/>
            <p:cNvSpPr/>
            <p:nvPr/>
          </p:nvSpPr>
          <p:spPr>
            <a:xfrm>
              <a:off x="7225665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51431C"/>
              </a:solidFill>
            </a:ln>
          </p:spPr>
        </p:sp>
        <p:sp>
          <p:nvSpPr>
            <p:cNvPr id="59" name="Freeform 59"/>
            <p:cNvSpPr/>
            <p:nvPr/>
          </p:nvSpPr>
          <p:spPr>
            <a:xfrm>
              <a:off x="7258050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52431C"/>
              </a:solidFill>
            </a:ln>
          </p:spPr>
        </p:sp>
        <p:sp>
          <p:nvSpPr>
            <p:cNvPr id="60" name="Freeform 60"/>
            <p:cNvSpPr/>
            <p:nvPr/>
          </p:nvSpPr>
          <p:spPr>
            <a:xfrm>
              <a:off x="7290435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51431C"/>
              </a:solidFill>
            </a:ln>
          </p:spPr>
        </p:sp>
        <p:sp>
          <p:nvSpPr>
            <p:cNvPr id="61" name="Freeform 61"/>
            <p:cNvSpPr/>
            <p:nvPr/>
          </p:nvSpPr>
          <p:spPr>
            <a:xfrm>
              <a:off x="7322820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50421C"/>
              </a:solidFill>
            </a:ln>
          </p:spPr>
        </p:sp>
        <p:sp>
          <p:nvSpPr>
            <p:cNvPr id="62" name="Freeform 62"/>
            <p:cNvSpPr/>
            <p:nvPr/>
          </p:nvSpPr>
          <p:spPr>
            <a:xfrm>
              <a:off x="7354252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4D401C"/>
              </a:solidFill>
            </a:ln>
          </p:spPr>
        </p:sp>
        <p:sp>
          <p:nvSpPr>
            <p:cNvPr id="63" name="Freeform 63"/>
            <p:cNvSpPr/>
            <p:nvPr/>
          </p:nvSpPr>
          <p:spPr>
            <a:xfrm>
              <a:off x="7387590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493D1C"/>
              </a:solidFill>
            </a:ln>
          </p:spPr>
        </p:sp>
        <p:sp>
          <p:nvSpPr>
            <p:cNvPr id="64" name="Freeform 64"/>
            <p:cNvSpPr/>
            <p:nvPr/>
          </p:nvSpPr>
          <p:spPr>
            <a:xfrm>
              <a:off x="7419022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44391C"/>
              </a:solidFill>
            </a:ln>
          </p:spPr>
        </p:sp>
        <p:sp>
          <p:nvSpPr>
            <p:cNvPr id="65" name="Freeform 65"/>
            <p:cNvSpPr/>
            <p:nvPr/>
          </p:nvSpPr>
          <p:spPr>
            <a:xfrm>
              <a:off x="7452360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3D341C"/>
              </a:solidFill>
            </a:ln>
          </p:spPr>
        </p:sp>
        <p:sp>
          <p:nvSpPr>
            <p:cNvPr id="66" name="Freeform 66"/>
            <p:cNvSpPr/>
            <p:nvPr/>
          </p:nvSpPr>
          <p:spPr>
            <a:xfrm>
              <a:off x="7484745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342E1C"/>
              </a:solidFill>
            </a:ln>
          </p:spPr>
        </p:sp>
        <p:sp>
          <p:nvSpPr>
            <p:cNvPr id="67" name="Freeform 67"/>
            <p:cNvSpPr/>
            <p:nvPr/>
          </p:nvSpPr>
          <p:spPr>
            <a:xfrm>
              <a:off x="7517130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29261C"/>
              </a:solidFill>
            </a:ln>
          </p:spPr>
        </p:sp>
        <p:sp>
          <p:nvSpPr>
            <p:cNvPr id="68" name="Freeform 68"/>
            <p:cNvSpPr/>
            <p:nvPr/>
          </p:nvSpPr>
          <p:spPr>
            <a:xfrm>
              <a:off x="7549515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24221C"/>
              </a:solidFill>
            </a:ln>
          </p:spPr>
        </p:sp>
        <p:sp>
          <p:nvSpPr>
            <p:cNvPr id="69" name="Freeform 69"/>
            <p:cNvSpPr/>
            <p:nvPr/>
          </p:nvSpPr>
          <p:spPr>
            <a:xfrm>
              <a:off x="7580948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322C1C"/>
              </a:solidFill>
            </a:ln>
          </p:spPr>
        </p:sp>
        <p:sp>
          <p:nvSpPr>
            <p:cNvPr id="70" name="Freeform 70"/>
            <p:cNvSpPr/>
            <p:nvPr/>
          </p:nvSpPr>
          <p:spPr>
            <a:xfrm>
              <a:off x="7614285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3D341C"/>
              </a:solidFill>
            </a:ln>
          </p:spPr>
        </p:sp>
        <p:sp>
          <p:nvSpPr>
            <p:cNvPr id="71" name="Freeform 71"/>
            <p:cNvSpPr/>
            <p:nvPr/>
          </p:nvSpPr>
          <p:spPr>
            <a:xfrm>
              <a:off x="7646670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473B1C"/>
              </a:solidFill>
            </a:ln>
          </p:spPr>
        </p:sp>
        <p:sp>
          <p:nvSpPr>
            <p:cNvPr id="72" name="Freeform 72"/>
            <p:cNvSpPr/>
            <p:nvPr/>
          </p:nvSpPr>
          <p:spPr>
            <a:xfrm>
              <a:off x="7679055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4F411C"/>
              </a:solidFill>
            </a:ln>
          </p:spPr>
        </p:sp>
        <p:sp>
          <p:nvSpPr>
            <p:cNvPr id="73" name="Freeform 73"/>
            <p:cNvSpPr/>
            <p:nvPr/>
          </p:nvSpPr>
          <p:spPr>
            <a:xfrm>
              <a:off x="7711440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56471B"/>
              </a:solidFill>
            </a:ln>
          </p:spPr>
        </p:sp>
        <p:sp>
          <p:nvSpPr>
            <p:cNvPr id="74" name="Freeform 74"/>
            <p:cNvSpPr/>
            <p:nvPr/>
          </p:nvSpPr>
          <p:spPr>
            <a:xfrm>
              <a:off x="7743825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5D4B1B"/>
              </a:solidFill>
            </a:ln>
          </p:spPr>
        </p:sp>
        <p:sp>
          <p:nvSpPr>
            <p:cNvPr id="75" name="Freeform 75"/>
            <p:cNvSpPr/>
            <p:nvPr/>
          </p:nvSpPr>
          <p:spPr>
            <a:xfrm>
              <a:off x="7776210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624F1B"/>
              </a:solidFill>
            </a:ln>
          </p:spPr>
        </p:sp>
        <p:sp>
          <p:nvSpPr>
            <p:cNvPr id="76" name="Freeform 76"/>
            <p:cNvSpPr/>
            <p:nvPr/>
          </p:nvSpPr>
          <p:spPr>
            <a:xfrm>
              <a:off x="7807642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66521B"/>
              </a:solidFill>
            </a:ln>
          </p:spPr>
        </p:sp>
        <p:sp>
          <p:nvSpPr>
            <p:cNvPr id="77" name="Freeform 77"/>
            <p:cNvSpPr/>
            <p:nvPr/>
          </p:nvSpPr>
          <p:spPr>
            <a:xfrm>
              <a:off x="7840980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68541B"/>
              </a:solidFill>
            </a:ln>
          </p:spPr>
        </p:sp>
        <p:sp>
          <p:nvSpPr>
            <p:cNvPr id="78" name="Freeform 78"/>
            <p:cNvSpPr/>
            <p:nvPr/>
          </p:nvSpPr>
          <p:spPr>
            <a:xfrm>
              <a:off x="7873365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6A551B"/>
              </a:solidFill>
            </a:ln>
          </p:spPr>
        </p:sp>
        <p:sp>
          <p:nvSpPr>
            <p:cNvPr id="79" name="Freeform 79"/>
            <p:cNvSpPr/>
            <p:nvPr/>
          </p:nvSpPr>
          <p:spPr>
            <a:xfrm>
              <a:off x="7905750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6A551B"/>
              </a:solidFill>
            </a:ln>
          </p:spPr>
        </p:sp>
        <p:sp>
          <p:nvSpPr>
            <p:cNvPr id="80" name="Freeform 80"/>
            <p:cNvSpPr/>
            <p:nvPr/>
          </p:nvSpPr>
          <p:spPr>
            <a:xfrm>
              <a:off x="7938135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68541B"/>
              </a:solidFill>
            </a:ln>
          </p:spPr>
        </p:sp>
        <p:sp>
          <p:nvSpPr>
            <p:cNvPr id="81" name="Freeform 81"/>
            <p:cNvSpPr/>
            <p:nvPr/>
          </p:nvSpPr>
          <p:spPr>
            <a:xfrm>
              <a:off x="7970520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65511B"/>
              </a:solidFill>
            </a:ln>
          </p:spPr>
        </p:sp>
        <p:sp>
          <p:nvSpPr>
            <p:cNvPr id="82" name="Freeform 82"/>
            <p:cNvSpPr/>
            <p:nvPr/>
          </p:nvSpPr>
          <p:spPr>
            <a:xfrm>
              <a:off x="8002905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5F4D1B"/>
              </a:solidFill>
            </a:ln>
          </p:spPr>
        </p:sp>
        <p:sp>
          <p:nvSpPr>
            <p:cNvPr id="83" name="Freeform 83"/>
            <p:cNvSpPr/>
            <p:nvPr/>
          </p:nvSpPr>
          <p:spPr>
            <a:xfrm>
              <a:off x="8034338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58481B"/>
              </a:solidFill>
            </a:ln>
          </p:spPr>
        </p:sp>
        <p:sp>
          <p:nvSpPr>
            <p:cNvPr id="84" name="Freeform 84"/>
            <p:cNvSpPr/>
            <p:nvPr/>
          </p:nvSpPr>
          <p:spPr>
            <a:xfrm>
              <a:off x="8067675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4E411C"/>
              </a:solidFill>
            </a:ln>
          </p:spPr>
        </p:sp>
        <p:sp>
          <p:nvSpPr>
            <p:cNvPr id="85" name="Freeform 85"/>
            <p:cNvSpPr/>
            <p:nvPr/>
          </p:nvSpPr>
          <p:spPr>
            <a:xfrm>
              <a:off x="8100060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41371C"/>
              </a:solidFill>
            </a:ln>
          </p:spPr>
        </p:sp>
        <p:sp>
          <p:nvSpPr>
            <p:cNvPr id="86" name="Freeform 86"/>
            <p:cNvSpPr/>
            <p:nvPr/>
          </p:nvSpPr>
          <p:spPr>
            <a:xfrm>
              <a:off x="8132445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2F2A1C"/>
              </a:solidFill>
            </a:ln>
          </p:spPr>
        </p:sp>
        <p:sp>
          <p:nvSpPr>
            <p:cNvPr id="87" name="Freeform 87"/>
            <p:cNvSpPr/>
            <p:nvPr/>
          </p:nvSpPr>
          <p:spPr>
            <a:xfrm>
              <a:off x="8164830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2C281C"/>
              </a:solidFill>
            </a:ln>
          </p:spPr>
        </p:sp>
        <p:sp>
          <p:nvSpPr>
            <p:cNvPr id="88" name="Freeform 88"/>
            <p:cNvSpPr/>
            <p:nvPr/>
          </p:nvSpPr>
          <p:spPr>
            <a:xfrm>
              <a:off x="8197215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43381C"/>
              </a:solidFill>
            </a:ln>
          </p:spPr>
        </p:sp>
        <p:sp>
          <p:nvSpPr>
            <p:cNvPr id="89" name="Freeform 89"/>
            <p:cNvSpPr/>
            <p:nvPr/>
          </p:nvSpPr>
          <p:spPr>
            <a:xfrm>
              <a:off x="8229600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56461B"/>
              </a:solidFill>
            </a:ln>
          </p:spPr>
        </p:sp>
        <p:sp>
          <p:nvSpPr>
            <p:cNvPr id="90" name="Freeform 90"/>
            <p:cNvSpPr/>
            <p:nvPr/>
          </p:nvSpPr>
          <p:spPr>
            <a:xfrm>
              <a:off x="8261032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68531B"/>
              </a:solidFill>
            </a:ln>
          </p:spPr>
        </p:sp>
        <p:sp>
          <p:nvSpPr>
            <p:cNvPr id="91" name="Freeform 91"/>
            <p:cNvSpPr/>
            <p:nvPr/>
          </p:nvSpPr>
          <p:spPr>
            <a:xfrm>
              <a:off x="8294370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79601B"/>
              </a:solidFill>
            </a:ln>
          </p:spPr>
        </p:sp>
        <p:sp>
          <p:nvSpPr>
            <p:cNvPr id="92" name="Freeform 92"/>
            <p:cNvSpPr/>
            <p:nvPr/>
          </p:nvSpPr>
          <p:spPr>
            <a:xfrm>
              <a:off x="8326755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896C1B"/>
              </a:solidFill>
            </a:ln>
          </p:spPr>
        </p:sp>
        <p:sp>
          <p:nvSpPr>
            <p:cNvPr id="93" name="Freeform 93"/>
            <p:cNvSpPr/>
            <p:nvPr/>
          </p:nvSpPr>
          <p:spPr>
            <a:xfrm>
              <a:off x="8359140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98771B"/>
              </a:solidFill>
            </a:ln>
          </p:spPr>
        </p:sp>
        <p:sp>
          <p:nvSpPr>
            <p:cNvPr id="94" name="Freeform 94"/>
            <p:cNvSpPr/>
            <p:nvPr/>
          </p:nvSpPr>
          <p:spPr>
            <a:xfrm>
              <a:off x="8391525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A7811B"/>
              </a:solidFill>
            </a:ln>
          </p:spPr>
        </p:sp>
        <p:sp>
          <p:nvSpPr>
            <p:cNvPr id="95" name="Freeform 95"/>
            <p:cNvSpPr/>
            <p:nvPr/>
          </p:nvSpPr>
          <p:spPr>
            <a:xfrm>
              <a:off x="8422958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B48B1B"/>
              </a:solidFill>
            </a:ln>
          </p:spPr>
        </p:sp>
        <p:sp>
          <p:nvSpPr>
            <p:cNvPr id="96" name="Freeform 96"/>
            <p:cNvSpPr/>
            <p:nvPr/>
          </p:nvSpPr>
          <p:spPr>
            <a:xfrm>
              <a:off x="8456295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C1951B"/>
              </a:solidFill>
            </a:ln>
          </p:spPr>
        </p:sp>
        <p:sp>
          <p:nvSpPr>
            <p:cNvPr id="97" name="Freeform 97"/>
            <p:cNvSpPr/>
            <p:nvPr/>
          </p:nvSpPr>
          <p:spPr>
            <a:xfrm>
              <a:off x="8487728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CD9D1A"/>
              </a:solidFill>
            </a:ln>
          </p:spPr>
        </p:sp>
        <p:sp>
          <p:nvSpPr>
            <p:cNvPr id="98" name="Freeform 98"/>
            <p:cNvSpPr/>
            <p:nvPr/>
          </p:nvSpPr>
          <p:spPr>
            <a:xfrm>
              <a:off x="8521065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D7A51A"/>
              </a:solidFill>
            </a:ln>
          </p:spPr>
        </p:sp>
        <p:sp>
          <p:nvSpPr>
            <p:cNvPr id="99" name="Freeform 99"/>
            <p:cNvSpPr/>
            <p:nvPr/>
          </p:nvSpPr>
          <p:spPr>
            <a:xfrm>
              <a:off x="8553450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E1AC1A"/>
              </a:solidFill>
            </a:ln>
          </p:spPr>
        </p:sp>
        <p:sp>
          <p:nvSpPr>
            <p:cNvPr id="100" name="Freeform 100"/>
            <p:cNvSpPr/>
            <p:nvPr/>
          </p:nvSpPr>
          <p:spPr>
            <a:xfrm>
              <a:off x="8585835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E9B21A"/>
              </a:solidFill>
            </a:ln>
          </p:spPr>
        </p:sp>
        <p:sp>
          <p:nvSpPr>
            <p:cNvPr id="101" name="Freeform 101"/>
            <p:cNvSpPr/>
            <p:nvPr/>
          </p:nvSpPr>
          <p:spPr>
            <a:xfrm>
              <a:off x="8618220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F0B71A"/>
              </a:solidFill>
            </a:ln>
          </p:spPr>
        </p:sp>
        <p:sp>
          <p:nvSpPr>
            <p:cNvPr id="102" name="Freeform 102"/>
            <p:cNvSpPr/>
            <p:nvPr/>
          </p:nvSpPr>
          <p:spPr>
            <a:xfrm>
              <a:off x="8649652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F6BC1A"/>
              </a:solidFill>
            </a:ln>
          </p:spPr>
        </p:sp>
        <p:sp>
          <p:nvSpPr>
            <p:cNvPr id="103" name="Freeform 103"/>
            <p:cNvSpPr/>
            <p:nvPr/>
          </p:nvSpPr>
          <p:spPr>
            <a:xfrm>
              <a:off x="8682990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FABF1A"/>
              </a:solidFill>
            </a:ln>
          </p:spPr>
        </p:sp>
        <p:sp>
          <p:nvSpPr>
            <p:cNvPr id="104" name="Freeform 104"/>
            <p:cNvSpPr/>
            <p:nvPr/>
          </p:nvSpPr>
          <p:spPr>
            <a:xfrm>
              <a:off x="8714422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FDC11A"/>
              </a:solidFill>
            </a:ln>
          </p:spPr>
        </p:sp>
        <p:sp>
          <p:nvSpPr>
            <p:cNvPr id="105" name="Freeform 105"/>
            <p:cNvSpPr/>
            <p:nvPr/>
          </p:nvSpPr>
          <p:spPr>
            <a:xfrm>
              <a:off x="8747760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FFC21A"/>
              </a:solidFill>
            </a:ln>
          </p:spPr>
        </p:sp>
        <p:sp>
          <p:nvSpPr>
            <p:cNvPr id="106" name="Freeform 106"/>
            <p:cNvSpPr/>
            <p:nvPr/>
          </p:nvSpPr>
          <p:spPr>
            <a:xfrm>
              <a:off x="8780145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FFC21A"/>
              </a:solidFill>
            </a:ln>
          </p:spPr>
        </p:sp>
        <p:sp>
          <p:nvSpPr>
            <p:cNvPr id="107" name="Freeform 107"/>
            <p:cNvSpPr/>
            <p:nvPr/>
          </p:nvSpPr>
          <p:spPr>
            <a:xfrm>
              <a:off x="8812530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FDC11A"/>
              </a:solidFill>
            </a:ln>
          </p:spPr>
        </p:sp>
        <p:sp>
          <p:nvSpPr>
            <p:cNvPr id="108" name="Freeform 108"/>
            <p:cNvSpPr/>
            <p:nvPr/>
          </p:nvSpPr>
          <p:spPr>
            <a:xfrm>
              <a:off x="8844915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FABF1A"/>
              </a:solidFill>
            </a:ln>
          </p:spPr>
        </p:sp>
        <p:sp>
          <p:nvSpPr>
            <p:cNvPr id="109" name="Freeform 109"/>
            <p:cNvSpPr/>
            <p:nvPr/>
          </p:nvSpPr>
          <p:spPr>
            <a:xfrm>
              <a:off x="8876348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F6BC1A"/>
              </a:solidFill>
            </a:ln>
          </p:spPr>
        </p:sp>
        <p:sp>
          <p:nvSpPr>
            <p:cNvPr id="110" name="Freeform 110"/>
            <p:cNvSpPr/>
            <p:nvPr/>
          </p:nvSpPr>
          <p:spPr>
            <a:xfrm>
              <a:off x="8909685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F0B71A"/>
              </a:solidFill>
            </a:ln>
          </p:spPr>
        </p:sp>
        <p:sp>
          <p:nvSpPr>
            <p:cNvPr id="111" name="Freeform 111"/>
            <p:cNvSpPr/>
            <p:nvPr/>
          </p:nvSpPr>
          <p:spPr>
            <a:xfrm>
              <a:off x="8942070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E9B21A"/>
              </a:solidFill>
            </a:ln>
          </p:spPr>
        </p:sp>
        <p:sp>
          <p:nvSpPr>
            <p:cNvPr id="112" name="Freeform 112"/>
            <p:cNvSpPr/>
            <p:nvPr/>
          </p:nvSpPr>
          <p:spPr>
            <a:xfrm>
              <a:off x="8974455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E1AC1A"/>
              </a:solidFill>
            </a:ln>
          </p:spPr>
        </p:sp>
        <p:sp>
          <p:nvSpPr>
            <p:cNvPr id="113" name="Freeform 113"/>
            <p:cNvSpPr/>
            <p:nvPr/>
          </p:nvSpPr>
          <p:spPr>
            <a:xfrm>
              <a:off x="9006840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D7A51A"/>
              </a:solidFill>
            </a:ln>
          </p:spPr>
        </p:sp>
        <p:sp>
          <p:nvSpPr>
            <p:cNvPr id="114" name="Freeform 114"/>
            <p:cNvSpPr/>
            <p:nvPr/>
          </p:nvSpPr>
          <p:spPr>
            <a:xfrm>
              <a:off x="9039225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CD9D1A"/>
              </a:solidFill>
            </a:ln>
          </p:spPr>
        </p:sp>
        <p:sp>
          <p:nvSpPr>
            <p:cNvPr id="115" name="Freeform 115"/>
            <p:cNvSpPr/>
            <p:nvPr/>
          </p:nvSpPr>
          <p:spPr>
            <a:xfrm>
              <a:off x="9071610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C1951B"/>
              </a:solidFill>
            </a:ln>
          </p:spPr>
        </p:sp>
        <p:sp>
          <p:nvSpPr>
            <p:cNvPr id="116" name="Freeform 116"/>
            <p:cNvSpPr/>
            <p:nvPr/>
          </p:nvSpPr>
          <p:spPr>
            <a:xfrm>
              <a:off x="9103042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B48B1B"/>
              </a:solidFill>
            </a:ln>
          </p:spPr>
        </p:sp>
        <p:sp>
          <p:nvSpPr>
            <p:cNvPr id="117" name="Freeform 117"/>
            <p:cNvSpPr/>
            <p:nvPr/>
          </p:nvSpPr>
          <p:spPr>
            <a:xfrm>
              <a:off x="9136380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A7811B"/>
              </a:solidFill>
            </a:ln>
          </p:spPr>
        </p:sp>
        <p:sp>
          <p:nvSpPr>
            <p:cNvPr id="118" name="Freeform 118"/>
            <p:cNvSpPr/>
            <p:nvPr/>
          </p:nvSpPr>
          <p:spPr>
            <a:xfrm>
              <a:off x="9168765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98771B"/>
              </a:solidFill>
            </a:ln>
          </p:spPr>
        </p:sp>
        <p:sp>
          <p:nvSpPr>
            <p:cNvPr id="119" name="Freeform 119"/>
            <p:cNvSpPr/>
            <p:nvPr/>
          </p:nvSpPr>
          <p:spPr>
            <a:xfrm>
              <a:off x="9201150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896C1B"/>
              </a:solidFill>
            </a:ln>
          </p:spPr>
        </p:sp>
        <p:sp>
          <p:nvSpPr>
            <p:cNvPr id="120" name="Freeform 120"/>
            <p:cNvSpPr/>
            <p:nvPr/>
          </p:nvSpPr>
          <p:spPr>
            <a:xfrm>
              <a:off x="9233535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79601B"/>
              </a:solidFill>
            </a:ln>
          </p:spPr>
        </p:sp>
        <p:sp>
          <p:nvSpPr>
            <p:cNvPr id="121" name="Freeform 121"/>
            <p:cNvSpPr/>
            <p:nvPr/>
          </p:nvSpPr>
          <p:spPr>
            <a:xfrm>
              <a:off x="9265920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68531B"/>
              </a:solidFill>
            </a:ln>
          </p:spPr>
        </p:sp>
        <p:sp>
          <p:nvSpPr>
            <p:cNvPr id="122" name="Freeform 122"/>
            <p:cNvSpPr/>
            <p:nvPr/>
          </p:nvSpPr>
          <p:spPr>
            <a:xfrm>
              <a:off x="9298305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56461B"/>
              </a:solidFill>
            </a:ln>
          </p:spPr>
        </p:sp>
        <p:sp>
          <p:nvSpPr>
            <p:cNvPr id="123" name="Freeform 123"/>
            <p:cNvSpPr/>
            <p:nvPr/>
          </p:nvSpPr>
          <p:spPr>
            <a:xfrm>
              <a:off x="9329738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43381C"/>
              </a:solidFill>
            </a:ln>
          </p:spPr>
        </p:sp>
        <p:sp>
          <p:nvSpPr>
            <p:cNvPr id="124" name="Freeform 124"/>
            <p:cNvSpPr/>
            <p:nvPr/>
          </p:nvSpPr>
          <p:spPr>
            <a:xfrm>
              <a:off x="9363075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2C281C"/>
              </a:solidFill>
            </a:ln>
          </p:spPr>
        </p:sp>
        <p:sp>
          <p:nvSpPr>
            <p:cNvPr id="125" name="Freeform 125"/>
            <p:cNvSpPr/>
            <p:nvPr/>
          </p:nvSpPr>
          <p:spPr>
            <a:xfrm>
              <a:off x="9395460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2F2A1C"/>
              </a:solidFill>
            </a:ln>
          </p:spPr>
        </p:sp>
        <p:sp>
          <p:nvSpPr>
            <p:cNvPr id="126" name="Freeform 126"/>
            <p:cNvSpPr/>
            <p:nvPr/>
          </p:nvSpPr>
          <p:spPr>
            <a:xfrm>
              <a:off x="9427845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41371C"/>
              </a:solidFill>
            </a:ln>
          </p:spPr>
        </p:sp>
        <p:sp>
          <p:nvSpPr>
            <p:cNvPr id="127" name="Freeform 127"/>
            <p:cNvSpPr/>
            <p:nvPr/>
          </p:nvSpPr>
          <p:spPr>
            <a:xfrm>
              <a:off x="9460230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4E411C"/>
              </a:solidFill>
            </a:ln>
          </p:spPr>
        </p:sp>
        <p:sp>
          <p:nvSpPr>
            <p:cNvPr id="128" name="Freeform 128"/>
            <p:cNvSpPr/>
            <p:nvPr/>
          </p:nvSpPr>
          <p:spPr>
            <a:xfrm>
              <a:off x="9492615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58481B"/>
              </a:solidFill>
            </a:ln>
          </p:spPr>
        </p:sp>
        <p:sp>
          <p:nvSpPr>
            <p:cNvPr id="129" name="Freeform 129"/>
            <p:cNvSpPr/>
            <p:nvPr/>
          </p:nvSpPr>
          <p:spPr>
            <a:xfrm>
              <a:off x="9525000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5F4D1B"/>
              </a:solidFill>
            </a:ln>
          </p:spPr>
        </p:sp>
        <p:sp>
          <p:nvSpPr>
            <p:cNvPr id="130" name="Freeform 130"/>
            <p:cNvSpPr/>
            <p:nvPr/>
          </p:nvSpPr>
          <p:spPr>
            <a:xfrm>
              <a:off x="9556432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65511B"/>
              </a:solidFill>
            </a:ln>
          </p:spPr>
        </p:sp>
        <p:sp>
          <p:nvSpPr>
            <p:cNvPr id="131" name="Freeform 131"/>
            <p:cNvSpPr/>
            <p:nvPr/>
          </p:nvSpPr>
          <p:spPr>
            <a:xfrm>
              <a:off x="9589770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68541B"/>
              </a:solidFill>
            </a:ln>
          </p:spPr>
        </p:sp>
        <p:sp>
          <p:nvSpPr>
            <p:cNvPr id="132" name="Freeform 132"/>
            <p:cNvSpPr/>
            <p:nvPr/>
          </p:nvSpPr>
          <p:spPr>
            <a:xfrm>
              <a:off x="9622155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6A551B"/>
              </a:solidFill>
            </a:ln>
          </p:spPr>
        </p:sp>
        <p:sp>
          <p:nvSpPr>
            <p:cNvPr id="133" name="Freeform 133"/>
            <p:cNvSpPr/>
            <p:nvPr/>
          </p:nvSpPr>
          <p:spPr>
            <a:xfrm>
              <a:off x="9654540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6A551B"/>
              </a:solidFill>
            </a:ln>
          </p:spPr>
        </p:sp>
        <p:sp>
          <p:nvSpPr>
            <p:cNvPr id="134" name="Freeform 134"/>
            <p:cNvSpPr/>
            <p:nvPr/>
          </p:nvSpPr>
          <p:spPr>
            <a:xfrm>
              <a:off x="9686925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68541B"/>
              </a:solidFill>
            </a:ln>
          </p:spPr>
        </p:sp>
        <p:sp>
          <p:nvSpPr>
            <p:cNvPr id="135" name="Freeform 135"/>
            <p:cNvSpPr/>
            <p:nvPr/>
          </p:nvSpPr>
          <p:spPr>
            <a:xfrm>
              <a:off x="9718358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66521B"/>
              </a:solidFill>
            </a:ln>
          </p:spPr>
        </p:sp>
        <p:sp>
          <p:nvSpPr>
            <p:cNvPr id="136" name="Freeform 136"/>
            <p:cNvSpPr/>
            <p:nvPr/>
          </p:nvSpPr>
          <p:spPr>
            <a:xfrm>
              <a:off x="9751695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624F1B"/>
              </a:solidFill>
            </a:ln>
          </p:spPr>
        </p:sp>
        <p:sp>
          <p:nvSpPr>
            <p:cNvPr id="137" name="Freeform 137"/>
            <p:cNvSpPr/>
            <p:nvPr/>
          </p:nvSpPr>
          <p:spPr>
            <a:xfrm>
              <a:off x="9783128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5D4B1B"/>
              </a:solidFill>
            </a:ln>
          </p:spPr>
        </p:sp>
        <p:sp>
          <p:nvSpPr>
            <p:cNvPr id="138" name="Freeform 138"/>
            <p:cNvSpPr/>
            <p:nvPr/>
          </p:nvSpPr>
          <p:spPr>
            <a:xfrm>
              <a:off x="9816465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56471B"/>
              </a:solidFill>
            </a:ln>
          </p:spPr>
        </p:sp>
        <p:sp>
          <p:nvSpPr>
            <p:cNvPr id="139" name="Freeform 139"/>
            <p:cNvSpPr/>
            <p:nvPr/>
          </p:nvSpPr>
          <p:spPr>
            <a:xfrm>
              <a:off x="9848850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4F411C"/>
              </a:solidFill>
            </a:ln>
          </p:spPr>
        </p:sp>
        <p:sp>
          <p:nvSpPr>
            <p:cNvPr id="140" name="Freeform 140"/>
            <p:cNvSpPr/>
            <p:nvPr/>
          </p:nvSpPr>
          <p:spPr>
            <a:xfrm>
              <a:off x="9881235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473B1C"/>
              </a:solidFill>
            </a:ln>
          </p:spPr>
        </p:sp>
        <p:sp>
          <p:nvSpPr>
            <p:cNvPr id="141" name="Freeform 141"/>
            <p:cNvSpPr/>
            <p:nvPr/>
          </p:nvSpPr>
          <p:spPr>
            <a:xfrm>
              <a:off x="9913620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3D341C"/>
              </a:solidFill>
            </a:ln>
          </p:spPr>
        </p:sp>
        <p:sp>
          <p:nvSpPr>
            <p:cNvPr id="142" name="Freeform 142"/>
            <p:cNvSpPr/>
            <p:nvPr/>
          </p:nvSpPr>
          <p:spPr>
            <a:xfrm>
              <a:off x="9945052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322C1C"/>
              </a:solidFill>
            </a:ln>
          </p:spPr>
        </p:sp>
        <p:sp>
          <p:nvSpPr>
            <p:cNvPr id="143" name="Freeform 143"/>
            <p:cNvSpPr/>
            <p:nvPr/>
          </p:nvSpPr>
          <p:spPr>
            <a:xfrm>
              <a:off x="9978390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24221C"/>
              </a:solidFill>
            </a:ln>
          </p:spPr>
        </p:sp>
        <p:sp>
          <p:nvSpPr>
            <p:cNvPr id="144" name="Freeform 144"/>
            <p:cNvSpPr/>
            <p:nvPr/>
          </p:nvSpPr>
          <p:spPr>
            <a:xfrm>
              <a:off x="10009822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29261C"/>
              </a:solidFill>
            </a:ln>
          </p:spPr>
        </p:sp>
        <p:sp>
          <p:nvSpPr>
            <p:cNvPr id="145" name="Freeform 145"/>
            <p:cNvSpPr/>
            <p:nvPr/>
          </p:nvSpPr>
          <p:spPr>
            <a:xfrm>
              <a:off x="10043160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342E1C"/>
              </a:solidFill>
            </a:ln>
          </p:spPr>
        </p:sp>
        <p:sp>
          <p:nvSpPr>
            <p:cNvPr id="146" name="Freeform 146"/>
            <p:cNvSpPr/>
            <p:nvPr/>
          </p:nvSpPr>
          <p:spPr>
            <a:xfrm>
              <a:off x="10075545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3D341C"/>
              </a:solidFill>
            </a:ln>
          </p:spPr>
        </p:sp>
        <p:sp>
          <p:nvSpPr>
            <p:cNvPr id="147" name="Freeform 147"/>
            <p:cNvSpPr/>
            <p:nvPr/>
          </p:nvSpPr>
          <p:spPr>
            <a:xfrm>
              <a:off x="10107930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44391C"/>
              </a:solidFill>
            </a:ln>
          </p:spPr>
        </p:sp>
        <p:sp>
          <p:nvSpPr>
            <p:cNvPr id="148" name="Freeform 148"/>
            <p:cNvSpPr/>
            <p:nvPr/>
          </p:nvSpPr>
          <p:spPr>
            <a:xfrm>
              <a:off x="10140315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493D1C"/>
              </a:solidFill>
            </a:ln>
          </p:spPr>
        </p:sp>
        <p:sp>
          <p:nvSpPr>
            <p:cNvPr id="149" name="Freeform 149"/>
            <p:cNvSpPr/>
            <p:nvPr/>
          </p:nvSpPr>
          <p:spPr>
            <a:xfrm>
              <a:off x="10171748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4D401C"/>
              </a:solidFill>
            </a:ln>
          </p:spPr>
        </p:sp>
        <p:sp>
          <p:nvSpPr>
            <p:cNvPr id="150" name="Freeform 150"/>
            <p:cNvSpPr/>
            <p:nvPr/>
          </p:nvSpPr>
          <p:spPr>
            <a:xfrm>
              <a:off x="10205085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50421C"/>
              </a:solidFill>
            </a:ln>
          </p:spPr>
        </p:sp>
        <p:sp>
          <p:nvSpPr>
            <p:cNvPr id="151" name="Freeform 151"/>
            <p:cNvSpPr/>
            <p:nvPr/>
          </p:nvSpPr>
          <p:spPr>
            <a:xfrm>
              <a:off x="10237470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51431C"/>
              </a:solidFill>
            </a:ln>
          </p:spPr>
        </p:sp>
        <p:sp>
          <p:nvSpPr>
            <p:cNvPr id="152" name="Freeform 152"/>
            <p:cNvSpPr/>
            <p:nvPr/>
          </p:nvSpPr>
          <p:spPr>
            <a:xfrm>
              <a:off x="10269855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52431C"/>
              </a:solidFill>
            </a:ln>
          </p:spPr>
        </p:sp>
        <p:sp>
          <p:nvSpPr>
            <p:cNvPr id="153" name="Freeform 153"/>
            <p:cNvSpPr/>
            <p:nvPr/>
          </p:nvSpPr>
          <p:spPr>
            <a:xfrm>
              <a:off x="10302240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51431C"/>
              </a:solidFill>
            </a:ln>
          </p:spPr>
        </p:sp>
        <p:sp>
          <p:nvSpPr>
            <p:cNvPr id="154" name="Freeform 154"/>
            <p:cNvSpPr/>
            <p:nvPr/>
          </p:nvSpPr>
          <p:spPr>
            <a:xfrm>
              <a:off x="10334625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50421C"/>
              </a:solidFill>
            </a:ln>
          </p:spPr>
        </p:sp>
        <p:sp>
          <p:nvSpPr>
            <p:cNvPr id="155" name="Freeform 155"/>
            <p:cNvSpPr/>
            <p:nvPr/>
          </p:nvSpPr>
          <p:spPr>
            <a:xfrm>
              <a:off x="10367010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4E401C"/>
              </a:solidFill>
            </a:ln>
          </p:spPr>
        </p:sp>
        <p:sp>
          <p:nvSpPr>
            <p:cNvPr id="156" name="Freeform 156"/>
            <p:cNvSpPr/>
            <p:nvPr/>
          </p:nvSpPr>
          <p:spPr>
            <a:xfrm>
              <a:off x="10398442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4A3E1C"/>
              </a:solidFill>
            </a:ln>
          </p:spPr>
        </p:sp>
        <p:sp>
          <p:nvSpPr>
            <p:cNvPr id="157" name="Freeform 157"/>
            <p:cNvSpPr/>
            <p:nvPr/>
          </p:nvSpPr>
          <p:spPr>
            <a:xfrm>
              <a:off x="10431780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463B1C"/>
              </a:solidFill>
            </a:ln>
          </p:spPr>
        </p:sp>
        <p:sp>
          <p:nvSpPr>
            <p:cNvPr id="158" name="Freeform 158"/>
            <p:cNvSpPr/>
            <p:nvPr/>
          </p:nvSpPr>
          <p:spPr>
            <a:xfrm>
              <a:off x="10464165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41371C"/>
              </a:solidFill>
            </a:ln>
          </p:spPr>
        </p:sp>
        <p:sp>
          <p:nvSpPr>
            <p:cNvPr id="159" name="Freeform 159"/>
            <p:cNvSpPr/>
            <p:nvPr/>
          </p:nvSpPr>
          <p:spPr>
            <a:xfrm>
              <a:off x="10496550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3B331C"/>
              </a:solidFill>
            </a:ln>
          </p:spPr>
        </p:sp>
        <p:sp>
          <p:nvSpPr>
            <p:cNvPr id="160" name="Freeform 160"/>
            <p:cNvSpPr/>
            <p:nvPr/>
          </p:nvSpPr>
          <p:spPr>
            <a:xfrm>
              <a:off x="10528935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342E1C"/>
              </a:solidFill>
            </a:ln>
          </p:spPr>
        </p:sp>
        <p:sp>
          <p:nvSpPr>
            <p:cNvPr id="161" name="Freeform 161"/>
            <p:cNvSpPr/>
            <p:nvPr/>
          </p:nvSpPr>
          <p:spPr>
            <a:xfrm>
              <a:off x="10561320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2C281C"/>
              </a:solidFill>
            </a:ln>
          </p:spPr>
        </p:sp>
        <p:sp>
          <p:nvSpPr>
            <p:cNvPr id="162" name="Freeform 162"/>
            <p:cNvSpPr/>
            <p:nvPr/>
          </p:nvSpPr>
          <p:spPr>
            <a:xfrm>
              <a:off x="10593705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21201C"/>
              </a:solidFill>
            </a:ln>
          </p:spPr>
        </p:sp>
        <p:sp>
          <p:nvSpPr>
            <p:cNvPr id="163" name="Freeform 163"/>
            <p:cNvSpPr/>
            <p:nvPr/>
          </p:nvSpPr>
          <p:spPr>
            <a:xfrm>
              <a:off x="10625138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27241C"/>
              </a:solidFill>
            </a:ln>
          </p:spPr>
        </p:sp>
        <p:sp>
          <p:nvSpPr>
            <p:cNvPr id="164" name="Freeform 164"/>
            <p:cNvSpPr/>
            <p:nvPr/>
          </p:nvSpPr>
          <p:spPr>
            <a:xfrm>
              <a:off x="10658475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2F2A1C"/>
              </a:solidFill>
            </a:ln>
          </p:spPr>
        </p:sp>
        <p:sp>
          <p:nvSpPr>
            <p:cNvPr id="165" name="Freeform 165"/>
            <p:cNvSpPr/>
            <p:nvPr/>
          </p:nvSpPr>
          <p:spPr>
            <a:xfrm>
              <a:off x="10690860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362F1C"/>
              </a:solidFill>
            </a:ln>
          </p:spPr>
        </p:sp>
        <p:sp>
          <p:nvSpPr>
            <p:cNvPr id="166" name="Freeform 166"/>
            <p:cNvSpPr/>
            <p:nvPr/>
          </p:nvSpPr>
          <p:spPr>
            <a:xfrm>
              <a:off x="10723245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3B331C"/>
              </a:solidFill>
            </a:ln>
          </p:spPr>
        </p:sp>
        <p:sp>
          <p:nvSpPr>
            <p:cNvPr id="167" name="Freeform 167"/>
            <p:cNvSpPr/>
            <p:nvPr/>
          </p:nvSpPr>
          <p:spPr>
            <a:xfrm>
              <a:off x="10755630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3F361C"/>
              </a:solidFill>
            </a:ln>
          </p:spPr>
        </p:sp>
        <p:sp>
          <p:nvSpPr>
            <p:cNvPr id="168" name="Freeform 168"/>
            <p:cNvSpPr/>
            <p:nvPr/>
          </p:nvSpPr>
          <p:spPr>
            <a:xfrm>
              <a:off x="10788015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42381C"/>
              </a:solidFill>
            </a:ln>
          </p:spPr>
        </p:sp>
        <p:sp>
          <p:nvSpPr>
            <p:cNvPr id="169" name="Freeform 169"/>
            <p:cNvSpPr/>
            <p:nvPr/>
          </p:nvSpPr>
          <p:spPr>
            <a:xfrm>
              <a:off x="10820400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453A1C"/>
              </a:solidFill>
            </a:ln>
          </p:spPr>
        </p:sp>
        <p:sp>
          <p:nvSpPr>
            <p:cNvPr id="170" name="Freeform 170"/>
            <p:cNvSpPr/>
            <p:nvPr/>
          </p:nvSpPr>
          <p:spPr>
            <a:xfrm>
              <a:off x="10851832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463B1C"/>
              </a:solidFill>
            </a:ln>
          </p:spPr>
        </p:sp>
        <p:sp>
          <p:nvSpPr>
            <p:cNvPr id="171" name="Freeform 171"/>
            <p:cNvSpPr/>
            <p:nvPr/>
          </p:nvSpPr>
          <p:spPr>
            <a:xfrm>
              <a:off x="10885170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463B1C"/>
              </a:solidFill>
            </a:ln>
          </p:spPr>
        </p:sp>
        <p:sp>
          <p:nvSpPr>
            <p:cNvPr id="172" name="Freeform 172"/>
            <p:cNvSpPr/>
            <p:nvPr/>
          </p:nvSpPr>
          <p:spPr>
            <a:xfrm>
              <a:off x="10917555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463B1C"/>
              </a:solidFill>
            </a:ln>
          </p:spPr>
        </p:sp>
        <p:sp>
          <p:nvSpPr>
            <p:cNvPr id="173" name="Freeform 173"/>
            <p:cNvSpPr/>
            <p:nvPr/>
          </p:nvSpPr>
          <p:spPr>
            <a:xfrm>
              <a:off x="10949940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453A1C"/>
              </a:solidFill>
            </a:ln>
          </p:spPr>
        </p:sp>
        <p:sp>
          <p:nvSpPr>
            <p:cNvPr id="174" name="Freeform 174"/>
            <p:cNvSpPr/>
            <p:nvPr/>
          </p:nvSpPr>
          <p:spPr>
            <a:xfrm>
              <a:off x="10982325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43391C"/>
              </a:solidFill>
            </a:ln>
          </p:spPr>
        </p:sp>
        <p:sp>
          <p:nvSpPr>
            <p:cNvPr id="175" name="Freeform 175"/>
            <p:cNvSpPr/>
            <p:nvPr/>
          </p:nvSpPr>
          <p:spPr>
            <a:xfrm>
              <a:off x="11013758" y="355758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60960">
              <a:solidFill>
                <a:srgbClr val="41371C"/>
              </a:solidFill>
            </a:ln>
          </p:spPr>
        </p:sp>
        <p:sp>
          <p:nvSpPr>
            <p:cNvPr id="176" name="Freeform 176"/>
            <p:cNvSpPr/>
            <p:nvPr/>
          </p:nvSpPr>
          <p:spPr>
            <a:xfrm>
              <a:off x="8256270" y="3450908"/>
              <a:ext cx="1015365" cy="9525"/>
            </a:xfrm>
            <a:custGeom>
              <a:avLst/>
              <a:gdLst/>
              <a:ahLst/>
              <a:cxnLst/>
              <a:rect l="l" t="t" r="r" b="b"/>
              <a:pathLst>
                <a:path w="1015365" h="9525">
                  <a:moveTo>
                    <a:pt x="0" y="0"/>
                  </a:moveTo>
                  <a:lnTo>
                    <a:pt x="1015365" y="0"/>
                  </a:ln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177" name="Freeform 177"/>
            <p:cNvSpPr/>
            <p:nvPr/>
          </p:nvSpPr>
          <p:spPr>
            <a:xfrm>
              <a:off x="9271635" y="340328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178" name="Freeform 178"/>
            <p:cNvSpPr/>
            <p:nvPr/>
          </p:nvSpPr>
          <p:spPr>
            <a:xfrm>
              <a:off x="8161020" y="340328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179" name="TextBox 179"/>
            <p:cNvSpPr txBox="1"/>
            <p:nvPr/>
          </p:nvSpPr>
          <p:spPr>
            <a:xfrm>
              <a:off x="8840152" y="1605915"/>
              <a:ext cx="4985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180" name="TextBox 180"/>
            <p:cNvSpPr txBox="1"/>
            <p:nvPr/>
          </p:nvSpPr>
          <p:spPr>
            <a:xfrm>
              <a:off x="9496401" y="2358866"/>
              <a:ext cx="28770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4.7%</a:t>
              </a:r>
            </a:p>
          </p:txBody>
        </p:sp>
        <p:sp>
          <p:nvSpPr>
            <p:cNvPr id="181" name="TextBox 181"/>
            <p:cNvSpPr txBox="1"/>
            <p:nvPr/>
          </p:nvSpPr>
          <p:spPr>
            <a:xfrm>
              <a:off x="10126956" y="2756059"/>
              <a:ext cx="28770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1.7%</a:t>
              </a:r>
            </a:p>
          </p:txBody>
        </p:sp>
        <p:sp>
          <p:nvSpPr>
            <p:cNvPr id="182" name="TextBox 182"/>
            <p:cNvSpPr txBox="1"/>
            <p:nvPr/>
          </p:nvSpPr>
          <p:spPr>
            <a:xfrm>
              <a:off x="10746081" y="2861786"/>
              <a:ext cx="28770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0.8%</a:t>
              </a:r>
            </a:p>
          </p:txBody>
        </p:sp>
        <p:sp>
          <p:nvSpPr>
            <p:cNvPr id="183" name="TextBox 183"/>
            <p:cNvSpPr txBox="1"/>
            <p:nvPr/>
          </p:nvSpPr>
          <p:spPr>
            <a:xfrm>
              <a:off x="7173869" y="2231231"/>
              <a:ext cx="8595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虚线：放大 10 倍</a:t>
              </a:r>
            </a:p>
          </p:txBody>
        </p:sp>
        <p:sp>
          <p:nvSpPr>
            <p:cNvPr id="184" name="TextBox 184"/>
            <p:cNvSpPr txBox="1"/>
            <p:nvPr/>
          </p:nvSpPr>
          <p:spPr>
            <a:xfrm>
              <a:off x="6860151" y="321230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−3</a:t>
              </a:r>
            </a:p>
          </p:txBody>
        </p:sp>
        <p:sp>
          <p:nvSpPr>
            <p:cNvPr id="185" name="TextBox 185"/>
            <p:cNvSpPr txBox="1"/>
            <p:nvPr/>
          </p:nvSpPr>
          <p:spPr>
            <a:xfrm>
              <a:off x="7472609" y="321230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−2</a:t>
              </a:r>
            </a:p>
          </p:txBody>
        </p:sp>
        <p:sp>
          <p:nvSpPr>
            <p:cNvPr id="186" name="TextBox 186"/>
            <p:cNvSpPr txBox="1"/>
            <p:nvPr/>
          </p:nvSpPr>
          <p:spPr>
            <a:xfrm>
              <a:off x="8086019" y="321230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−1</a:t>
              </a:r>
            </a:p>
          </p:txBody>
        </p:sp>
        <p:sp>
          <p:nvSpPr>
            <p:cNvPr id="187" name="TextBox 187"/>
            <p:cNvSpPr txBox="1"/>
            <p:nvPr/>
          </p:nvSpPr>
          <p:spPr>
            <a:xfrm>
              <a:off x="8792651" y="321230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88" name="TextBox 188"/>
            <p:cNvSpPr txBox="1"/>
            <p:nvPr/>
          </p:nvSpPr>
          <p:spPr>
            <a:xfrm>
              <a:off x="9341291" y="321230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89" name="TextBox 189"/>
            <p:cNvSpPr txBox="1"/>
            <p:nvPr/>
          </p:nvSpPr>
          <p:spPr>
            <a:xfrm>
              <a:off x="9953748" y="321230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0" name="TextBox 190"/>
            <p:cNvSpPr txBox="1"/>
            <p:nvPr/>
          </p:nvSpPr>
          <p:spPr>
            <a:xfrm>
              <a:off x="10566206" y="321230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91" name="TextBox 191"/>
            <p:cNvSpPr txBox="1"/>
            <p:nvPr/>
          </p:nvSpPr>
          <p:spPr>
            <a:xfrm>
              <a:off x="10235034" y="3358039"/>
              <a:ext cx="8815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sinφ（单位 λ/a）</a:t>
              </a:r>
            </a:p>
          </p:txBody>
        </p:sp>
        <p:sp>
          <p:nvSpPr>
            <p:cNvPr id="192" name="TextBox 192"/>
            <p:cNvSpPr txBox="1"/>
            <p:nvPr/>
          </p:nvSpPr>
          <p:spPr>
            <a:xfrm>
              <a:off x="8537461" y="3293269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中央明纹</a:t>
              </a:r>
            </a:p>
          </p:txBody>
        </p:sp>
      </p:grpSp>
      <p:grpSp>
        <p:nvGrpSpPr>
          <p:cNvPr id="218" name="c2-table-2"/>
          <p:cNvGrpSpPr/>
          <p:nvPr/>
        </p:nvGrpSpPr>
        <p:grpSpPr>
          <a:xfrm>
            <a:off x="5815965" y="4117658"/>
            <a:ext cx="5842635" cy="1525905"/>
            <a:chOff x="5815965" y="4117658"/>
            <a:chExt cx="5842635" cy="1525905"/>
          </a:xfrm>
        </p:grpSpPr>
        <p:sp>
          <p:nvSpPr>
            <p:cNvPr id="194" name="Rectangle 194"/>
            <p:cNvSpPr/>
            <p:nvPr/>
          </p:nvSpPr>
          <p:spPr>
            <a:xfrm>
              <a:off x="5815965" y="4117658"/>
              <a:ext cx="5842635" cy="38100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5" name="TextBox 195"/>
            <p:cNvSpPr txBox="1"/>
            <p:nvPr/>
          </p:nvSpPr>
          <p:spPr>
            <a:xfrm>
              <a:off x="6311265" y="423481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明纹</a:t>
              </a:r>
            </a:p>
          </p:txBody>
        </p:sp>
        <p:sp>
          <p:nvSpPr>
            <p:cNvPr id="196" name="TextBox 196"/>
            <p:cNvSpPr txBox="1"/>
            <p:nvPr/>
          </p:nvSpPr>
          <p:spPr>
            <a:xfrm>
              <a:off x="7572947" y="423481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半波带法</a:t>
              </a:r>
            </a:p>
          </p:txBody>
        </p:sp>
        <p:sp>
          <p:nvSpPr>
            <p:cNvPr id="197" name="TextBox 197"/>
            <p:cNvSpPr txBox="1"/>
            <p:nvPr/>
          </p:nvSpPr>
          <p:spPr>
            <a:xfrm>
              <a:off x="9092184" y="423481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精确位置</a:t>
              </a:r>
            </a:p>
          </p:txBody>
        </p:sp>
        <p:sp>
          <p:nvSpPr>
            <p:cNvPr id="198" name="TextBox 198"/>
            <p:cNvSpPr txBox="1"/>
            <p:nvPr/>
          </p:nvSpPr>
          <p:spPr>
            <a:xfrm>
              <a:off x="10611422" y="423481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相对光强</a:t>
              </a:r>
            </a:p>
          </p:txBody>
        </p:sp>
        <p:sp>
          <p:nvSpPr>
            <p:cNvPr id="199" name="TextBox 199"/>
            <p:cNvSpPr txBox="1"/>
            <p:nvPr/>
          </p:nvSpPr>
          <p:spPr>
            <a:xfrm>
              <a:off x="5910644" y="4616768"/>
              <a:ext cx="4640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级</a:t>
              </a:r>
            </a:p>
          </p:txBody>
        </p:sp>
        <p:sp>
          <p:nvSpPr>
            <p:cNvPr id="200" name="TextBox 200"/>
            <p:cNvSpPr txBox="1"/>
            <p:nvPr/>
          </p:nvSpPr>
          <p:spPr>
            <a:xfrm>
              <a:off x="7195566" y="4616768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1.5λ/a</a:t>
              </a:r>
            </a:p>
          </p:txBody>
        </p:sp>
        <p:sp>
          <p:nvSpPr>
            <p:cNvPr id="201" name="TextBox 201"/>
            <p:cNvSpPr txBox="1"/>
            <p:nvPr/>
          </p:nvSpPr>
          <p:spPr>
            <a:xfrm>
              <a:off x="8714804" y="4616768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1.43λ/a</a:t>
              </a:r>
            </a:p>
          </p:txBody>
        </p:sp>
        <p:sp>
          <p:nvSpPr>
            <p:cNvPr id="202" name="TextBox 202"/>
            <p:cNvSpPr txBox="1"/>
            <p:nvPr/>
          </p:nvSpPr>
          <p:spPr>
            <a:xfrm>
              <a:off x="10234041" y="4616768"/>
              <a:ext cx="3499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4.7%</a:t>
              </a:r>
            </a:p>
          </p:txBody>
        </p:sp>
        <p:sp>
          <p:nvSpPr>
            <p:cNvPr id="203" name="Rectangle 203"/>
            <p:cNvSpPr/>
            <p:nvPr/>
          </p:nvSpPr>
          <p:spPr>
            <a:xfrm>
              <a:off x="5815965" y="487584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4" name="Rectangle 204"/>
            <p:cNvSpPr/>
            <p:nvPr/>
          </p:nvSpPr>
          <p:spPr>
            <a:xfrm>
              <a:off x="5815965" y="4880610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5" name="TextBox 205"/>
            <p:cNvSpPr txBox="1"/>
            <p:nvPr/>
          </p:nvSpPr>
          <p:spPr>
            <a:xfrm>
              <a:off x="5910644" y="4997768"/>
              <a:ext cx="4640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 级</a:t>
              </a:r>
            </a:p>
          </p:txBody>
        </p:sp>
        <p:sp>
          <p:nvSpPr>
            <p:cNvPr id="206" name="TextBox 206"/>
            <p:cNvSpPr txBox="1"/>
            <p:nvPr/>
          </p:nvSpPr>
          <p:spPr>
            <a:xfrm>
              <a:off x="7195566" y="4997768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2.5λ/a</a:t>
              </a:r>
            </a:p>
          </p:txBody>
        </p:sp>
        <p:sp>
          <p:nvSpPr>
            <p:cNvPr id="207" name="TextBox 207"/>
            <p:cNvSpPr txBox="1"/>
            <p:nvPr/>
          </p:nvSpPr>
          <p:spPr>
            <a:xfrm>
              <a:off x="8714804" y="4997768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2.46λ/a</a:t>
              </a:r>
            </a:p>
          </p:txBody>
        </p:sp>
        <p:sp>
          <p:nvSpPr>
            <p:cNvPr id="208" name="TextBox 208"/>
            <p:cNvSpPr txBox="1"/>
            <p:nvPr/>
          </p:nvSpPr>
          <p:spPr>
            <a:xfrm>
              <a:off x="10234041" y="4997768"/>
              <a:ext cx="3499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1.7%</a:t>
              </a:r>
            </a:p>
          </p:txBody>
        </p:sp>
        <p:sp>
          <p:nvSpPr>
            <p:cNvPr id="209" name="Rectangle 209"/>
            <p:cNvSpPr/>
            <p:nvPr/>
          </p:nvSpPr>
          <p:spPr>
            <a:xfrm>
              <a:off x="5815965" y="525684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0" name="TextBox 210"/>
            <p:cNvSpPr txBox="1"/>
            <p:nvPr/>
          </p:nvSpPr>
          <p:spPr>
            <a:xfrm>
              <a:off x="5910644" y="5378768"/>
              <a:ext cx="4640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3 级</a:t>
              </a:r>
            </a:p>
          </p:txBody>
        </p:sp>
        <p:sp>
          <p:nvSpPr>
            <p:cNvPr id="211" name="TextBox 211"/>
            <p:cNvSpPr txBox="1"/>
            <p:nvPr/>
          </p:nvSpPr>
          <p:spPr>
            <a:xfrm>
              <a:off x="7195566" y="5378768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3.5λ/a</a:t>
              </a:r>
            </a:p>
          </p:txBody>
        </p:sp>
        <p:sp>
          <p:nvSpPr>
            <p:cNvPr id="212" name="TextBox 212"/>
            <p:cNvSpPr txBox="1"/>
            <p:nvPr/>
          </p:nvSpPr>
          <p:spPr>
            <a:xfrm>
              <a:off x="8714804" y="5378768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3.47λ/a</a:t>
              </a:r>
            </a:p>
          </p:txBody>
        </p:sp>
        <p:sp>
          <p:nvSpPr>
            <p:cNvPr id="213" name="TextBox 213"/>
            <p:cNvSpPr txBox="1"/>
            <p:nvPr/>
          </p:nvSpPr>
          <p:spPr>
            <a:xfrm>
              <a:off x="10234041" y="5378768"/>
              <a:ext cx="3499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0.8%</a:t>
              </a:r>
            </a:p>
          </p:txBody>
        </p:sp>
        <p:sp>
          <p:nvSpPr>
            <p:cNvPr id="214" name="Rectangle 214"/>
            <p:cNvSpPr/>
            <p:nvPr/>
          </p:nvSpPr>
          <p:spPr>
            <a:xfrm>
              <a:off x="5815965" y="4117658"/>
              <a:ext cx="5842635" cy="1525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15" name="Rectangle 215"/>
            <p:cNvSpPr/>
            <p:nvPr/>
          </p:nvSpPr>
          <p:spPr>
            <a:xfrm>
              <a:off x="7096125" y="4117658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6" name="Rectangle 216"/>
            <p:cNvSpPr/>
            <p:nvPr/>
          </p:nvSpPr>
          <p:spPr>
            <a:xfrm>
              <a:off x="8615362" y="4117658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7" name="Rectangle 217"/>
            <p:cNvSpPr/>
            <p:nvPr/>
          </p:nvSpPr>
          <p:spPr>
            <a:xfrm>
              <a:off x="10134600" y="4117658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225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219" name="Rectangle 219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23" name="Group 223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220" name="Freeform 220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21" name="Freeform 221"/>
              <p:cNvSpPr/>
              <p:nvPr/>
            </p:nvSpPr>
            <p:spPr>
              <a:xfrm>
                <a:off x="838200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22" name="Freeform 222"/>
              <p:cNvSpPr/>
              <p:nvPr/>
            </p:nvSpPr>
            <p:spPr>
              <a:xfrm>
                <a:off x="827088" y="6128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24" name="TextBox 224"/>
            <p:cNvSpPr txBox="1"/>
            <p:nvPr/>
          </p:nvSpPr>
          <p:spPr>
            <a:xfrm>
              <a:off x="1041273" y="6039326"/>
              <a:ext cx="100674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原课件光强图把第一级明纹标在 1.5λ/a，这是半波带法的近似位置，精确值为 1.43λ/a，两者相差不到 5%，做题按半波带法即可。</a:t>
              </a:r>
            </a:p>
          </p:txBody>
        </p:sp>
      </p:grpSp>
      <p:grpSp>
        <p:nvGrpSpPr>
          <p:cNvPr id="22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26" name="TextBox 226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第8章 光的衍射</a:t>
              </a:r>
            </a:p>
          </p:txBody>
        </p:sp>
        <p:sp>
          <p:nvSpPr>
            <p:cNvPr id="227" name="TextBox 22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光的衍射 · 夫琅禾费单缝衍射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条纹位置与宽度：中央明纹宽度是其他明纹的两倍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steps-1"/>
          <p:cNvGrpSpPr/>
          <p:nvPr/>
        </p:nvGrpSpPr>
        <p:grpSpPr>
          <a:xfrm>
            <a:off x="533400" y="1533525"/>
            <a:ext cx="4268170" cy="1878615"/>
            <a:chOff x="533400" y="1533525"/>
            <a:chExt cx="4268170" cy="1878615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3011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8408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83464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4880" y="156781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小角近似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6023" y="1861661"/>
              <a:ext cx="26148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φ 很小时 x = f tanφ ≈ fφ ≈ f sinφ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4880" y="2218372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暗纹位置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023" y="2512219"/>
              <a:ext cx="24339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a sinφ = ±kλ 得 xₖ = ±kfλ/a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286893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明纹位置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3162776"/>
              <a:ext cx="38555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a sinφ = ±(2k+1)λ/2 得 xₖ ≈ ±(2k+1)fλ/(2a)</a:t>
              </a:r>
            </a:p>
          </p:txBody>
        </p:sp>
      </p:grpSp>
      <p:grpSp>
        <p:nvGrpSpPr>
          <p:cNvPr id="26" name="c1-card-2"/>
          <p:cNvGrpSpPr/>
          <p:nvPr/>
        </p:nvGrpSpPr>
        <p:grpSpPr>
          <a:xfrm>
            <a:off x="533400" y="3590925"/>
            <a:ext cx="5410200" cy="1821180"/>
            <a:chOff x="533400" y="3590925"/>
            <a:chExt cx="5410200" cy="1821180"/>
          </a:xfrm>
        </p:grpSpPr>
        <p:sp>
          <p:nvSpPr>
            <p:cNvPr id="21" name="Rectangle 21"/>
            <p:cNvSpPr/>
            <p:nvPr/>
          </p:nvSpPr>
          <p:spPr>
            <a:xfrm>
              <a:off x="533400" y="3590925"/>
              <a:ext cx="5410200" cy="1821180"/>
            </a:xfrm>
            <a:prstGeom prst="roundRect">
              <a:avLst>
                <a:gd name="adj" fmla="val 7322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42950" y="3800475"/>
              <a:ext cx="2201228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81952" y="3836194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条纹宽度（相邻两暗纹的间距）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formula54"/>
                <p:cNvSpPr txBox="1">
                  <a:spLocks noGrp="1"/>
                </p:cNvSpPr>
                <p:nvPr/>
              </p:nvSpPr>
              <p:spPr>
                <a:xfrm>
                  <a:off x="742950" y="4152900"/>
                  <a:ext cx="4991100" cy="4886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</m:t>
                        </m:r>
                        <m:sSub>
                          <m:e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2fλ</m:t>
                            </m:r>
                          </m:num>
                          <m:den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l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sSub>
                          <m:e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fλ</m:t>
                            </m:r>
                          </m:num>
                          <m:den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5" name="TextBox 25"/>
            <p:cNvSpPr txBox="1"/>
            <p:nvPr/>
          </p:nvSpPr>
          <p:spPr>
            <a:xfrm>
              <a:off x="735330" y="4761548"/>
              <a:ext cx="42052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l₀ 是中央明纹宽度，l 是其他各级明纹的宽度。</a:t>
              </a:r>
            </a:p>
          </p:txBody>
        </p:sp>
      </p:grpSp>
      <p:grpSp>
        <p:nvGrpSpPr>
          <p:cNvPr id="193" name="g_pos"/>
          <p:cNvGrpSpPr/>
          <p:nvPr/>
        </p:nvGrpSpPr>
        <p:grpSpPr>
          <a:xfrm>
            <a:off x="6448425" y="1600200"/>
            <a:ext cx="5024437" cy="2167604"/>
            <a:chOff x="6448425" y="1600200"/>
            <a:chExt cx="5024437" cy="2167604"/>
          </a:xfrm>
        </p:grpSpPr>
        <p:sp>
          <p:nvSpPr>
            <p:cNvPr id="27" name="Freeform 27"/>
            <p:cNvSpPr/>
            <p:nvPr/>
          </p:nvSpPr>
          <p:spPr>
            <a:xfrm>
              <a:off x="64579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3C341C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64960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40361C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65341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43381C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65722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453A1C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66103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463B1C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66484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463B1C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66865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463B1C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67246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44391C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67627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41371C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68008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3D341C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68389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38311C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68770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322C1C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69151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2A261C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69532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1C1C1C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69913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2A261C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70294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332D1C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70675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3B331C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71056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41371C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71437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473B1C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71818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4B3E1C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72199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4E411C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72580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51431C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72961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52431C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73342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52431C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73723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50421C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74104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4E401C"/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74485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4A3E1C"/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74866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443A1C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75247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3D341C"/>
              </a:solidFill>
            </a:ln>
          </p:spPr>
        </p:sp>
        <p:sp>
          <p:nvSpPr>
            <p:cNvPr id="56" name="Freeform 56"/>
            <p:cNvSpPr/>
            <p:nvPr/>
          </p:nvSpPr>
          <p:spPr>
            <a:xfrm>
              <a:off x="75628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342E1C"/>
              </a:solidFill>
            </a:ln>
          </p:spPr>
        </p:sp>
        <p:sp>
          <p:nvSpPr>
            <p:cNvPr id="57" name="Freeform 57"/>
            <p:cNvSpPr/>
            <p:nvPr/>
          </p:nvSpPr>
          <p:spPr>
            <a:xfrm>
              <a:off x="76009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27241C"/>
              </a:solidFill>
            </a:ln>
          </p:spPr>
        </p:sp>
        <p:sp>
          <p:nvSpPr>
            <p:cNvPr id="58" name="Freeform 58"/>
            <p:cNvSpPr/>
            <p:nvPr/>
          </p:nvSpPr>
          <p:spPr>
            <a:xfrm>
              <a:off x="76390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28251C"/>
              </a:solidFill>
            </a:ln>
          </p:spPr>
        </p:sp>
        <p:sp>
          <p:nvSpPr>
            <p:cNvPr id="59" name="Freeform 59"/>
            <p:cNvSpPr/>
            <p:nvPr/>
          </p:nvSpPr>
          <p:spPr>
            <a:xfrm>
              <a:off x="76771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362F1C"/>
              </a:solidFill>
            </a:ln>
          </p:spPr>
        </p:sp>
        <p:sp>
          <p:nvSpPr>
            <p:cNvPr id="60" name="Freeform 60"/>
            <p:cNvSpPr/>
            <p:nvPr/>
          </p:nvSpPr>
          <p:spPr>
            <a:xfrm>
              <a:off x="77152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41371C"/>
              </a:solidFill>
            </a:ln>
          </p:spPr>
        </p:sp>
        <p:sp>
          <p:nvSpPr>
            <p:cNvPr id="61" name="Freeform 61"/>
            <p:cNvSpPr/>
            <p:nvPr/>
          </p:nvSpPr>
          <p:spPr>
            <a:xfrm>
              <a:off x="77533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4B3E1C"/>
              </a:solidFill>
            </a:ln>
          </p:spPr>
        </p:sp>
        <p:sp>
          <p:nvSpPr>
            <p:cNvPr id="62" name="Freeform 62"/>
            <p:cNvSpPr/>
            <p:nvPr/>
          </p:nvSpPr>
          <p:spPr>
            <a:xfrm>
              <a:off x="77914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53441C"/>
              </a:solidFill>
            </a:ln>
          </p:spPr>
        </p:sp>
        <p:sp>
          <p:nvSpPr>
            <p:cNvPr id="63" name="Freeform 63"/>
            <p:cNvSpPr/>
            <p:nvPr/>
          </p:nvSpPr>
          <p:spPr>
            <a:xfrm>
              <a:off x="78295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5A4A1B"/>
              </a:solidFill>
            </a:ln>
          </p:spPr>
        </p:sp>
        <p:sp>
          <p:nvSpPr>
            <p:cNvPr id="64" name="Freeform 64"/>
            <p:cNvSpPr/>
            <p:nvPr/>
          </p:nvSpPr>
          <p:spPr>
            <a:xfrm>
              <a:off x="78676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604E1B"/>
              </a:solidFill>
            </a:ln>
          </p:spPr>
        </p:sp>
        <p:sp>
          <p:nvSpPr>
            <p:cNvPr id="65" name="Freeform 65"/>
            <p:cNvSpPr/>
            <p:nvPr/>
          </p:nvSpPr>
          <p:spPr>
            <a:xfrm>
              <a:off x="79057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65511B"/>
              </a:solidFill>
            </a:ln>
          </p:spPr>
        </p:sp>
        <p:sp>
          <p:nvSpPr>
            <p:cNvPr id="66" name="Freeform 66"/>
            <p:cNvSpPr/>
            <p:nvPr/>
          </p:nvSpPr>
          <p:spPr>
            <a:xfrm>
              <a:off x="79438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68541B"/>
              </a:solidFill>
            </a:ln>
          </p:spPr>
        </p:sp>
        <p:sp>
          <p:nvSpPr>
            <p:cNvPr id="67" name="Freeform 67"/>
            <p:cNvSpPr/>
            <p:nvPr/>
          </p:nvSpPr>
          <p:spPr>
            <a:xfrm>
              <a:off x="79819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6A551B"/>
              </a:solidFill>
            </a:ln>
          </p:spPr>
        </p:sp>
        <p:sp>
          <p:nvSpPr>
            <p:cNvPr id="68" name="Freeform 68"/>
            <p:cNvSpPr/>
            <p:nvPr/>
          </p:nvSpPr>
          <p:spPr>
            <a:xfrm>
              <a:off x="80200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6A551B"/>
              </a:solidFill>
            </a:ln>
          </p:spPr>
        </p:sp>
        <p:sp>
          <p:nvSpPr>
            <p:cNvPr id="69" name="Freeform 69"/>
            <p:cNvSpPr/>
            <p:nvPr/>
          </p:nvSpPr>
          <p:spPr>
            <a:xfrm>
              <a:off x="80581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68531B"/>
              </a:solidFill>
            </a:ln>
          </p:spPr>
        </p:sp>
        <p:sp>
          <p:nvSpPr>
            <p:cNvPr id="70" name="Freeform 70"/>
            <p:cNvSpPr/>
            <p:nvPr/>
          </p:nvSpPr>
          <p:spPr>
            <a:xfrm>
              <a:off x="80962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64511B"/>
              </a:solidFill>
            </a:ln>
          </p:spPr>
        </p:sp>
        <p:sp>
          <p:nvSpPr>
            <p:cNvPr id="71" name="Freeform 71"/>
            <p:cNvSpPr/>
            <p:nvPr/>
          </p:nvSpPr>
          <p:spPr>
            <a:xfrm>
              <a:off x="81343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5E4C1B"/>
              </a:solidFill>
            </a:ln>
          </p:spPr>
        </p:sp>
        <p:sp>
          <p:nvSpPr>
            <p:cNvPr id="72" name="Freeform 72"/>
            <p:cNvSpPr/>
            <p:nvPr/>
          </p:nvSpPr>
          <p:spPr>
            <a:xfrm>
              <a:off x="81724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55461B"/>
              </a:solidFill>
            </a:ln>
          </p:spPr>
        </p:sp>
        <p:sp>
          <p:nvSpPr>
            <p:cNvPr id="73" name="Freeform 73"/>
            <p:cNvSpPr/>
            <p:nvPr/>
          </p:nvSpPr>
          <p:spPr>
            <a:xfrm>
              <a:off x="82105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493D1C"/>
              </a:solidFill>
            </a:ln>
          </p:spPr>
        </p:sp>
        <p:sp>
          <p:nvSpPr>
            <p:cNvPr id="74" name="Freeform 74"/>
            <p:cNvSpPr/>
            <p:nvPr/>
          </p:nvSpPr>
          <p:spPr>
            <a:xfrm>
              <a:off x="82486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39311C"/>
              </a:solidFill>
            </a:ln>
          </p:spPr>
        </p:sp>
        <p:sp>
          <p:nvSpPr>
            <p:cNvPr id="75" name="Freeform 75"/>
            <p:cNvSpPr/>
            <p:nvPr/>
          </p:nvSpPr>
          <p:spPr>
            <a:xfrm>
              <a:off x="82867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1C1C1C"/>
              </a:solidFill>
            </a:ln>
          </p:spPr>
        </p:sp>
        <p:sp>
          <p:nvSpPr>
            <p:cNvPr id="76" name="Freeform 76"/>
            <p:cNvSpPr/>
            <p:nvPr/>
          </p:nvSpPr>
          <p:spPr>
            <a:xfrm>
              <a:off x="83248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3C331C"/>
              </a:solidFill>
            </a:ln>
          </p:spPr>
        </p:sp>
        <p:sp>
          <p:nvSpPr>
            <p:cNvPr id="77" name="Freeform 77"/>
            <p:cNvSpPr/>
            <p:nvPr/>
          </p:nvSpPr>
          <p:spPr>
            <a:xfrm>
              <a:off x="83629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51431C"/>
              </a:solidFill>
            </a:ln>
          </p:spPr>
        </p:sp>
        <p:sp>
          <p:nvSpPr>
            <p:cNvPr id="78" name="Freeform 78"/>
            <p:cNvSpPr/>
            <p:nvPr/>
          </p:nvSpPr>
          <p:spPr>
            <a:xfrm>
              <a:off x="84010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65511B"/>
              </a:solidFill>
            </a:ln>
          </p:spPr>
        </p:sp>
        <p:sp>
          <p:nvSpPr>
            <p:cNvPr id="79" name="Freeform 79"/>
            <p:cNvSpPr/>
            <p:nvPr/>
          </p:nvSpPr>
          <p:spPr>
            <a:xfrm>
              <a:off x="84391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775F1B"/>
              </a:solidFill>
            </a:ln>
          </p:spPr>
        </p:sp>
        <p:sp>
          <p:nvSpPr>
            <p:cNvPr id="80" name="Freeform 80"/>
            <p:cNvSpPr/>
            <p:nvPr/>
          </p:nvSpPr>
          <p:spPr>
            <a:xfrm>
              <a:off x="84772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896B1B"/>
              </a:solidFill>
            </a:ln>
          </p:spPr>
        </p:sp>
        <p:sp>
          <p:nvSpPr>
            <p:cNvPr id="81" name="Freeform 81"/>
            <p:cNvSpPr/>
            <p:nvPr/>
          </p:nvSpPr>
          <p:spPr>
            <a:xfrm>
              <a:off x="85153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99771B"/>
              </a:solidFill>
            </a:ln>
          </p:spPr>
        </p:sp>
        <p:sp>
          <p:nvSpPr>
            <p:cNvPr id="82" name="Freeform 82"/>
            <p:cNvSpPr/>
            <p:nvPr/>
          </p:nvSpPr>
          <p:spPr>
            <a:xfrm>
              <a:off x="85534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A9831B"/>
              </a:solidFill>
            </a:ln>
          </p:spPr>
        </p:sp>
        <p:sp>
          <p:nvSpPr>
            <p:cNvPr id="83" name="Freeform 83"/>
            <p:cNvSpPr/>
            <p:nvPr/>
          </p:nvSpPr>
          <p:spPr>
            <a:xfrm>
              <a:off x="85915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B78E1B"/>
              </a:solidFill>
            </a:ln>
          </p:spPr>
        </p:sp>
        <p:sp>
          <p:nvSpPr>
            <p:cNvPr id="84" name="Freeform 84"/>
            <p:cNvSpPr/>
            <p:nvPr/>
          </p:nvSpPr>
          <p:spPr>
            <a:xfrm>
              <a:off x="86296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C5971B"/>
              </a:solidFill>
            </a:ln>
          </p:spPr>
        </p:sp>
        <p:sp>
          <p:nvSpPr>
            <p:cNvPr id="85" name="Freeform 85"/>
            <p:cNvSpPr/>
            <p:nvPr/>
          </p:nvSpPr>
          <p:spPr>
            <a:xfrm>
              <a:off x="86677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D1A01A"/>
              </a:solidFill>
            </a:ln>
          </p:spPr>
        </p:sp>
        <p:sp>
          <p:nvSpPr>
            <p:cNvPr id="86" name="Freeform 86"/>
            <p:cNvSpPr/>
            <p:nvPr/>
          </p:nvSpPr>
          <p:spPr>
            <a:xfrm>
              <a:off x="87058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DCA91A"/>
              </a:solidFill>
            </a:ln>
          </p:spPr>
        </p:sp>
        <p:sp>
          <p:nvSpPr>
            <p:cNvPr id="87" name="Freeform 87"/>
            <p:cNvSpPr/>
            <p:nvPr/>
          </p:nvSpPr>
          <p:spPr>
            <a:xfrm>
              <a:off x="87439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E6B01A"/>
              </a:solidFill>
            </a:ln>
          </p:spPr>
        </p:sp>
        <p:sp>
          <p:nvSpPr>
            <p:cNvPr id="88" name="Freeform 88"/>
            <p:cNvSpPr/>
            <p:nvPr/>
          </p:nvSpPr>
          <p:spPr>
            <a:xfrm>
              <a:off x="87820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EEB61A"/>
              </a:solidFill>
            </a:ln>
          </p:spPr>
        </p:sp>
        <p:sp>
          <p:nvSpPr>
            <p:cNvPr id="89" name="Freeform 89"/>
            <p:cNvSpPr/>
            <p:nvPr/>
          </p:nvSpPr>
          <p:spPr>
            <a:xfrm>
              <a:off x="88201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F5BA1A"/>
              </a:solidFill>
            </a:ln>
          </p:spPr>
        </p:sp>
        <p:sp>
          <p:nvSpPr>
            <p:cNvPr id="90" name="Freeform 90"/>
            <p:cNvSpPr/>
            <p:nvPr/>
          </p:nvSpPr>
          <p:spPr>
            <a:xfrm>
              <a:off x="88582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FABE1A"/>
              </a:solidFill>
            </a:ln>
          </p:spPr>
        </p:sp>
        <p:sp>
          <p:nvSpPr>
            <p:cNvPr id="91" name="Freeform 91"/>
            <p:cNvSpPr/>
            <p:nvPr/>
          </p:nvSpPr>
          <p:spPr>
            <a:xfrm>
              <a:off x="88963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FDC11A"/>
              </a:solidFill>
            </a:ln>
          </p:spPr>
        </p:sp>
        <p:sp>
          <p:nvSpPr>
            <p:cNvPr id="92" name="Freeform 92"/>
            <p:cNvSpPr/>
            <p:nvPr/>
          </p:nvSpPr>
          <p:spPr>
            <a:xfrm>
              <a:off x="89344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FFC21A"/>
              </a:solidFill>
            </a:ln>
          </p:spPr>
        </p:sp>
        <p:sp>
          <p:nvSpPr>
            <p:cNvPr id="93" name="Freeform 93"/>
            <p:cNvSpPr/>
            <p:nvPr/>
          </p:nvSpPr>
          <p:spPr>
            <a:xfrm>
              <a:off x="89725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FFC21A"/>
              </a:solidFill>
            </a:ln>
          </p:spPr>
        </p:sp>
        <p:sp>
          <p:nvSpPr>
            <p:cNvPr id="94" name="Freeform 94"/>
            <p:cNvSpPr/>
            <p:nvPr/>
          </p:nvSpPr>
          <p:spPr>
            <a:xfrm>
              <a:off x="90106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FDC11A"/>
              </a:solidFill>
            </a:ln>
          </p:spPr>
        </p:sp>
        <p:sp>
          <p:nvSpPr>
            <p:cNvPr id="95" name="Freeform 95"/>
            <p:cNvSpPr/>
            <p:nvPr/>
          </p:nvSpPr>
          <p:spPr>
            <a:xfrm>
              <a:off x="90487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FABE1A"/>
              </a:solidFill>
            </a:ln>
          </p:spPr>
        </p:sp>
        <p:sp>
          <p:nvSpPr>
            <p:cNvPr id="96" name="Freeform 96"/>
            <p:cNvSpPr/>
            <p:nvPr/>
          </p:nvSpPr>
          <p:spPr>
            <a:xfrm>
              <a:off x="90868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F5BA1A"/>
              </a:solidFill>
            </a:ln>
          </p:spPr>
        </p:sp>
        <p:sp>
          <p:nvSpPr>
            <p:cNvPr id="97" name="Freeform 97"/>
            <p:cNvSpPr/>
            <p:nvPr/>
          </p:nvSpPr>
          <p:spPr>
            <a:xfrm>
              <a:off x="91249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EEB61A"/>
              </a:solidFill>
            </a:ln>
          </p:spPr>
        </p:sp>
        <p:sp>
          <p:nvSpPr>
            <p:cNvPr id="98" name="Freeform 98"/>
            <p:cNvSpPr/>
            <p:nvPr/>
          </p:nvSpPr>
          <p:spPr>
            <a:xfrm>
              <a:off x="91630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E6B01A"/>
              </a:solidFill>
            </a:ln>
          </p:spPr>
        </p:sp>
        <p:sp>
          <p:nvSpPr>
            <p:cNvPr id="99" name="Freeform 99"/>
            <p:cNvSpPr/>
            <p:nvPr/>
          </p:nvSpPr>
          <p:spPr>
            <a:xfrm>
              <a:off x="92011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DCA91A"/>
              </a:solidFill>
            </a:ln>
          </p:spPr>
        </p:sp>
        <p:sp>
          <p:nvSpPr>
            <p:cNvPr id="100" name="Freeform 100"/>
            <p:cNvSpPr/>
            <p:nvPr/>
          </p:nvSpPr>
          <p:spPr>
            <a:xfrm>
              <a:off x="92392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D1A01A"/>
              </a:solidFill>
            </a:ln>
          </p:spPr>
        </p:sp>
        <p:sp>
          <p:nvSpPr>
            <p:cNvPr id="101" name="Freeform 101"/>
            <p:cNvSpPr/>
            <p:nvPr/>
          </p:nvSpPr>
          <p:spPr>
            <a:xfrm>
              <a:off x="92773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C5971B"/>
              </a:solidFill>
            </a:ln>
          </p:spPr>
        </p:sp>
        <p:sp>
          <p:nvSpPr>
            <p:cNvPr id="102" name="Freeform 102"/>
            <p:cNvSpPr/>
            <p:nvPr/>
          </p:nvSpPr>
          <p:spPr>
            <a:xfrm>
              <a:off x="93154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B78E1B"/>
              </a:solidFill>
            </a:ln>
          </p:spPr>
        </p:sp>
        <p:sp>
          <p:nvSpPr>
            <p:cNvPr id="103" name="Freeform 103"/>
            <p:cNvSpPr/>
            <p:nvPr/>
          </p:nvSpPr>
          <p:spPr>
            <a:xfrm>
              <a:off x="93535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A9831B"/>
              </a:solidFill>
            </a:ln>
          </p:spPr>
        </p:sp>
        <p:sp>
          <p:nvSpPr>
            <p:cNvPr id="104" name="Freeform 104"/>
            <p:cNvSpPr/>
            <p:nvPr/>
          </p:nvSpPr>
          <p:spPr>
            <a:xfrm>
              <a:off x="93916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99771B"/>
              </a:solidFill>
            </a:ln>
          </p:spPr>
        </p:sp>
        <p:sp>
          <p:nvSpPr>
            <p:cNvPr id="105" name="Freeform 105"/>
            <p:cNvSpPr/>
            <p:nvPr/>
          </p:nvSpPr>
          <p:spPr>
            <a:xfrm>
              <a:off x="94297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896B1B"/>
              </a:solidFill>
            </a:ln>
          </p:spPr>
        </p:sp>
        <p:sp>
          <p:nvSpPr>
            <p:cNvPr id="106" name="Freeform 106"/>
            <p:cNvSpPr/>
            <p:nvPr/>
          </p:nvSpPr>
          <p:spPr>
            <a:xfrm>
              <a:off x="94678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775F1B"/>
              </a:solidFill>
            </a:ln>
          </p:spPr>
        </p:sp>
        <p:sp>
          <p:nvSpPr>
            <p:cNvPr id="107" name="Freeform 107"/>
            <p:cNvSpPr/>
            <p:nvPr/>
          </p:nvSpPr>
          <p:spPr>
            <a:xfrm>
              <a:off x="95059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65511B"/>
              </a:solidFill>
            </a:ln>
          </p:spPr>
        </p:sp>
        <p:sp>
          <p:nvSpPr>
            <p:cNvPr id="108" name="Freeform 108"/>
            <p:cNvSpPr/>
            <p:nvPr/>
          </p:nvSpPr>
          <p:spPr>
            <a:xfrm>
              <a:off x="95440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51431C"/>
              </a:solidFill>
            </a:ln>
          </p:spPr>
        </p:sp>
        <p:sp>
          <p:nvSpPr>
            <p:cNvPr id="109" name="Freeform 109"/>
            <p:cNvSpPr/>
            <p:nvPr/>
          </p:nvSpPr>
          <p:spPr>
            <a:xfrm>
              <a:off x="95821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3C331C"/>
              </a:solidFill>
            </a:ln>
          </p:spPr>
        </p:sp>
        <p:sp>
          <p:nvSpPr>
            <p:cNvPr id="110" name="Freeform 110"/>
            <p:cNvSpPr/>
            <p:nvPr/>
          </p:nvSpPr>
          <p:spPr>
            <a:xfrm>
              <a:off x="96202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1C1C1C"/>
              </a:solidFill>
            </a:ln>
          </p:spPr>
        </p:sp>
        <p:sp>
          <p:nvSpPr>
            <p:cNvPr id="111" name="Freeform 111"/>
            <p:cNvSpPr/>
            <p:nvPr/>
          </p:nvSpPr>
          <p:spPr>
            <a:xfrm>
              <a:off x="96583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39311C"/>
              </a:solidFill>
            </a:ln>
          </p:spPr>
        </p:sp>
        <p:sp>
          <p:nvSpPr>
            <p:cNvPr id="112" name="Freeform 112"/>
            <p:cNvSpPr/>
            <p:nvPr/>
          </p:nvSpPr>
          <p:spPr>
            <a:xfrm>
              <a:off x="96964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493D1C"/>
              </a:solidFill>
            </a:ln>
          </p:spPr>
        </p:sp>
        <p:sp>
          <p:nvSpPr>
            <p:cNvPr id="113" name="Freeform 113"/>
            <p:cNvSpPr/>
            <p:nvPr/>
          </p:nvSpPr>
          <p:spPr>
            <a:xfrm>
              <a:off x="97345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55461B"/>
              </a:solidFill>
            </a:ln>
          </p:spPr>
        </p:sp>
        <p:sp>
          <p:nvSpPr>
            <p:cNvPr id="114" name="Freeform 114"/>
            <p:cNvSpPr/>
            <p:nvPr/>
          </p:nvSpPr>
          <p:spPr>
            <a:xfrm>
              <a:off x="97726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5E4C1B"/>
              </a:solidFill>
            </a:ln>
          </p:spPr>
        </p:sp>
        <p:sp>
          <p:nvSpPr>
            <p:cNvPr id="115" name="Freeform 115"/>
            <p:cNvSpPr/>
            <p:nvPr/>
          </p:nvSpPr>
          <p:spPr>
            <a:xfrm>
              <a:off x="98107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64511B"/>
              </a:solidFill>
            </a:ln>
          </p:spPr>
        </p:sp>
        <p:sp>
          <p:nvSpPr>
            <p:cNvPr id="116" name="Freeform 116"/>
            <p:cNvSpPr/>
            <p:nvPr/>
          </p:nvSpPr>
          <p:spPr>
            <a:xfrm>
              <a:off x="98488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68531B"/>
              </a:solidFill>
            </a:ln>
          </p:spPr>
        </p:sp>
        <p:sp>
          <p:nvSpPr>
            <p:cNvPr id="117" name="Freeform 117"/>
            <p:cNvSpPr/>
            <p:nvPr/>
          </p:nvSpPr>
          <p:spPr>
            <a:xfrm>
              <a:off x="98869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6A551B"/>
              </a:solidFill>
            </a:ln>
          </p:spPr>
        </p:sp>
        <p:sp>
          <p:nvSpPr>
            <p:cNvPr id="118" name="Freeform 118"/>
            <p:cNvSpPr/>
            <p:nvPr/>
          </p:nvSpPr>
          <p:spPr>
            <a:xfrm>
              <a:off x="99250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6A551B"/>
              </a:solidFill>
            </a:ln>
          </p:spPr>
        </p:sp>
        <p:sp>
          <p:nvSpPr>
            <p:cNvPr id="119" name="Freeform 119"/>
            <p:cNvSpPr/>
            <p:nvPr/>
          </p:nvSpPr>
          <p:spPr>
            <a:xfrm>
              <a:off x="99631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68541B"/>
              </a:solidFill>
            </a:ln>
          </p:spPr>
        </p:sp>
        <p:sp>
          <p:nvSpPr>
            <p:cNvPr id="120" name="Freeform 120"/>
            <p:cNvSpPr/>
            <p:nvPr/>
          </p:nvSpPr>
          <p:spPr>
            <a:xfrm>
              <a:off x="100012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65511B"/>
              </a:solidFill>
            </a:ln>
          </p:spPr>
        </p:sp>
        <p:sp>
          <p:nvSpPr>
            <p:cNvPr id="121" name="Freeform 121"/>
            <p:cNvSpPr/>
            <p:nvPr/>
          </p:nvSpPr>
          <p:spPr>
            <a:xfrm>
              <a:off x="100393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604E1B"/>
              </a:solidFill>
            </a:ln>
          </p:spPr>
        </p:sp>
        <p:sp>
          <p:nvSpPr>
            <p:cNvPr id="122" name="Freeform 122"/>
            <p:cNvSpPr/>
            <p:nvPr/>
          </p:nvSpPr>
          <p:spPr>
            <a:xfrm>
              <a:off x="100774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5A4A1B"/>
              </a:solidFill>
            </a:ln>
          </p:spPr>
        </p:sp>
        <p:sp>
          <p:nvSpPr>
            <p:cNvPr id="123" name="Freeform 123"/>
            <p:cNvSpPr/>
            <p:nvPr/>
          </p:nvSpPr>
          <p:spPr>
            <a:xfrm>
              <a:off x="101155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53441C"/>
              </a:solidFill>
            </a:ln>
          </p:spPr>
        </p:sp>
        <p:sp>
          <p:nvSpPr>
            <p:cNvPr id="124" name="Freeform 124"/>
            <p:cNvSpPr/>
            <p:nvPr/>
          </p:nvSpPr>
          <p:spPr>
            <a:xfrm>
              <a:off x="101536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4B3E1C"/>
              </a:solidFill>
            </a:ln>
          </p:spPr>
        </p:sp>
        <p:sp>
          <p:nvSpPr>
            <p:cNvPr id="125" name="Freeform 125"/>
            <p:cNvSpPr/>
            <p:nvPr/>
          </p:nvSpPr>
          <p:spPr>
            <a:xfrm>
              <a:off x="101917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41371C"/>
              </a:solidFill>
            </a:ln>
          </p:spPr>
        </p:sp>
        <p:sp>
          <p:nvSpPr>
            <p:cNvPr id="126" name="Freeform 126"/>
            <p:cNvSpPr/>
            <p:nvPr/>
          </p:nvSpPr>
          <p:spPr>
            <a:xfrm>
              <a:off x="102298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362F1C"/>
              </a:solidFill>
            </a:ln>
          </p:spPr>
        </p:sp>
        <p:sp>
          <p:nvSpPr>
            <p:cNvPr id="127" name="Freeform 127"/>
            <p:cNvSpPr/>
            <p:nvPr/>
          </p:nvSpPr>
          <p:spPr>
            <a:xfrm>
              <a:off x="102679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28251C"/>
              </a:solidFill>
            </a:ln>
          </p:spPr>
        </p:sp>
        <p:sp>
          <p:nvSpPr>
            <p:cNvPr id="128" name="Freeform 128"/>
            <p:cNvSpPr/>
            <p:nvPr/>
          </p:nvSpPr>
          <p:spPr>
            <a:xfrm>
              <a:off x="103060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27241C"/>
              </a:solidFill>
            </a:ln>
          </p:spPr>
        </p:sp>
        <p:sp>
          <p:nvSpPr>
            <p:cNvPr id="129" name="Freeform 129"/>
            <p:cNvSpPr/>
            <p:nvPr/>
          </p:nvSpPr>
          <p:spPr>
            <a:xfrm>
              <a:off x="103441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342E1C"/>
              </a:solidFill>
            </a:ln>
          </p:spPr>
        </p:sp>
        <p:sp>
          <p:nvSpPr>
            <p:cNvPr id="130" name="Freeform 130"/>
            <p:cNvSpPr/>
            <p:nvPr/>
          </p:nvSpPr>
          <p:spPr>
            <a:xfrm>
              <a:off x="103822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3D341C"/>
              </a:solidFill>
            </a:ln>
          </p:spPr>
        </p:sp>
        <p:sp>
          <p:nvSpPr>
            <p:cNvPr id="131" name="Freeform 131"/>
            <p:cNvSpPr/>
            <p:nvPr/>
          </p:nvSpPr>
          <p:spPr>
            <a:xfrm>
              <a:off x="104203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443A1C"/>
              </a:solidFill>
            </a:ln>
          </p:spPr>
        </p:sp>
        <p:sp>
          <p:nvSpPr>
            <p:cNvPr id="132" name="Freeform 132"/>
            <p:cNvSpPr/>
            <p:nvPr/>
          </p:nvSpPr>
          <p:spPr>
            <a:xfrm>
              <a:off x="104584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4A3E1C"/>
              </a:solidFill>
            </a:ln>
          </p:spPr>
        </p:sp>
        <p:sp>
          <p:nvSpPr>
            <p:cNvPr id="133" name="Freeform 133"/>
            <p:cNvSpPr/>
            <p:nvPr/>
          </p:nvSpPr>
          <p:spPr>
            <a:xfrm>
              <a:off x="104965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4E401C"/>
              </a:solidFill>
            </a:ln>
          </p:spPr>
        </p:sp>
        <p:sp>
          <p:nvSpPr>
            <p:cNvPr id="134" name="Freeform 134"/>
            <p:cNvSpPr/>
            <p:nvPr/>
          </p:nvSpPr>
          <p:spPr>
            <a:xfrm>
              <a:off x="105346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50421C"/>
              </a:solidFill>
            </a:ln>
          </p:spPr>
        </p:sp>
        <p:sp>
          <p:nvSpPr>
            <p:cNvPr id="135" name="Freeform 135"/>
            <p:cNvSpPr/>
            <p:nvPr/>
          </p:nvSpPr>
          <p:spPr>
            <a:xfrm>
              <a:off x="105727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52431C"/>
              </a:solidFill>
            </a:ln>
          </p:spPr>
        </p:sp>
        <p:sp>
          <p:nvSpPr>
            <p:cNvPr id="136" name="Freeform 136"/>
            <p:cNvSpPr/>
            <p:nvPr/>
          </p:nvSpPr>
          <p:spPr>
            <a:xfrm>
              <a:off x="106108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52431C"/>
              </a:solidFill>
            </a:ln>
          </p:spPr>
        </p:sp>
        <p:sp>
          <p:nvSpPr>
            <p:cNvPr id="137" name="Freeform 137"/>
            <p:cNvSpPr/>
            <p:nvPr/>
          </p:nvSpPr>
          <p:spPr>
            <a:xfrm>
              <a:off x="106489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51431C"/>
              </a:solidFill>
            </a:ln>
          </p:spPr>
        </p:sp>
        <p:sp>
          <p:nvSpPr>
            <p:cNvPr id="138" name="Freeform 138"/>
            <p:cNvSpPr/>
            <p:nvPr/>
          </p:nvSpPr>
          <p:spPr>
            <a:xfrm>
              <a:off x="106870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4E411C"/>
              </a:solidFill>
            </a:ln>
          </p:spPr>
        </p:sp>
        <p:sp>
          <p:nvSpPr>
            <p:cNvPr id="139" name="Freeform 139"/>
            <p:cNvSpPr/>
            <p:nvPr/>
          </p:nvSpPr>
          <p:spPr>
            <a:xfrm>
              <a:off x="107251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4B3E1C"/>
              </a:solidFill>
            </a:ln>
          </p:spPr>
        </p:sp>
        <p:sp>
          <p:nvSpPr>
            <p:cNvPr id="140" name="Freeform 140"/>
            <p:cNvSpPr/>
            <p:nvPr/>
          </p:nvSpPr>
          <p:spPr>
            <a:xfrm>
              <a:off x="107632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473B1C"/>
              </a:solidFill>
            </a:ln>
          </p:spPr>
        </p:sp>
        <p:sp>
          <p:nvSpPr>
            <p:cNvPr id="141" name="Freeform 141"/>
            <p:cNvSpPr/>
            <p:nvPr/>
          </p:nvSpPr>
          <p:spPr>
            <a:xfrm>
              <a:off x="108013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41371C"/>
              </a:solidFill>
            </a:ln>
          </p:spPr>
        </p:sp>
        <p:sp>
          <p:nvSpPr>
            <p:cNvPr id="142" name="Freeform 142"/>
            <p:cNvSpPr/>
            <p:nvPr/>
          </p:nvSpPr>
          <p:spPr>
            <a:xfrm>
              <a:off x="108394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3B331C"/>
              </a:solidFill>
            </a:ln>
          </p:spPr>
        </p:sp>
        <p:sp>
          <p:nvSpPr>
            <p:cNvPr id="143" name="Freeform 143"/>
            <p:cNvSpPr/>
            <p:nvPr/>
          </p:nvSpPr>
          <p:spPr>
            <a:xfrm>
              <a:off x="108775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332D1C"/>
              </a:solidFill>
            </a:ln>
          </p:spPr>
        </p:sp>
        <p:sp>
          <p:nvSpPr>
            <p:cNvPr id="144" name="Freeform 144"/>
            <p:cNvSpPr/>
            <p:nvPr/>
          </p:nvSpPr>
          <p:spPr>
            <a:xfrm>
              <a:off x="109156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2A261C"/>
              </a:solidFill>
            </a:ln>
          </p:spPr>
        </p:sp>
        <p:sp>
          <p:nvSpPr>
            <p:cNvPr id="145" name="Freeform 145"/>
            <p:cNvSpPr/>
            <p:nvPr/>
          </p:nvSpPr>
          <p:spPr>
            <a:xfrm>
              <a:off x="109537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1C1C1C"/>
              </a:solidFill>
            </a:ln>
          </p:spPr>
        </p:sp>
        <p:sp>
          <p:nvSpPr>
            <p:cNvPr id="146" name="Freeform 146"/>
            <p:cNvSpPr/>
            <p:nvPr/>
          </p:nvSpPr>
          <p:spPr>
            <a:xfrm>
              <a:off x="109918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2A261C"/>
              </a:solidFill>
            </a:ln>
          </p:spPr>
        </p:sp>
        <p:sp>
          <p:nvSpPr>
            <p:cNvPr id="147" name="Freeform 147"/>
            <p:cNvSpPr/>
            <p:nvPr/>
          </p:nvSpPr>
          <p:spPr>
            <a:xfrm>
              <a:off x="110299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322C1C"/>
              </a:solidFill>
            </a:ln>
          </p:spPr>
        </p:sp>
        <p:sp>
          <p:nvSpPr>
            <p:cNvPr id="148" name="Freeform 148"/>
            <p:cNvSpPr/>
            <p:nvPr/>
          </p:nvSpPr>
          <p:spPr>
            <a:xfrm>
              <a:off x="110680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38311C"/>
              </a:solidFill>
            </a:ln>
          </p:spPr>
        </p:sp>
        <p:sp>
          <p:nvSpPr>
            <p:cNvPr id="149" name="Freeform 149"/>
            <p:cNvSpPr/>
            <p:nvPr/>
          </p:nvSpPr>
          <p:spPr>
            <a:xfrm>
              <a:off x="111061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3D341C"/>
              </a:solidFill>
            </a:ln>
          </p:spPr>
        </p:sp>
        <p:sp>
          <p:nvSpPr>
            <p:cNvPr id="150" name="Freeform 150"/>
            <p:cNvSpPr/>
            <p:nvPr/>
          </p:nvSpPr>
          <p:spPr>
            <a:xfrm>
              <a:off x="111442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41371C"/>
              </a:solidFill>
            </a:ln>
          </p:spPr>
        </p:sp>
        <p:sp>
          <p:nvSpPr>
            <p:cNvPr id="151" name="Freeform 151"/>
            <p:cNvSpPr/>
            <p:nvPr/>
          </p:nvSpPr>
          <p:spPr>
            <a:xfrm>
              <a:off x="111823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44391C"/>
              </a:solidFill>
            </a:ln>
          </p:spPr>
        </p:sp>
        <p:sp>
          <p:nvSpPr>
            <p:cNvPr id="152" name="Freeform 152"/>
            <p:cNvSpPr/>
            <p:nvPr/>
          </p:nvSpPr>
          <p:spPr>
            <a:xfrm>
              <a:off x="112204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463B1C"/>
              </a:solidFill>
            </a:ln>
          </p:spPr>
        </p:sp>
        <p:sp>
          <p:nvSpPr>
            <p:cNvPr id="153" name="Freeform 153"/>
            <p:cNvSpPr/>
            <p:nvPr/>
          </p:nvSpPr>
          <p:spPr>
            <a:xfrm>
              <a:off x="112585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463B1C"/>
              </a:solidFill>
            </a:ln>
          </p:spPr>
        </p:sp>
        <p:sp>
          <p:nvSpPr>
            <p:cNvPr id="154" name="Freeform 154"/>
            <p:cNvSpPr/>
            <p:nvPr/>
          </p:nvSpPr>
          <p:spPr>
            <a:xfrm>
              <a:off x="112966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463B1C"/>
              </a:solidFill>
            </a:ln>
          </p:spPr>
        </p:sp>
        <p:sp>
          <p:nvSpPr>
            <p:cNvPr id="155" name="Freeform 155"/>
            <p:cNvSpPr/>
            <p:nvPr/>
          </p:nvSpPr>
          <p:spPr>
            <a:xfrm>
              <a:off x="113347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453A1C"/>
              </a:solidFill>
            </a:ln>
          </p:spPr>
        </p:sp>
        <p:sp>
          <p:nvSpPr>
            <p:cNvPr id="156" name="Freeform 156"/>
            <p:cNvSpPr/>
            <p:nvPr/>
          </p:nvSpPr>
          <p:spPr>
            <a:xfrm>
              <a:off x="113728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43381C"/>
              </a:solidFill>
            </a:ln>
          </p:spPr>
        </p:sp>
        <p:sp>
          <p:nvSpPr>
            <p:cNvPr id="157" name="Freeform 157"/>
            <p:cNvSpPr/>
            <p:nvPr/>
          </p:nvSpPr>
          <p:spPr>
            <a:xfrm>
              <a:off x="114109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40361C"/>
              </a:solidFill>
            </a:ln>
          </p:spPr>
        </p:sp>
        <p:sp>
          <p:nvSpPr>
            <p:cNvPr id="158" name="Freeform 158"/>
            <p:cNvSpPr/>
            <p:nvPr/>
          </p:nvSpPr>
          <p:spPr>
            <a:xfrm>
              <a:off x="11449050" y="18192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66675">
              <a:solidFill>
                <a:srgbClr val="3C341C"/>
              </a:solidFill>
            </a:ln>
          </p:spPr>
        </p:sp>
        <p:sp>
          <p:nvSpPr>
            <p:cNvPr id="159" name="Freeform 159"/>
            <p:cNvSpPr/>
            <p:nvPr/>
          </p:nvSpPr>
          <p:spPr>
            <a:xfrm>
              <a:off x="6448425" y="2381250"/>
              <a:ext cx="5010150" cy="9525"/>
            </a:xfrm>
            <a:custGeom>
              <a:avLst/>
              <a:gdLst/>
              <a:ahLst/>
              <a:cxnLst/>
              <a:rect l="l" t="t" r="r" b="b"/>
              <a:pathLst>
                <a:path w="5010150" h="9525">
                  <a:moveTo>
                    <a:pt x="0" y="0"/>
                  </a:moveTo>
                  <a:lnTo>
                    <a:pt x="501015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60" name="Freeform 160"/>
            <p:cNvSpPr/>
            <p:nvPr/>
          </p:nvSpPr>
          <p:spPr>
            <a:xfrm>
              <a:off x="6953250" y="2352675"/>
              <a:ext cx="9525" cy="57150"/>
            </a:xfrm>
            <a:custGeom>
              <a:avLst/>
              <a:gdLst/>
              <a:ahLst/>
              <a:cxnLst/>
              <a:rect l="l" t="t" r="r" b="b"/>
              <a:pathLst>
                <a:path w="9525" h="57150">
                  <a:moveTo>
                    <a:pt x="0" y="0"/>
                  </a:moveTo>
                  <a:lnTo>
                    <a:pt x="0" y="57150"/>
                  </a:lnTo>
                </a:path>
              </a:pathLst>
            </a:custGeom>
            <a:noFill/>
            <a:ln w="14288">
              <a:solidFill>
                <a:srgbClr val="5B6475"/>
              </a:solidFill>
            </a:ln>
          </p:spPr>
        </p:sp>
        <p:sp>
          <p:nvSpPr>
            <p:cNvPr id="161" name="Freeform 161"/>
            <p:cNvSpPr/>
            <p:nvPr/>
          </p:nvSpPr>
          <p:spPr>
            <a:xfrm>
              <a:off x="7620000" y="2352675"/>
              <a:ext cx="9525" cy="57150"/>
            </a:xfrm>
            <a:custGeom>
              <a:avLst/>
              <a:gdLst/>
              <a:ahLst/>
              <a:cxnLst/>
              <a:rect l="l" t="t" r="r" b="b"/>
              <a:pathLst>
                <a:path w="9525" h="57150">
                  <a:moveTo>
                    <a:pt x="0" y="0"/>
                  </a:moveTo>
                  <a:lnTo>
                    <a:pt x="0" y="57150"/>
                  </a:lnTo>
                </a:path>
              </a:pathLst>
            </a:custGeom>
            <a:noFill/>
            <a:ln w="14288">
              <a:solidFill>
                <a:srgbClr val="5B6475"/>
              </a:solidFill>
            </a:ln>
          </p:spPr>
        </p:sp>
        <p:sp>
          <p:nvSpPr>
            <p:cNvPr id="162" name="Freeform 162"/>
            <p:cNvSpPr/>
            <p:nvPr/>
          </p:nvSpPr>
          <p:spPr>
            <a:xfrm>
              <a:off x="8286750" y="2352675"/>
              <a:ext cx="9525" cy="57150"/>
            </a:xfrm>
            <a:custGeom>
              <a:avLst/>
              <a:gdLst/>
              <a:ahLst/>
              <a:cxnLst/>
              <a:rect l="l" t="t" r="r" b="b"/>
              <a:pathLst>
                <a:path w="9525" h="57150">
                  <a:moveTo>
                    <a:pt x="0" y="0"/>
                  </a:moveTo>
                  <a:lnTo>
                    <a:pt x="0" y="57150"/>
                  </a:lnTo>
                </a:path>
              </a:pathLst>
            </a:custGeom>
            <a:noFill/>
            <a:ln w="14288">
              <a:solidFill>
                <a:srgbClr val="5B6475"/>
              </a:solidFill>
            </a:ln>
          </p:spPr>
        </p:sp>
        <p:sp>
          <p:nvSpPr>
            <p:cNvPr id="163" name="Freeform 163"/>
            <p:cNvSpPr/>
            <p:nvPr/>
          </p:nvSpPr>
          <p:spPr>
            <a:xfrm>
              <a:off x="8953500" y="2352675"/>
              <a:ext cx="9525" cy="57150"/>
            </a:xfrm>
            <a:custGeom>
              <a:avLst/>
              <a:gdLst/>
              <a:ahLst/>
              <a:cxnLst/>
              <a:rect l="l" t="t" r="r" b="b"/>
              <a:pathLst>
                <a:path w="9525" h="57150">
                  <a:moveTo>
                    <a:pt x="0" y="0"/>
                  </a:moveTo>
                  <a:lnTo>
                    <a:pt x="0" y="57150"/>
                  </a:lnTo>
                </a:path>
              </a:pathLst>
            </a:custGeom>
            <a:noFill/>
            <a:ln w="14288">
              <a:solidFill>
                <a:srgbClr val="5B6475"/>
              </a:solidFill>
            </a:ln>
          </p:spPr>
        </p:sp>
        <p:sp>
          <p:nvSpPr>
            <p:cNvPr id="164" name="Freeform 164"/>
            <p:cNvSpPr/>
            <p:nvPr/>
          </p:nvSpPr>
          <p:spPr>
            <a:xfrm>
              <a:off x="9620250" y="2352675"/>
              <a:ext cx="9525" cy="57150"/>
            </a:xfrm>
            <a:custGeom>
              <a:avLst/>
              <a:gdLst/>
              <a:ahLst/>
              <a:cxnLst/>
              <a:rect l="l" t="t" r="r" b="b"/>
              <a:pathLst>
                <a:path w="9525" h="57150">
                  <a:moveTo>
                    <a:pt x="0" y="0"/>
                  </a:moveTo>
                  <a:lnTo>
                    <a:pt x="0" y="57150"/>
                  </a:lnTo>
                </a:path>
              </a:pathLst>
            </a:custGeom>
            <a:noFill/>
            <a:ln w="14288">
              <a:solidFill>
                <a:srgbClr val="5B6475"/>
              </a:solidFill>
            </a:ln>
          </p:spPr>
        </p:sp>
        <p:sp>
          <p:nvSpPr>
            <p:cNvPr id="165" name="Freeform 165"/>
            <p:cNvSpPr/>
            <p:nvPr/>
          </p:nvSpPr>
          <p:spPr>
            <a:xfrm>
              <a:off x="10287000" y="2352675"/>
              <a:ext cx="9525" cy="57150"/>
            </a:xfrm>
            <a:custGeom>
              <a:avLst/>
              <a:gdLst/>
              <a:ahLst/>
              <a:cxnLst/>
              <a:rect l="l" t="t" r="r" b="b"/>
              <a:pathLst>
                <a:path w="9525" h="57150">
                  <a:moveTo>
                    <a:pt x="0" y="0"/>
                  </a:moveTo>
                  <a:lnTo>
                    <a:pt x="0" y="57150"/>
                  </a:lnTo>
                </a:path>
              </a:pathLst>
            </a:custGeom>
            <a:noFill/>
            <a:ln w="14288">
              <a:solidFill>
                <a:srgbClr val="5B6475"/>
              </a:solidFill>
            </a:ln>
          </p:spPr>
        </p:sp>
        <p:sp>
          <p:nvSpPr>
            <p:cNvPr id="166" name="Freeform 166"/>
            <p:cNvSpPr/>
            <p:nvPr/>
          </p:nvSpPr>
          <p:spPr>
            <a:xfrm>
              <a:off x="10953750" y="2352675"/>
              <a:ext cx="9525" cy="57150"/>
            </a:xfrm>
            <a:custGeom>
              <a:avLst/>
              <a:gdLst/>
              <a:ahLst/>
              <a:cxnLst/>
              <a:rect l="l" t="t" r="r" b="b"/>
              <a:pathLst>
                <a:path w="9525" h="57150">
                  <a:moveTo>
                    <a:pt x="0" y="0"/>
                  </a:moveTo>
                  <a:lnTo>
                    <a:pt x="0" y="57150"/>
                  </a:lnTo>
                </a:path>
              </a:pathLst>
            </a:custGeom>
            <a:noFill/>
            <a:ln w="14288">
              <a:solidFill>
                <a:srgbClr val="5B6475"/>
              </a:solidFill>
            </a:ln>
          </p:spPr>
        </p:sp>
        <p:sp>
          <p:nvSpPr>
            <p:cNvPr id="167" name="Freeform 167"/>
            <p:cNvSpPr/>
            <p:nvPr/>
          </p:nvSpPr>
          <p:spPr>
            <a:xfrm>
              <a:off x="8391525" y="2952750"/>
              <a:ext cx="1123950" cy="9525"/>
            </a:xfrm>
            <a:custGeom>
              <a:avLst/>
              <a:gdLst/>
              <a:ahLst/>
              <a:cxnLst/>
              <a:rect l="l" t="t" r="r" b="b"/>
              <a:pathLst>
                <a:path w="1123950" h="9525">
                  <a:moveTo>
                    <a:pt x="0" y="0"/>
                  </a:moveTo>
                  <a:lnTo>
                    <a:pt x="1123950" y="0"/>
                  </a:ln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168" name="Freeform 168"/>
            <p:cNvSpPr/>
            <p:nvPr/>
          </p:nvSpPr>
          <p:spPr>
            <a:xfrm>
              <a:off x="9515475" y="29051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169" name="Freeform 169"/>
            <p:cNvSpPr/>
            <p:nvPr/>
          </p:nvSpPr>
          <p:spPr>
            <a:xfrm>
              <a:off x="8296275" y="29051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170" name="Freeform 170"/>
            <p:cNvSpPr/>
            <p:nvPr/>
          </p:nvSpPr>
          <p:spPr>
            <a:xfrm>
              <a:off x="9725025" y="2952750"/>
              <a:ext cx="457200" cy="9525"/>
            </a:xfrm>
            <a:custGeom>
              <a:avLst/>
              <a:gdLst/>
              <a:ahLst/>
              <a:cxnLst/>
              <a:rect l="l" t="t" r="r" b="b"/>
              <a:pathLst>
                <a:path w="457200" h="9525">
                  <a:moveTo>
                    <a:pt x="0" y="0"/>
                  </a:moveTo>
                  <a:lnTo>
                    <a:pt x="457200" y="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171" name="Freeform 171"/>
            <p:cNvSpPr/>
            <p:nvPr/>
          </p:nvSpPr>
          <p:spPr>
            <a:xfrm>
              <a:off x="10182225" y="29051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172" name="Freeform 172"/>
            <p:cNvSpPr/>
            <p:nvPr/>
          </p:nvSpPr>
          <p:spPr>
            <a:xfrm>
              <a:off x="9629775" y="29051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173" name="Freeform 173"/>
            <p:cNvSpPr/>
            <p:nvPr/>
          </p:nvSpPr>
          <p:spPr>
            <a:xfrm>
              <a:off x="7724775" y="2952750"/>
              <a:ext cx="457200" cy="9525"/>
            </a:xfrm>
            <a:custGeom>
              <a:avLst/>
              <a:gdLst/>
              <a:ahLst/>
              <a:cxnLst/>
              <a:rect l="l" t="t" r="r" b="b"/>
              <a:pathLst>
                <a:path w="457200" h="9525">
                  <a:moveTo>
                    <a:pt x="0" y="0"/>
                  </a:moveTo>
                  <a:lnTo>
                    <a:pt x="457200" y="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174" name="Freeform 174"/>
            <p:cNvSpPr/>
            <p:nvPr/>
          </p:nvSpPr>
          <p:spPr>
            <a:xfrm>
              <a:off x="8181975" y="29051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175" name="Freeform 175"/>
            <p:cNvSpPr/>
            <p:nvPr/>
          </p:nvSpPr>
          <p:spPr>
            <a:xfrm>
              <a:off x="7629525" y="29051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176" name="Freeform 176"/>
            <p:cNvSpPr/>
            <p:nvPr/>
          </p:nvSpPr>
          <p:spPr>
            <a:xfrm>
              <a:off x="7620000" y="2676525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177" name="Freeform 177"/>
            <p:cNvSpPr/>
            <p:nvPr/>
          </p:nvSpPr>
          <p:spPr>
            <a:xfrm>
              <a:off x="8286750" y="2676525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178" name="Freeform 178"/>
            <p:cNvSpPr/>
            <p:nvPr/>
          </p:nvSpPr>
          <p:spPr>
            <a:xfrm>
              <a:off x="9620250" y="2676525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179" name="Freeform 179"/>
            <p:cNvSpPr/>
            <p:nvPr/>
          </p:nvSpPr>
          <p:spPr>
            <a:xfrm>
              <a:off x="10287000" y="2676525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180" name="TextBox 180"/>
            <p:cNvSpPr txBox="1"/>
            <p:nvPr/>
          </p:nvSpPr>
          <p:spPr>
            <a:xfrm>
              <a:off x="6875737" y="2491264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−3</a:t>
              </a:r>
            </a:p>
          </p:txBody>
        </p:sp>
        <p:sp>
          <p:nvSpPr>
            <p:cNvPr id="181" name="TextBox 181"/>
            <p:cNvSpPr txBox="1"/>
            <p:nvPr/>
          </p:nvSpPr>
          <p:spPr>
            <a:xfrm>
              <a:off x="7542487" y="2491264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−2</a:t>
              </a:r>
            </a:p>
          </p:txBody>
        </p:sp>
        <p:sp>
          <p:nvSpPr>
            <p:cNvPr id="182" name="TextBox 182"/>
            <p:cNvSpPr txBox="1"/>
            <p:nvPr/>
          </p:nvSpPr>
          <p:spPr>
            <a:xfrm>
              <a:off x="8209237" y="2491264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−1</a:t>
              </a:r>
            </a:p>
          </p:txBody>
        </p:sp>
        <p:sp>
          <p:nvSpPr>
            <p:cNvPr id="183" name="TextBox 183"/>
            <p:cNvSpPr txBox="1"/>
            <p:nvPr/>
          </p:nvSpPr>
          <p:spPr>
            <a:xfrm>
              <a:off x="9579017" y="249126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84" name="TextBox 184"/>
            <p:cNvSpPr txBox="1"/>
            <p:nvPr/>
          </p:nvSpPr>
          <p:spPr>
            <a:xfrm>
              <a:off x="10245767" y="249126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5" name="TextBox 185"/>
            <p:cNvSpPr txBox="1"/>
            <p:nvPr/>
          </p:nvSpPr>
          <p:spPr>
            <a:xfrm>
              <a:off x="10912517" y="249126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86" name="TextBox 186"/>
            <p:cNvSpPr txBox="1"/>
            <p:nvPr/>
          </p:nvSpPr>
          <p:spPr>
            <a:xfrm>
              <a:off x="8893660" y="2491264"/>
              <a:ext cx="1196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187" name="TextBox 187"/>
            <p:cNvSpPr txBox="1"/>
            <p:nvPr/>
          </p:nvSpPr>
          <p:spPr>
            <a:xfrm>
              <a:off x="10312336" y="1600200"/>
              <a:ext cx="116052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暗纹位置，单位 fλ/a</a:t>
              </a:r>
            </a:p>
          </p:txBody>
        </p:sp>
        <p:sp>
          <p:nvSpPr>
            <p:cNvPr id="188" name="TextBox 188"/>
            <p:cNvSpPr txBox="1"/>
            <p:nvPr/>
          </p:nvSpPr>
          <p:spPr>
            <a:xfrm>
              <a:off x="8595672" y="2752725"/>
              <a:ext cx="7156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l₀ = 2fλ/a</a:t>
              </a:r>
            </a:p>
          </p:txBody>
        </p:sp>
        <p:sp>
          <p:nvSpPr>
            <p:cNvPr id="189" name="TextBox 189"/>
            <p:cNvSpPr txBox="1"/>
            <p:nvPr/>
          </p:nvSpPr>
          <p:spPr>
            <a:xfrm>
              <a:off x="9677427" y="2752725"/>
              <a:ext cx="5523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l = fλ/a</a:t>
              </a:r>
            </a:p>
          </p:txBody>
        </p:sp>
        <p:sp>
          <p:nvSpPr>
            <p:cNvPr id="190" name="TextBox 190"/>
            <p:cNvSpPr txBox="1"/>
            <p:nvPr/>
          </p:nvSpPr>
          <p:spPr>
            <a:xfrm>
              <a:off x="7925778" y="2752725"/>
              <a:ext cx="55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l</a:t>
              </a:r>
            </a:p>
          </p:txBody>
        </p:sp>
        <p:sp>
          <p:nvSpPr>
            <p:cNvPr id="191" name="TextBox 191"/>
            <p:cNvSpPr txBox="1"/>
            <p:nvPr/>
          </p:nvSpPr>
          <p:spPr>
            <a:xfrm>
              <a:off x="7513015" y="3333750"/>
              <a:ext cx="288097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明纹大致在两暗纹中点：x ≈ ±1.5、±2.5 …（×fλ/a）</a:t>
              </a:r>
            </a:p>
          </p:txBody>
        </p:sp>
        <p:sp>
          <p:nvSpPr>
            <p:cNvPr id="192" name="TextBox 192"/>
            <p:cNvSpPr txBox="1"/>
            <p:nvPr/>
          </p:nvSpPr>
          <p:spPr>
            <a:xfrm>
              <a:off x="8011366" y="3577114"/>
              <a:ext cx="18842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中央明纹是其他明纹宽度的 2 倍</a:t>
              </a:r>
            </a:p>
          </p:txBody>
        </p:sp>
      </p:grpSp>
      <p:grpSp>
        <p:nvGrpSpPr>
          <p:cNvPr id="199" name="c2-card-2"/>
          <p:cNvGrpSpPr/>
          <p:nvPr/>
        </p:nvGrpSpPr>
        <p:grpSpPr>
          <a:xfrm>
            <a:off x="6248400" y="4095750"/>
            <a:ext cx="5410200" cy="1316355"/>
            <a:chOff x="6248400" y="4095750"/>
            <a:chExt cx="5410200" cy="1316355"/>
          </a:xfrm>
        </p:grpSpPr>
        <p:sp>
          <p:nvSpPr>
            <p:cNvPr id="194" name="Rectangle 194"/>
            <p:cNvSpPr/>
            <p:nvPr/>
          </p:nvSpPr>
          <p:spPr>
            <a:xfrm>
              <a:off x="6248400" y="4095750"/>
              <a:ext cx="5410200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5" name="Rectangle 195"/>
            <p:cNvSpPr/>
            <p:nvPr/>
          </p:nvSpPr>
          <p:spPr>
            <a:xfrm>
              <a:off x="6257925" y="4229100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96" name="Rectangle 196"/>
            <p:cNvSpPr/>
            <p:nvPr/>
          </p:nvSpPr>
          <p:spPr>
            <a:xfrm>
              <a:off x="6496050" y="430530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97" name="TextBox 197"/>
            <p:cNvSpPr txBox="1"/>
            <p:nvPr/>
          </p:nvSpPr>
          <p:spPr>
            <a:xfrm>
              <a:off x="6586258" y="434101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小例</a:t>
              </a:r>
            </a:p>
          </p:txBody>
        </p:sp>
        <p:sp>
          <p:nvSpPr>
            <p:cNvPr id="198" name="TextBox 198"/>
            <p:cNvSpPr txBox="1"/>
            <p:nvPr/>
          </p:nvSpPr>
          <p:spPr>
            <a:xfrm>
              <a:off x="6488430" y="4682490"/>
              <a:ext cx="42919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 = 500 nm、a = 0.5 mm、f = 1 m：l₀ = 2 × 1 ×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5×10⁻⁷/(5×10⁻⁴) m = 2 mm，其他明纹宽 1 mm。</a:t>
              </a:r>
            </a:p>
          </p:txBody>
        </p:sp>
      </p:grpSp>
      <p:grpSp>
        <p:nvGrpSpPr>
          <p:cNvPr id="206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200" name="Rectangle 200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04" name="Group 204"/>
            <p:cNvGrpSpPr/>
            <p:nvPr/>
          </p:nvGrpSpPr>
          <p:grpSpPr>
            <a:xfrm>
              <a:off x="726129" y="5992296"/>
              <a:ext cx="224134" cy="192560"/>
              <a:chOff x="726129" y="5992296"/>
              <a:chExt cx="224134" cy="192560"/>
            </a:xfrm>
          </p:grpSpPr>
          <p:sp>
            <p:nvSpPr>
              <p:cNvPr id="201" name="Freeform 201"/>
              <p:cNvSpPr/>
              <p:nvPr/>
            </p:nvSpPr>
            <p:spPr>
              <a:xfrm>
                <a:off x="838200" y="60626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02" name="Freeform 202"/>
              <p:cNvSpPr/>
              <p:nvPr/>
            </p:nvSpPr>
            <p:spPr>
              <a:xfrm>
                <a:off x="726129" y="59922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03" name="Freeform 203"/>
              <p:cNvSpPr/>
              <p:nvPr/>
            </p:nvSpPr>
            <p:spPr>
              <a:xfrm>
                <a:off x="838200" y="61404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05" name="TextBox 205"/>
            <p:cNvSpPr txBox="1"/>
            <p:nvPr/>
          </p:nvSpPr>
          <p:spPr>
            <a:xfrm>
              <a:off x="1040130" y="5991225"/>
              <a:ext cx="935450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x ≈ fλ/a 这类线性公式只在 φ 很小时成立。衍射角较大时（光栅题常见）要先求出 φ，再用 x = f tanφ。</a:t>
              </a:r>
            </a:p>
          </p:txBody>
        </p:sp>
      </p:grpSp>
      <p:grpSp>
        <p:nvGrpSpPr>
          <p:cNvPr id="20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07" name="TextBox 207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第8章 光的衍射</a:t>
              </a:r>
            </a:p>
          </p:txBody>
        </p:sp>
        <p:sp>
          <p:nvSpPr>
            <p:cNvPr id="208" name="TextBox 20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光的衍射 · 夫琅禾费单缝衍射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缝越窄衍射越明显；白光衍射中央白、两侧彩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410200" cy="2490788"/>
            <a:chOff x="533400" y="1524000"/>
            <a:chExt cx="5410200" cy="249078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490788"/>
            </a:xfrm>
            <a:prstGeom prst="roundRect">
              <a:avLst>
                <a:gd name="adj" fmla="val 5354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31520" y="1722120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0958" y="175641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缝宽的影响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formula58"/>
                <p:cNvSpPr txBox="1">
                  <a:spLocks noGrp="1"/>
                </p:cNvSpPr>
                <p:nvPr/>
              </p:nvSpPr>
              <p:spPr>
                <a:xfrm>
                  <a:off x="731520" y="2059305"/>
                  <a:ext cx="5013960" cy="5143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Δ</m:t>
                        </m:r>
                        <m: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fλ</m:t>
                            </m:r>
                          </m:num>
                          <m:den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∝</m:t>
                        </m:r>
                        <m:f>
                          <m:fPr>
                            <m:type m:val="bar"/>
                            <m:ctrl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λ</m:t>
                            </m:r>
                          </m:num>
                          <m:den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1" name="Ellipse 11"/>
            <p:cNvSpPr/>
            <p:nvPr/>
          </p:nvSpPr>
          <p:spPr>
            <a:xfrm>
              <a:off x="739140" y="2747010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95731" y="2686526"/>
              <a:ext cx="492730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 越小，条纹越宽，衍射越明显；a 变大，条纹向中央靠拢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39140" y="3064192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95731" y="3004661"/>
              <a:ext cx="249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 与 λ 可比时，衍射现象明显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39140" y="3382328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95731" y="3321844"/>
              <a:ext cx="462216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 ≫ λ 时各级条纹挤到中央，只剩一条亮线，就是透镜给线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光源成的像，显示光的直线传播</a:t>
              </a:r>
            </a:p>
          </p:txBody>
        </p:sp>
      </p:grpSp>
      <p:grpSp>
        <p:nvGrpSpPr>
          <p:cNvPr id="23" name="c1-card-2"/>
          <p:cNvGrpSpPr/>
          <p:nvPr/>
        </p:nvGrpSpPr>
        <p:grpSpPr>
          <a:xfrm>
            <a:off x="533400" y="4194810"/>
            <a:ext cx="5410200" cy="1446848"/>
            <a:chOff x="533400" y="4194810"/>
            <a:chExt cx="5410200" cy="1446848"/>
          </a:xfrm>
        </p:grpSpPr>
        <p:sp>
          <p:nvSpPr>
            <p:cNvPr id="18" name="Rectangle 18"/>
            <p:cNvSpPr/>
            <p:nvPr/>
          </p:nvSpPr>
          <p:spPr>
            <a:xfrm>
              <a:off x="533400" y="4194810"/>
              <a:ext cx="5410200" cy="1446848"/>
            </a:xfrm>
            <a:prstGeom prst="roundRect">
              <a:avLst>
                <a:gd name="adj" fmla="val 921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42925" y="4328160"/>
              <a:ext cx="47625" cy="118014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69620" y="439293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61060" y="442722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381" y="4753451"/>
              <a:ext cx="401928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几何光学是波动光学在 λ/a → 0 时的极限情况。</a:t>
              </a:r>
            </a:p>
          </p:txBody>
        </p:sp>
      </p:grpSp>
      <p:grpSp>
        <p:nvGrpSpPr>
          <p:cNvPr id="187" name="g_aeffect"/>
          <p:cNvGrpSpPr/>
          <p:nvPr/>
        </p:nvGrpSpPr>
        <p:grpSpPr>
          <a:xfrm>
            <a:off x="6635115" y="1712595"/>
            <a:ext cx="4792009" cy="2536507"/>
            <a:chOff x="6635115" y="1712595"/>
            <a:chExt cx="4792009" cy="2536507"/>
          </a:xfrm>
        </p:grpSpPr>
        <p:sp>
          <p:nvSpPr>
            <p:cNvPr id="24" name="Freeform 24"/>
            <p:cNvSpPr/>
            <p:nvPr/>
          </p:nvSpPr>
          <p:spPr>
            <a:xfrm>
              <a:off x="6695122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171714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6725602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171815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6756082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171815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6787515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181915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6818948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181815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6849428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191814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6879908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1A1813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6911340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1B1813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6941820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1C1713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6973252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1D1713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7003732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1E1714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7035165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1F1815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7065645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201916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7097078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201A17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7127558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201B18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7158038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1F1C19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7189470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1F1D19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7220902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1E1E19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7251382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1E1E19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7281862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1D1F19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7313295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1D1F18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7343775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1D1F18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7375208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1E1F18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7406640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1F1F18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7437120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201F19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7467600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221F1A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7499032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241F1B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7529512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261F1C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7559992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281F1E"/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7591425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2B2020"/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7622858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2D2121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7653338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2E2222"/>
              </a:solidFill>
            </a:ln>
          </p:spPr>
        </p:sp>
        <p:sp>
          <p:nvSpPr>
            <p:cNvPr id="56" name="Freeform 56"/>
            <p:cNvSpPr/>
            <p:nvPr/>
          </p:nvSpPr>
          <p:spPr>
            <a:xfrm>
              <a:off x="7683818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2F2422"/>
              </a:solidFill>
            </a:ln>
          </p:spPr>
        </p:sp>
        <p:sp>
          <p:nvSpPr>
            <p:cNvPr id="57" name="Freeform 57"/>
            <p:cNvSpPr/>
            <p:nvPr/>
          </p:nvSpPr>
          <p:spPr>
            <a:xfrm>
              <a:off x="7715250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302721"/>
              </a:solidFill>
            </a:ln>
          </p:spPr>
        </p:sp>
        <p:sp>
          <p:nvSpPr>
            <p:cNvPr id="58" name="Freeform 58"/>
            <p:cNvSpPr/>
            <p:nvPr/>
          </p:nvSpPr>
          <p:spPr>
            <a:xfrm>
              <a:off x="7745730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2F2920"/>
              </a:solidFill>
            </a:ln>
          </p:spPr>
        </p:sp>
        <p:sp>
          <p:nvSpPr>
            <p:cNvPr id="59" name="Freeform 59"/>
            <p:cNvSpPr/>
            <p:nvPr/>
          </p:nvSpPr>
          <p:spPr>
            <a:xfrm>
              <a:off x="7777162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2E2B1E"/>
              </a:solidFill>
            </a:ln>
          </p:spPr>
        </p:sp>
        <p:sp>
          <p:nvSpPr>
            <p:cNvPr id="60" name="Freeform 60"/>
            <p:cNvSpPr/>
            <p:nvPr/>
          </p:nvSpPr>
          <p:spPr>
            <a:xfrm>
              <a:off x="7807642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2B2D1C"/>
              </a:solidFill>
            </a:ln>
          </p:spPr>
        </p:sp>
        <p:sp>
          <p:nvSpPr>
            <p:cNvPr id="61" name="Freeform 61"/>
            <p:cNvSpPr/>
            <p:nvPr/>
          </p:nvSpPr>
          <p:spPr>
            <a:xfrm>
              <a:off x="7839075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282F1C"/>
              </a:solidFill>
            </a:ln>
          </p:spPr>
        </p:sp>
        <p:sp>
          <p:nvSpPr>
            <p:cNvPr id="62" name="Freeform 62"/>
            <p:cNvSpPr/>
            <p:nvPr/>
          </p:nvSpPr>
          <p:spPr>
            <a:xfrm>
              <a:off x="7869555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25301D"/>
              </a:solidFill>
            </a:ln>
          </p:spPr>
        </p:sp>
        <p:sp>
          <p:nvSpPr>
            <p:cNvPr id="63" name="Freeform 63"/>
            <p:cNvSpPr/>
            <p:nvPr/>
          </p:nvSpPr>
          <p:spPr>
            <a:xfrm>
              <a:off x="7900988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222F20"/>
              </a:solidFill>
            </a:ln>
          </p:spPr>
        </p:sp>
        <p:sp>
          <p:nvSpPr>
            <p:cNvPr id="64" name="Freeform 64"/>
            <p:cNvSpPr/>
            <p:nvPr/>
          </p:nvSpPr>
          <p:spPr>
            <a:xfrm>
              <a:off x="7931468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212E25"/>
              </a:solidFill>
            </a:ln>
          </p:spPr>
        </p:sp>
        <p:sp>
          <p:nvSpPr>
            <p:cNvPr id="65" name="Freeform 65"/>
            <p:cNvSpPr/>
            <p:nvPr/>
          </p:nvSpPr>
          <p:spPr>
            <a:xfrm>
              <a:off x="7961948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222C2A"/>
              </a:solidFill>
            </a:ln>
          </p:spPr>
        </p:sp>
        <p:sp>
          <p:nvSpPr>
            <p:cNvPr id="66" name="Freeform 66"/>
            <p:cNvSpPr/>
            <p:nvPr/>
          </p:nvSpPr>
          <p:spPr>
            <a:xfrm>
              <a:off x="7993380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27292E"/>
              </a:solidFill>
            </a:ln>
          </p:spPr>
        </p:sp>
        <p:sp>
          <p:nvSpPr>
            <p:cNvPr id="67" name="Freeform 67"/>
            <p:cNvSpPr/>
            <p:nvPr/>
          </p:nvSpPr>
          <p:spPr>
            <a:xfrm>
              <a:off x="8024812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2E2631"/>
              </a:solidFill>
            </a:ln>
          </p:spPr>
        </p:sp>
        <p:sp>
          <p:nvSpPr>
            <p:cNvPr id="68" name="Freeform 68"/>
            <p:cNvSpPr/>
            <p:nvPr/>
          </p:nvSpPr>
          <p:spPr>
            <a:xfrm>
              <a:off x="8055292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352533"/>
              </a:solidFill>
            </a:ln>
          </p:spPr>
        </p:sp>
        <p:sp>
          <p:nvSpPr>
            <p:cNvPr id="69" name="Freeform 69"/>
            <p:cNvSpPr/>
            <p:nvPr/>
          </p:nvSpPr>
          <p:spPr>
            <a:xfrm>
              <a:off x="8085772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3D2533"/>
              </a:solidFill>
            </a:ln>
          </p:spPr>
        </p:sp>
        <p:sp>
          <p:nvSpPr>
            <p:cNvPr id="70" name="Freeform 70"/>
            <p:cNvSpPr/>
            <p:nvPr/>
          </p:nvSpPr>
          <p:spPr>
            <a:xfrm>
              <a:off x="8117205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442930"/>
              </a:solidFill>
            </a:ln>
          </p:spPr>
        </p:sp>
        <p:sp>
          <p:nvSpPr>
            <p:cNvPr id="71" name="Freeform 71"/>
            <p:cNvSpPr/>
            <p:nvPr/>
          </p:nvSpPr>
          <p:spPr>
            <a:xfrm>
              <a:off x="8147685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4B2F2B"/>
              </a:solidFill>
            </a:ln>
          </p:spPr>
        </p:sp>
        <p:sp>
          <p:nvSpPr>
            <p:cNvPr id="72" name="Freeform 72"/>
            <p:cNvSpPr/>
            <p:nvPr/>
          </p:nvSpPr>
          <p:spPr>
            <a:xfrm>
              <a:off x="8179118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4F3725"/>
              </a:solidFill>
            </a:ln>
          </p:spPr>
        </p:sp>
        <p:sp>
          <p:nvSpPr>
            <p:cNvPr id="73" name="Freeform 73"/>
            <p:cNvSpPr/>
            <p:nvPr/>
          </p:nvSpPr>
          <p:spPr>
            <a:xfrm>
              <a:off x="8209598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533F1F"/>
              </a:solidFill>
            </a:ln>
          </p:spPr>
        </p:sp>
        <p:sp>
          <p:nvSpPr>
            <p:cNvPr id="74" name="Freeform 74"/>
            <p:cNvSpPr/>
            <p:nvPr/>
          </p:nvSpPr>
          <p:spPr>
            <a:xfrm>
              <a:off x="8241030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54471E"/>
              </a:solidFill>
            </a:ln>
          </p:spPr>
        </p:sp>
        <p:sp>
          <p:nvSpPr>
            <p:cNvPr id="75" name="Freeform 75"/>
            <p:cNvSpPr/>
            <p:nvPr/>
          </p:nvSpPr>
          <p:spPr>
            <a:xfrm>
              <a:off x="8271510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534E25"/>
              </a:solidFill>
            </a:ln>
          </p:spPr>
        </p:sp>
        <p:sp>
          <p:nvSpPr>
            <p:cNvPr id="76" name="Freeform 76"/>
            <p:cNvSpPr/>
            <p:nvPr/>
          </p:nvSpPr>
          <p:spPr>
            <a:xfrm>
              <a:off x="8302942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50532F"/>
              </a:solidFill>
            </a:ln>
          </p:spPr>
        </p:sp>
        <p:sp>
          <p:nvSpPr>
            <p:cNvPr id="77" name="Freeform 77"/>
            <p:cNvSpPr/>
            <p:nvPr/>
          </p:nvSpPr>
          <p:spPr>
            <a:xfrm>
              <a:off x="8333422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4A563C"/>
              </a:solidFill>
            </a:ln>
          </p:spPr>
        </p:sp>
        <p:sp>
          <p:nvSpPr>
            <p:cNvPr id="78" name="Freeform 78"/>
            <p:cNvSpPr/>
            <p:nvPr/>
          </p:nvSpPr>
          <p:spPr>
            <a:xfrm>
              <a:off x="8363902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435647"/>
              </a:solidFill>
            </a:ln>
          </p:spPr>
        </p:sp>
        <p:sp>
          <p:nvSpPr>
            <p:cNvPr id="79" name="Freeform 79"/>
            <p:cNvSpPr/>
            <p:nvPr/>
          </p:nvSpPr>
          <p:spPr>
            <a:xfrm>
              <a:off x="8395335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3B5250"/>
              </a:solidFill>
            </a:ln>
          </p:spPr>
        </p:sp>
        <p:sp>
          <p:nvSpPr>
            <p:cNvPr id="80" name="Freeform 80"/>
            <p:cNvSpPr/>
            <p:nvPr/>
          </p:nvSpPr>
          <p:spPr>
            <a:xfrm>
              <a:off x="8425815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324C56"/>
              </a:solidFill>
            </a:ln>
          </p:spPr>
        </p:sp>
        <p:sp>
          <p:nvSpPr>
            <p:cNvPr id="81" name="Freeform 81"/>
            <p:cNvSpPr/>
            <p:nvPr/>
          </p:nvSpPr>
          <p:spPr>
            <a:xfrm>
              <a:off x="8457248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2D4258"/>
              </a:solidFill>
            </a:ln>
          </p:spPr>
        </p:sp>
        <p:sp>
          <p:nvSpPr>
            <p:cNvPr id="82" name="Freeform 82"/>
            <p:cNvSpPr/>
            <p:nvPr/>
          </p:nvSpPr>
          <p:spPr>
            <a:xfrm>
              <a:off x="8488680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303656"/>
              </a:solidFill>
            </a:ln>
          </p:spPr>
        </p:sp>
        <p:sp>
          <p:nvSpPr>
            <p:cNvPr id="83" name="Freeform 83"/>
            <p:cNvSpPr/>
            <p:nvPr/>
          </p:nvSpPr>
          <p:spPr>
            <a:xfrm>
              <a:off x="8519160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3D2A4E"/>
              </a:solidFill>
            </a:ln>
          </p:spPr>
        </p:sp>
        <p:sp>
          <p:nvSpPr>
            <p:cNvPr id="84" name="Freeform 84"/>
            <p:cNvSpPr/>
            <p:nvPr/>
          </p:nvSpPr>
          <p:spPr>
            <a:xfrm>
              <a:off x="8549640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502940"/>
              </a:solidFill>
            </a:ln>
          </p:spPr>
        </p:sp>
        <p:sp>
          <p:nvSpPr>
            <p:cNvPr id="85" name="Freeform 85"/>
            <p:cNvSpPr/>
            <p:nvPr/>
          </p:nvSpPr>
          <p:spPr>
            <a:xfrm>
              <a:off x="8581072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673A2E"/>
              </a:solidFill>
            </a:ln>
          </p:spPr>
        </p:sp>
        <p:sp>
          <p:nvSpPr>
            <p:cNvPr id="86" name="Freeform 86"/>
            <p:cNvSpPr/>
            <p:nvPr/>
          </p:nvSpPr>
          <p:spPr>
            <a:xfrm>
              <a:off x="8611552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7F531F"/>
              </a:solidFill>
            </a:ln>
          </p:spPr>
        </p:sp>
        <p:sp>
          <p:nvSpPr>
            <p:cNvPr id="87" name="Freeform 87"/>
            <p:cNvSpPr/>
            <p:nvPr/>
          </p:nvSpPr>
          <p:spPr>
            <a:xfrm>
              <a:off x="8642985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9A712D"/>
              </a:solidFill>
            </a:ln>
          </p:spPr>
        </p:sp>
        <p:sp>
          <p:nvSpPr>
            <p:cNvPr id="88" name="Freeform 88"/>
            <p:cNvSpPr/>
            <p:nvPr/>
          </p:nvSpPr>
          <p:spPr>
            <a:xfrm>
              <a:off x="8673465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B4904D"/>
              </a:solidFill>
            </a:ln>
          </p:spPr>
        </p:sp>
        <p:sp>
          <p:nvSpPr>
            <p:cNvPr id="89" name="Freeform 89"/>
            <p:cNvSpPr/>
            <p:nvPr/>
          </p:nvSpPr>
          <p:spPr>
            <a:xfrm>
              <a:off x="8704898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CFB072"/>
              </a:solidFill>
            </a:ln>
          </p:spPr>
        </p:sp>
        <p:sp>
          <p:nvSpPr>
            <p:cNvPr id="90" name="Freeform 90"/>
            <p:cNvSpPr/>
            <p:nvPr/>
          </p:nvSpPr>
          <p:spPr>
            <a:xfrm>
              <a:off x="8735378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EACF99"/>
              </a:solidFill>
            </a:ln>
          </p:spPr>
        </p:sp>
        <p:sp>
          <p:nvSpPr>
            <p:cNvPr id="91" name="Freeform 91"/>
            <p:cNvSpPr/>
            <p:nvPr/>
          </p:nvSpPr>
          <p:spPr>
            <a:xfrm>
              <a:off x="8765858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FFEEC0"/>
              </a:solidFill>
            </a:ln>
          </p:spPr>
        </p:sp>
        <p:sp>
          <p:nvSpPr>
            <p:cNvPr id="92" name="Freeform 92"/>
            <p:cNvSpPr/>
            <p:nvPr/>
          </p:nvSpPr>
          <p:spPr>
            <a:xfrm>
              <a:off x="8797290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FFFFE5"/>
              </a:solidFill>
            </a:ln>
          </p:spPr>
        </p:sp>
        <p:sp>
          <p:nvSpPr>
            <p:cNvPr id="93" name="Freeform 93"/>
            <p:cNvSpPr/>
            <p:nvPr/>
          </p:nvSpPr>
          <p:spPr>
            <a:xfrm>
              <a:off x="8827770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FFFFFF"/>
              </a:solidFill>
            </a:ln>
          </p:spPr>
        </p:sp>
        <p:sp>
          <p:nvSpPr>
            <p:cNvPr id="94" name="Freeform 94"/>
            <p:cNvSpPr/>
            <p:nvPr/>
          </p:nvSpPr>
          <p:spPr>
            <a:xfrm>
              <a:off x="8859202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FFFFFF"/>
              </a:solidFill>
            </a:ln>
          </p:spPr>
        </p:sp>
        <p:sp>
          <p:nvSpPr>
            <p:cNvPr id="95" name="Freeform 95"/>
            <p:cNvSpPr/>
            <p:nvPr/>
          </p:nvSpPr>
          <p:spPr>
            <a:xfrm>
              <a:off x="8890635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FFFFFF"/>
              </a:solidFill>
            </a:ln>
          </p:spPr>
        </p:sp>
        <p:sp>
          <p:nvSpPr>
            <p:cNvPr id="96" name="Freeform 96"/>
            <p:cNvSpPr/>
            <p:nvPr/>
          </p:nvSpPr>
          <p:spPr>
            <a:xfrm>
              <a:off x="8921115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FFFFFF"/>
              </a:solidFill>
            </a:ln>
          </p:spPr>
        </p:sp>
        <p:sp>
          <p:nvSpPr>
            <p:cNvPr id="97" name="Freeform 97"/>
            <p:cNvSpPr/>
            <p:nvPr/>
          </p:nvSpPr>
          <p:spPr>
            <a:xfrm>
              <a:off x="8951595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FFFFFF"/>
              </a:solidFill>
            </a:ln>
          </p:spPr>
        </p:sp>
        <p:sp>
          <p:nvSpPr>
            <p:cNvPr id="98" name="Freeform 98"/>
            <p:cNvSpPr/>
            <p:nvPr/>
          </p:nvSpPr>
          <p:spPr>
            <a:xfrm>
              <a:off x="8983028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FFFFFF"/>
              </a:solidFill>
            </a:ln>
          </p:spPr>
        </p:sp>
        <p:sp>
          <p:nvSpPr>
            <p:cNvPr id="99" name="Freeform 99"/>
            <p:cNvSpPr/>
            <p:nvPr/>
          </p:nvSpPr>
          <p:spPr>
            <a:xfrm>
              <a:off x="9013508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FFFFFF"/>
              </a:solidFill>
            </a:ln>
          </p:spPr>
        </p:sp>
        <p:sp>
          <p:nvSpPr>
            <p:cNvPr id="100" name="Freeform 100"/>
            <p:cNvSpPr/>
            <p:nvPr/>
          </p:nvSpPr>
          <p:spPr>
            <a:xfrm>
              <a:off x="9043988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FFFFFF"/>
              </a:solidFill>
            </a:ln>
          </p:spPr>
        </p:sp>
        <p:sp>
          <p:nvSpPr>
            <p:cNvPr id="101" name="Freeform 101"/>
            <p:cNvSpPr/>
            <p:nvPr/>
          </p:nvSpPr>
          <p:spPr>
            <a:xfrm>
              <a:off x="9075420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FFFFFF"/>
              </a:solidFill>
            </a:ln>
          </p:spPr>
        </p:sp>
        <p:sp>
          <p:nvSpPr>
            <p:cNvPr id="102" name="Freeform 102"/>
            <p:cNvSpPr/>
            <p:nvPr/>
          </p:nvSpPr>
          <p:spPr>
            <a:xfrm>
              <a:off x="9106852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FFFFFF"/>
              </a:solidFill>
            </a:ln>
          </p:spPr>
        </p:sp>
        <p:sp>
          <p:nvSpPr>
            <p:cNvPr id="103" name="Freeform 103"/>
            <p:cNvSpPr/>
            <p:nvPr/>
          </p:nvSpPr>
          <p:spPr>
            <a:xfrm>
              <a:off x="9137332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FFFFFF"/>
              </a:solidFill>
            </a:ln>
          </p:spPr>
        </p:sp>
        <p:sp>
          <p:nvSpPr>
            <p:cNvPr id="104" name="Freeform 104"/>
            <p:cNvSpPr/>
            <p:nvPr/>
          </p:nvSpPr>
          <p:spPr>
            <a:xfrm>
              <a:off x="9167812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FFFFFF"/>
              </a:solidFill>
            </a:ln>
          </p:spPr>
        </p:sp>
        <p:sp>
          <p:nvSpPr>
            <p:cNvPr id="105" name="Freeform 105"/>
            <p:cNvSpPr/>
            <p:nvPr/>
          </p:nvSpPr>
          <p:spPr>
            <a:xfrm>
              <a:off x="9199245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FFFFE5"/>
              </a:solidFill>
            </a:ln>
          </p:spPr>
        </p:sp>
        <p:sp>
          <p:nvSpPr>
            <p:cNvPr id="106" name="Freeform 106"/>
            <p:cNvSpPr/>
            <p:nvPr/>
          </p:nvSpPr>
          <p:spPr>
            <a:xfrm>
              <a:off x="9229725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FFEEC0"/>
              </a:solidFill>
            </a:ln>
          </p:spPr>
        </p:sp>
        <p:sp>
          <p:nvSpPr>
            <p:cNvPr id="107" name="Freeform 107"/>
            <p:cNvSpPr/>
            <p:nvPr/>
          </p:nvSpPr>
          <p:spPr>
            <a:xfrm>
              <a:off x="9261158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EACF99"/>
              </a:solidFill>
            </a:ln>
          </p:spPr>
        </p:sp>
        <p:sp>
          <p:nvSpPr>
            <p:cNvPr id="108" name="Freeform 108"/>
            <p:cNvSpPr/>
            <p:nvPr/>
          </p:nvSpPr>
          <p:spPr>
            <a:xfrm>
              <a:off x="9292590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CFB072"/>
              </a:solidFill>
            </a:ln>
          </p:spPr>
        </p:sp>
        <p:sp>
          <p:nvSpPr>
            <p:cNvPr id="109" name="Freeform 109"/>
            <p:cNvSpPr/>
            <p:nvPr/>
          </p:nvSpPr>
          <p:spPr>
            <a:xfrm>
              <a:off x="9323070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B4904D"/>
              </a:solidFill>
            </a:ln>
          </p:spPr>
        </p:sp>
        <p:sp>
          <p:nvSpPr>
            <p:cNvPr id="110" name="Freeform 110"/>
            <p:cNvSpPr/>
            <p:nvPr/>
          </p:nvSpPr>
          <p:spPr>
            <a:xfrm>
              <a:off x="9353550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9A712D"/>
              </a:solidFill>
            </a:ln>
          </p:spPr>
        </p:sp>
        <p:sp>
          <p:nvSpPr>
            <p:cNvPr id="111" name="Freeform 111"/>
            <p:cNvSpPr/>
            <p:nvPr/>
          </p:nvSpPr>
          <p:spPr>
            <a:xfrm>
              <a:off x="9384982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7F531F"/>
              </a:solidFill>
            </a:ln>
          </p:spPr>
        </p:sp>
        <p:sp>
          <p:nvSpPr>
            <p:cNvPr id="112" name="Freeform 112"/>
            <p:cNvSpPr/>
            <p:nvPr/>
          </p:nvSpPr>
          <p:spPr>
            <a:xfrm>
              <a:off x="9415462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673A2E"/>
              </a:solidFill>
            </a:ln>
          </p:spPr>
        </p:sp>
        <p:sp>
          <p:nvSpPr>
            <p:cNvPr id="113" name="Freeform 113"/>
            <p:cNvSpPr/>
            <p:nvPr/>
          </p:nvSpPr>
          <p:spPr>
            <a:xfrm>
              <a:off x="9445942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502940"/>
              </a:solidFill>
            </a:ln>
          </p:spPr>
        </p:sp>
        <p:sp>
          <p:nvSpPr>
            <p:cNvPr id="114" name="Freeform 114"/>
            <p:cNvSpPr/>
            <p:nvPr/>
          </p:nvSpPr>
          <p:spPr>
            <a:xfrm>
              <a:off x="9477375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3D2A4E"/>
              </a:solidFill>
            </a:ln>
          </p:spPr>
        </p:sp>
        <p:sp>
          <p:nvSpPr>
            <p:cNvPr id="115" name="Freeform 115"/>
            <p:cNvSpPr/>
            <p:nvPr/>
          </p:nvSpPr>
          <p:spPr>
            <a:xfrm>
              <a:off x="9508808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303656"/>
              </a:solidFill>
            </a:ln>
          </p:spPr>
        </p:sp>
        <p:sp>
          <p:nvSpPr>
            <p:cNvPr id="116" name="Freeform 116"/>
            <p:cNvSpPr/>
            <p:nvPr/>
          </p:nvSpPr>
          <p:spPr>
            <a:xfrm>
              <a:off x="9539288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2D4258"/>
              </a:solidFill>
            </a:ln>
          </p:spPr>
        </p:sp>
        <p:sp>
          <p:nvSpPr>
            <p:cNvPr id="117" name="Freeform 117"/>
            <p:cNvSpPr/>
            <p:nvPr/>
          </p:nvSpPr>
          <p:spPr>
            <a:xfrm>
              <a:off x="9570720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324C56"/>
              </a:solidFill>
            </a:ln>
          </p:spPr>
        </p:sp>
        <p:sp>
          <p:nvSpPr>
            <p:cNvPr id="118" name="Freeform 118"/>
            <p:cNvSpPr/>
            <p:nvPr/>
          </p:nvSpPr>
          <p:spPr>
            <a:xfrm>
              <a:off x="9601200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3B5250"/>
              </a:solidFill>
            </a:ln>
          </p:spPr>
        </p:sp>
        <p:sp>
          <p:nvSpPr>
            <p:cNvPr id="119" name="Freeform 119"/>
            <p:cNvSpPr/>
            <p:nvPr/>
          </p:nvSpPr>
          <p:spPr>
            <a:xfrm>
              <a:off x="9631680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435647"/>
              </a:solidFill>
            </a:ln>
          </p:spPr>
        </p:sp>
        <p:sp>
          <p:nvSpPr>
            <p:cNvPr id="120" name="Freeform 120"/>
            <p:cNvSpPr/>
            <p:nvPr/>
          </p:nvSpPr>
          <p:spPr>
            <a:xfrm>
              <a:off x="9663112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4A563C"/>
              </a:solidFill>
            </a:ln>
          </p:spPr>
        </p:sp>
        <p:sp>
          <p:nvSpPr>
            <p:cNvPr id="121" name="Freeform 121"/>
            <p:cNvSpPr/>
            <p:nvPr/>
          </p:nvSpPr>
          <p:spPr>
            <a:xfrm>
              <a:off x="9694545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50532F"/>
              </a:solidFill>
            </a:ln>
          </p:spPr>
        </p:sp>
        <p:sp>
          <p:nvSpPr>
            <p:cNvPr id="122" name="Freeform 122"/>
            <p:cNvSpPr/>
            <p:nvPr/>
          </p:nvSpPr>
          <p:spPr>
            <a:xfrm>
              <a:off x="9725025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534E25"/>
              </a:solidFill>
            </a:ln>
          </p:spPr>
        </p:sp>
        <p:sp>
          <p:nvSpPr>
            <p:cNvPr id="123" name="Freeform 123"/>
            <p:cNvSpPr/>
            <p:nvPr/>
          </p:nvSpPr>
          <p:spPr>
            <a:xfrm>
              <a:off x="9755505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54471E"/>
              </a:solidFill>
            </a:ln>
          </p:spPr>
        </p:sp>
        <p:sp>
          <p:nvSpPr>
            <p:cNvPr id="124" name="Freeform 124"/>
            <p:cNvSpPr/>
            <p:nvPr/>
          </p:nvSpPr>
          <p:spPr>
            <a:xfrm>
              <a:off x="9786938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533F1F"/>
              </a:solidFill>
            </a:ln>
          </p:spPr>
        </p:sp>
        <p:sp>
          <p:nvSpPr>
            <p:cNvPr id="125" name="Freeform 125"/>
            <p:cNvSpPr/>
            <p:nvPr/>
          </p:nvSpPr>
          <p:spPr>
            <a:xfrm>
              <a:off x="9817418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4F3725"/>
              </a:solidFill>
            </a:ln>
          </p:spPr>
        </p:sp>
        <p:sp>
          <p:nvSpPr>
            <p:cNvPr id="126" name="Freeform 126"/>
            <p:cNvSpPr/>
            <p:nvPr/>
          </p:nvSpPr>
          <p:spPr>
            <a:xfrm>
              <a:off x="9847898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4B2F2B"/>
              </a:solidFill>
            </a:ln>
          </p:spPr>
        </p:sp>
        <p:sp>
          <p:nvSpPr>
            <p:cNvPr id="127" name="Freeform 127"/>
            <p:cNvSpPr/>
            <p:nvPr/>
          </p:nvSpPr>
          <p:spPr>
            <a:xfrm>
              <a:off x="9879330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442930"/>
              </a:solidFill>
            </a:ln>
          </p:spPr>
        </p:sp>
        <p:sp>
          <p:nvSpPr>
            <p:cNvPr id="128" name="Freeform 128"/>
            <p:cNvSpPr/>
            <p:nvPr/>
          </p:nvSpPr>
          <p:spPr>
            <a:xfrm>
              <a:off x="9910762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3D2533"/>
              </a:solidFill>
            </a:ln>
          </p:spPr>
        </p:sp>
        <p:sp>
          <p:nvSpPr>
            <p:cNvPr id="129" name="Freeform 129"/>
            <p:cNvSpPr/>
            <p:nvPr/>
          </p:nvSpPr>
          <p:spPr>
            <a:xfrm>
              <a:off x="9941242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352533"/>
              </a:solidFill>
            </a:ln>
          </p:spPr>
        </p:sp>
        <p:sp>
          <p:nvSpPr>
            <p:cNvPr id="130" name="Freeform 130"/>
            <p:cNvSpPr/>
            <p:nvPr/>
          </p:nvSpPr>
          <p:spPr>
            <a:xfrm>
              <a:off x="9972675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2E2631"/>
              </a:solidFill>
            </a:ln>
          </p:spPr>
        </p:sp>
        <p:sp>
          <p:nvSpPr>
            <p:cNvPr id="131" name="Freeform 131"/>
            <p:cNvSpPr/>
            <p:nvPr/>
          </p:nvSpPr>
          <p:spPr>
            <a:xfrm>
              <a:off x="10003155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27292E"/>
              </a:solidFill>
            </a:ln>
          </p:spPr>
        </p:sp>
        <p:sp>
          <p:nvSpPr>
            <p:cNvPr id="132" name="Freeform 132"/>
            <p:cNvSpPr/>
            <p:nvPr/>
          </p:nvSpPr>
          <p:spPr>
            <a:xfrm>
              <a:off x="10033635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222C2A"/>
              </a:solidFill>
            </a:ln>
          </p:spPr>
        </p:sp>
        <p:sp>
          <p:nvSpPr>
            <p:cNvPr id="133" name="Freeform 133"/>
            <p:cNvSpPr/>
            <p:nvPr/>
          </p:nvSpPr>
          <p:spPr>
            <a:xfrm>
              <a:off x="10065068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212E25"/>
              </a:solidFill>
            </a:ln>
          </p:spPr>
        </p:sp>
        <p:sp>
          <p:nvSpPr>
            <p:cNvPr id="134" name="Freeform 134"/>
            <p:cNvSpPr/>
            <p:nvPr/>
          </p:nvSpPr>
          <p:spPr>
            <a:xfrm>
              <a:off x="10096500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222F20"/>
              </a:solidFill>
            </a:ln>
          </p:spPr>
        </p:sp>
        <p:sp>
          <p:nvSpPr>
            <p:cNvPr id="135" name="Freeform 135"/>
            <p:cNvSpPr/>
            <p:nvPr/>
          </p:nvSpPr>
          <p:spPr>
            <a:xfrm>
              <a:off x="10126980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25301D"/>
              </a:solidFill>
            </a:ln>
          </p:spPr>
        </p:sp>
        <p:sp>
          <p:nvSpPr>
            <p:cNvPr id="136" name="Freeform 136"/>
            <p:cNvSpPr/>
            <p:nvPr/>
          </p:nvSpPr>
          <p:spPr>
            <a:xfrm>
              <a:off x="10157460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282F1C"/>
              </a:solidFill>
            </a:ln>
          </p:spPr>
        </p:sp>
        <p:sp>
          <p:nvSpPr>
            <p:cNvPr id="137" name="Freeform 137"/>
            <p:cNvSpPr/>
            <p:nvPr/>
          </p:nvSpPr>
          <p:spPr>
            <a:xfrm>
              <a:off x="10188892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2B2D1C"/>
              </a:solidFill>
            </a:ln>
          </p:spPr>
        </p:sp>
        <p:sp>
          <p:nvSpPr>
            <p:cNvPr id="138" name="Freeform 138"/>
            <p:cNvSpPr/>
            <p:nvPr/>
          </p:nvSpPr>
          <p:spPr>
            <a:xfrm>
              <a:off x="10219372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2E2B1E"/>
              </a:solidFill>
            </a:ln>
          </p:spPr>
        </p:sp>
        <p:sp>
          <p:nvSpPr>
            <p:cNvPr id="139" name="Freeform 139"/>
            <p:cNvSpPr/>
            <p:nvPr/>
          </p:nvSpPr>
          <p:spPr>
            <a:xfrm>
              <a:off x="10249852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2F2920"/>
              </a:solidFill>
            </a:ln>
          </p:spPr>
        </p:sp>
        <p:sp>
          <p:nvSpPr>
            <p:cNvPr id="140" name="Freeform 140"/>
            <p:cNvSpPr/>
            <p:nvPr/>
          </p:nvSpPr>
          <p:spPr>
            <a:xfrm>
              <a:off x="10281285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302721"/>
              </a:solidFill>
            </a:ln>
          </p:spPr>
        </p:sp>
        <p:sp>
          <p:nvSpPr>
            <p:cNvPr id="141" name="Freeform 141"/>
            <p:cNvSpPr/>
            <p:nvPr/>
          </p:nvSpPr>
          <p:spPr>
            <a:xfrm>
              <a:off x="10312718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2F2422"/>
              </a:solidFill>
            </a:ln>
          </p:spPr>
        </p:sp>
        <p:sp>
          <p:nvSpPr>
            <p:cNvPr id="142" name="Freeform 142"/>
            <p:cNvSpPr/>
            <p:nvPr/>
          </p:nvSpPr>
          <p:spPr>
            <a:xfrm>
              <a:off x="10343198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2E2222"/>
              </a:solidFill>
            </a:ln>
          </p:spPr>
        </p:sp>
        <p:sp>
          <p:nvSpPr>
            <p:cNvPr id="143" name="Freeform 143"/>
            <p:cNvSpPr/>
            <p:nvPr/>
          </p:nvSpPr>
          <p:spPr>
            <a:xfrm>
              <a:off x="10374630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2D2121"/>
              </a:solidFill>
            </a:ln>
          </p:spPr>
        </p:sp>
        <p:sp>
          <p:nvSpPr>
            <p:cNvPr id="144" name="Freeform 144"/>
            <p:cNvSpPr/>
            <p:nvPr/>
          </p:nvSpPr>
          <p:spPr>
            <a:xfrm>
              <a:off x="10405110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2B2020"/>
              </a:solidFill>
            </a:ln>
          </p:spPr>
        </p:sp>
        <p:sp>
          <p:nvSpPr>
            <p:cNvPr id="145" name="Freeform 145"/>
            <p:cNvSpPr/>
            <p:nvPr/>
          </p:nvSpPr>
          <p:spPr>
            <a:xfrm>
              <a:off x="10435590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281F1E"/>
              </a:solidFill>
            </a:ln>
          </p:spPr>
        </p:sp>
        <p:sp>
          <p:nvSpPr>
            <p:cNvPr id="146" name="Freeform 146"/>
            <p:cNvSpPr/>
            <p:nvPr/>
          </p:nvSpPr>
          <p:spPr>
            <a:xfrm>
              <a:off x="10467022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261F1C"/>
              </a:solidFill>
            </a:ln>
          </p:spPr>
        </p:sp>
        <p:sp>
          <p:nvSpPr>
            <p:cNvPr id="147" name="Freeform 147"/>
            <p:cNvSpPr/>
            <p:nvPr/>
          </p:nvSpPr>
          <p:spPr>
            <a:xfrm>
              <a:off x="10498455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241F1B"/>
              </a:solidFill>
            </a:ln>
          </p:spPr>
        </p:sp>
        <p:sp>
          <p:nvSpPr>
            <p:cNvPr id="148" name="Freeform 148"/>
            <p:cNvSpPr/>
            <p:nvPr/>
          </p:nvSpPr>
          <p:spPr>
            <a:xfrm>
              <a:off x="10528935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221F1A"/>
              </a:solidFill>
            </a:ln>
          </p:spPr>
        </p:sp>
        <p:sp>
          <p:nvSpPr>
            <p:cNvPr id="149" name="Freeform 149"/>
            <p:cNvSpPr/>
            <p:nvPr/>
          </p:nvSpPr>
          <p:spPr>
            <a:xfrm>
              <a:off x="10559415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201F19"/>
              </a:solidFill>
            </a:ln>
          </p:spPr>
        </p:sp>
        <p:sp>
          <p:nvSpPr>
            <p:cNvPr id="150" name="Freeform 150"/>
            <p:cNvSpPr/>
            <p:nvPr/>
          </p:nvSpPr>
          <p:spPr>
            <a:xfrm>
              <a:off x="10590848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1F1F18"/>
              </a:solidFill>
            </a:ln>
          </p:spPr>
        </p:sp>
        <p:sp>
          <p:nvSpPr>
            <p:cNvPr id="151" name="Freeform 151"/>
            <p:cNvSpPr/>
            <p:nvPr/>
          </p:nvSpPr>
          <p:spPr>
            <a:xfrm>
              <a:off x="10621328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1E1F18"/>
              </a:solidFill>
            </a:ln>
          </p:spPr>
        </p:sp>
        <p:sp>
          <p:nvSpPr>
            <p:cNvPr id="152" name="Freeform 152"/>
            <p:cNvSpPr/>
            <p:nvPr/>
          </p:nvSpPr>
          <p:spPr>
            <a:xfrm>
              <a:off x="10652760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1D1F18"/>
              </a:solidFill>
            </a:ln>
          </p:spPr>
        </p:sp>
        <p:sp>
          <p:nvSpPr>
            <p:cNvPr id="153" name="Freeform 153"/>
            <p:cNvSpPr/>
            <p:nvPr/>
          </p:nvSpPr>
          <p:spPr>
            <a:xfrm>
              <a:off x="10683240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1D1F18"/>
              </a:solidFill>
            </a:ln>
          </p:spPr>
        </p:sp>
        <p:sp>
          <p:nvSpPr>
            <p:cNvPr id="154" name="Freeform 154"/>
            <p:cNvSpPr/>
            <p:nvPr/>
          </p:nvSpPr>
          <p:spPr>
            <a:xfrm>
              <a:off x="10714672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1D1F19"/>
              </a:solidFill>
            </a:ln>
          </p:spPr>
        </p:sp>
        <p:sp>
          <p:nvSpPr>
            <p:cNvPr id="155" name="Freeform 155"/>
            <p:cNvSpPr/>
            <p:nvPr/>
          </p:nvSpPr>
          <p:spPr>
            <a:xfrm>
              <a:off x="10745152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1E1E19"/>
              </a:solidFill>
            </a:ln>
          </p:spPr>
        </p:sp>
        <p:sp>
          <p:nvSpPr>
            <p:cNvPr id="156" name="Freeform 156"/>
            <p:cNvSpPr/>
            <p:nvPr/>
          </p:nvSpPr>
          <p:spPr>
            <a:xfrm>
              <a:off x="10776585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1E1E19"/>
              </a:solidFill>
            </a:ln>
          </p:spPr>
        </p:sp>
        <p:sp>
          <p:nvSpPr>
            <p:cNvPr id="157" name="Freeform 157"/>
            <p:cNvSpPr/>
            <p:nvPr/>
          </p:nvSpPr>
          <p:spPr>
            <a:xfrm>
              <a:off x="10807065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1F1D19"/>
              </a:solidFill>
            </a:ln>
          </p:spPr>
        </p:sp>
        <p:sp>
          <p:nvSpPr>
            <p:cNvPr id="158" name="Freeform 158"/>
            <p:cNvSpPr/>
            <p:nvPr/>
          </p:nvSpPr>
          <p:spPr>
            <a:xfrm>
              <a:off x="10837545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1F1C19"/>
              </a:solidFill>
            </a:ln>
          </p:spPr>
        </p:sp>
        <p:sp>
          <p:nvSpPr>
            <p:cNvPr id="159" name="Freeform 159"/>
            <p:cNvSpPr/>
            <p:nvPr/>
          </p:nvSpPr>
          <p:spPr>
            <a:xfrm>
              <a:off x="10868978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201B18"/>
              </a:solidFill>
            </a:ln>
          </p:spPr>
        </p:sp>
        <p:sp>
          <p:nvSpPr>
            <p:cNvPr id="160" name="Freeform 160"/>
            <p:cNvSpPr/>
            <p:nvPr/>
          </p:nvSpPr>
          <p:spPr>
            <a:xfrm>
              <a:off x="10899458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201A17"/>
              </a:solidFill>
            </a:ln>
          </p:spPr>
        </p:sp>
        <p:sp>
          <p:nvSpPr>
            <p:cNvPr id="161" name="Freeform 161"/>
            <p:cNvSpPr/>
            <p:nvPr/>
          </p:nvSpPr>
          <p:spPr>
            <a:xfrm>
              <a:off x="10930890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201916"/>
              </a:solidFill>
            </a:ln>
          </p:spPr>
        </p:sp>
        <p:sp>
          <p:nvSpPr>
            <p:cNvPr id="162" name="Freeform 162"/>
            <p:cNvSpPr/>
            <p:nvPr/>
          </p:nvSpPr>
          <p:spPr>
            <a:xfrm>
              <a:off x="10961370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1F1815"/>
              </a:solidFill>
            </a:ln>
          </p:spPr>
        </p:sp>
        <p:sp>
          <p:nvSpPr>
            <p:cNvPr id="163" name="Freeform 163"/>
            <p:cNvSpPr/>
            <p:nvPr/>
          </p:nvSpPr>
          <p:spPr>
            <a:xfrm>
              <a:off x="10992802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1E1714"/>
              </a:solidFill>
            </a:ln>
          </p:spPr>
        </p:sp>
        <p:sp>
          <p:nvSpPr>
            <p:cNvPr id="164" name="Freeform 164"/>
            <p:cNvSpPr/>
            <p:nvPr/>
          </p:nvSpPr>
          <p:spPr>
            <a:xfrm>
              <a:off x="11023282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1D1713"/>
              </a:solidFill>
            </a:ln>
          </p:spPr>
        </p:sp>
        <p:sp>
          <p:nvSpPr>
            <p:cNvPr id="165" name="Freeform 165"/>
            <p:cNvSpPr/>
            <p:nvPr/>
          </p:nvSpPr>
          <p:spPr>
            <a:xfrm>
              <a:off x="11054715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1C1713"/>
              </a:solidFill>
            </a:ln>
          </p:spPr>
        </p:sp>
        <p:sp>
          <p:nvSpPr>
            <p:cNvPr id="166" name="Freeform 166"/>
            <p:cNvSpPr/>
            <p:nvPr/>
          </p:nvSpPr>
          <p:spPr>
            <a:xfrm>
              <a:off x="11085195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1B1813"/>
              </a:solidFill>
            </a:ln>
          </p:spPr>
        </p:sp>
        <p:sp>
          <p:nvSpPr>
            <p:cNvPr id="167" name="Freeform 167"/>
            <p:cNvSpPr/>
            <p:nvPr/>
          </p:nvSpPr>
          <p:spPr>
            <a:xfrm>
              <a:off x="11116628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1A1813"/>
              </a:solidFill>
            </a:ln>
          </p:spPr>
        </p:sp>
        <p:sp>
          <p:nvSpPr>
            <p:cNvPr id="168" name="Freeform 168"/>
            <p:cNvSpPr/>
            <p:nvPr/>
          </p:nvSpPr>
          <p:spPr>
            <a:xfrm>
              <a:off x="11147108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191814"/>
              </a:solidFill>
            </a:ln>
          </p:spPr>
        </p:sp>
        <p:sp>
          <p:nvSpPr>
            <p:cNvPr id="169" name="Freeform 169"/>
            <p:cNvSpPr/>
            <p:nvPr/>
          </p:nvSpPr>
          <p:spPr>
            <a:xfrm>
              <a:off x="11178540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181815"/>
              </a:solidFill>
            </a:ln>
          </p:spPr>
        </p:sp>
        <p:sp>
          <p:nvSpPr>
            <p:cNvPr id="170" name="Freeform 170"/>
            <p:cNvSpPr/>
            <p:nvPr/>
          </p:nvSpPr>
          <p:spPr>
            <a:xfrm>
              <a:off x="11209020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181915"/>
              </a:solidFill>
            </a:ln>
          </p:spPr>
        </p:sp>
        <p:sp>
          <p:nvSpPr>
            <p:cNvPr id="171" name="Freeform 171"/>
            <p:cNvSpPr/>
            <p:nvPr/>
          </p:nvSpPr>
          <p:spPr>
            <a:xfrm>
              <a:off x="11239500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171815"/>
              </a:solidFill>
            </a:ln>
          </p:spPr>
        </p:sp>
        <p:sp>
          <p:nvSpPr>
            <p:cNvPr id="172" name="Freeform 172"/>
            <p:cNvSpPr/>
            <p:nvPr/>
          </p:nvSpPr>
          <p:spPr>
            <a:xfrm>
              <a:off x="11270932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171815"/>
              </a:solidFill>
            </a:ln>
          </p:spPr>
        </p:sp>
        <p:sp>
          <p:nvSpPr>
            <p:cNvPr id="173" name="Freeform 173"/>
            <p:cNvSpPr/>
            <p:nvPr/>
          </p:nvSpPr>
          <p:spPr>
            <a:xfrm>
              <a:off x="11301412" y="1712595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59531">
              <a:solidFill>
                <a:srgbClr val="171714"/>
              </a:solidFill>
            </a:ln>
          </p:spPr>
        </p:sp>
        <p:sp>
          <p:nvSpPr>
            <p:cNvPr id="174" name="Freeform 174"/>
            <p:cNvSpPr/>
            <p:nvPr/>
          </p:nvSpPr>
          <p:spPr>
            <a:xfrm>
              <a:off x="6635115" y="4120515"/>
              <a:ext cx="4685348" cy="9525"/>
            </a:xfrm>
            <a:custGeom>
              <a:avLst/>
              <a:gdLst/>
              <a:ahLst/>
              <a:cxnLst/>
              <a:rect l="l" t="t" r="r" b="b"/>
              <a:pathLst>
                <a:path w="4685348" h="9525">
                  <a:moveTo>
                    <a:pt x="0" y="0"/>
                  </a:moveTo>
                  <a:lnTo>
                    <a:pt x="4685348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75" name="Freeform 175"/>
            <p:cNvSpPr/>
            <p:nvPr/>
          </p:nvSpPr>
          <p:spPr>
            <a:xfrm>
              <a:off x="11320462" y="407289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6" name="Freeform 176"/>
            <p:cNvSpPr/>
            <p:nvPr/>
          </p:nvSpPr>
          <p:spPr>
            <a:xfrm>
              <a:off x="6688455" y="2580322"/>
              <a:ext cx="4619625" cy="1540193"/>
            </a:xfrm>
            <a:custGeom>
              <a:avLst/>
              <a:gdLst/>
              <a:ahLst/>
              <a:cxnLst/>
              <a:rect l="l" t="t" r="r" b="b"/>
              <a:pathLst>
                <a:path w="4619625" h="1540193">
                  <a:moveTo>
                    <a:pt x="0" y="1540193"/>
                  </a:moveTo>
                  <a:lnTo>
                    <a:pt x="8572" y="1540193"/>
                  </a:lnTo>
                  <a:lnTo>
                    <a:pt x="26670" y="1540193"/>
                  </a:lnTo>
                  <a:lnTo>
                    <a:pt x="43815" y="1539240"/>
                  </a:lnTo>
                  <a:lnTo>
                    <a:pt x="61912" y="1538288"/>
                  </a:lnTo>
                  <a:lnTo>
                    <a:pt x="80010" y="1537335"/>
                  </a:lnTo>
                  <a:lnTo>
                    <a:pt x="98107" y="1536382"/>
                  </a:lnTo>
                  <a:lnTo>
                    <a:pt x="115252" y="1536382"/>
                  </a:lnTo>
                  <a:lnTo>
                    <a:pt x="133350" y="1534478"/>
                  </a:lnTo>
                  <a:lnTo>
                    <a:pt x="151447" y="1534478"/>
                  </a:lnTo>
                  <a:lnTo>
                    <a:pt x="169545" y="1533525"/>
                  </a:lnTo>
                  <a:lnTo>
                    <a:pt x="186690" y="1532573"/>
                  </a:lnTo>
                  <a:lnTo>
                    <a:pt x="204788" y="1532573"/>
                  </a:lnTo>
                  <a:lnTo>
                    <a:pt x="222885" y="1532573"/>
                  </a:lnTo>
                  <a:lnTo>
                    <a:pt x="240982" y="1532573"/>
                  </a:lnTo>
                  <a:lnTo>
                    <a:pt x="258127" y="1532573"/>
                  </a:lnTo>
                  <a:lnTo>
                    <a:pt x="276225" y="1533525"/>
                  </a:lnTo>
                  <a:lnTo>
                    <a:pt x="294322" y="1534478"/>
                  </a:lnTo>
                  <a:lnTo>
                    <a:pt x="312420" y="1534478"/>
                  </a:lnTo>
                  <a:lnTo>
                    <a:pt x="329565" y="1535430"/>
                  </a:lnTo>
                  <a:lnTo>
                    <a:pt x="347662" y="1536382"/>
                  </a:lnTo>
                  <a:lnTo>
                    <a:pt x="365760" y="1537335"/>
                  </a:lnTo>
                  <a:lnTo>
                    <a:pt x="382905" y="1538288"/>
                  </a:lnTo>
                  <a:lnTo>
                    <a:pt x="401002" y="1539240"/>
                  </a:lnTo>
                  <a:lnTo>
                    <a:pt x="419100" y="1540193"/>
                  </a:lnTo>
                  <a:lnTo>
                    <a:pt x="437197" y="1540193"/>
                  </a:lnTo>
                  <a:lnTo>
                    <a:pt x="454342" y="1540193"/>
                  </a:lnTo>
                  <a:lnTo>
                    <a:pt x="472440" y="1540193"/>
                  </a:lnTo>
                  <a:lnTo>
                    <a:pt x="490538" y="1539240"/>
                  </a:lnTo>
                  <a:lnTo>
                    <a:pt x="508635" y="1538288"/>
                  </a:lnTo>
                  <a:lnTo>
                    <a:pt x="525780" y="1537335"/>
                  </a:lnTo>
                  <a:lnTo>
                    <a:pt x="543877" y="1536382"/>
                  </a:lnTo>
                  <a:lnTo>
                    <a:pt x="561975" y="1534478"/>
                  </a:lnTo>
                  <a:lnTo>
                    <a:pt x="580072" y="1533525"/>
                  </a:lnTo>
                  <a:lnTo>
                    <a:pt x="597217" y="1531620"/>
                  </a:lnTo>
                  <a:lnTo>
                    <a:pt x="615315" y="1530668"/>
                  </a:lnTo>
                  <a:lnTo>
                    <a:pt x="632460" y="1529715"/>
                  </a:lnTo>
                  <a:lnTo>
                    <a:pt x="650557" y="1528762"/>
                  </a:lnTo>
                  <a:lnTo>
                    <a:pt x="668655" y="1527810"/>
                  </a:lnTo>
                  <a:lnTo>
                    <a:pt x="686752" y="1527810"/>
                  </a:lnTo>
                  <a:lnTo>
                    <a:pt x="703897" y="1527810"/>
                  </a:lnTo>
                  <a:lnTo>
                    <a:pt x="721995" y="1527810"/>
                  </a:lnTo>
                  <a:lnTo>
                    <a:pt x="740092" y="1528762"/>
                  </a:lnTo>
                  <a:lnTo>
                    <a:pt x="758190" y="1529715"/>
                  </a:lnTo>
                  <a:lnTo>
                    <a:pt x="775335" y="1530668"/>
                  </a:lnTo>
                  <a:lnTo>
                    <a:pt x="793432" y="1532573"/>
                  </a:lnTo>
                  <a:lnTo>
                    <a:pt x="811530" y="1534478"/>
                  </a:lnTo>
                  <a:lnTo>
                    <a:pt x="829627" y="1535430"/>
                  </a:lnTo>
                  <a:lnTo>
                    <a:pt x="846772" y="1537335"/>
                  </a:lnTo>
                  <a:lnTo>
                    <a:pt x="864870" y="1538288"/>
                  </a:lnTo>
                  <a:lnTo>
                    <a:pt x="882967" y="1539240"/>
                  </a:lnTo>
                  <a:lnTo>
                    <a:pt x="901065" y="1540193"/>
                  </a:lnTo>
                  <a:lnTo>
                    <a:pt x="918210" y="1540193"/>
                  </a:lnTo>
                  <a:lnTo>
                    <a:pt x="936307" y="1540193"/>
                  </a:lnTo>
                  <a:lnTo>
                    <a:pt x="954405" y="1539240"/>
                  </a:lnTo>
                  <a:lnTo>
                    <a:pt x="971550" y="1537335"/>
                  </a:lnTo>
                  <a:lnTo>
                    <a:pt x="989647" y="1535430"/>
                  </a:lnTo>
                  <a:lnTo>
                    <a:pt x="1007745" y="1532573"/>
                  </a:lnTo>
                  <a:lnTo>
                    <a:pt x="1025842" y="1530668"/>
                  </a:lnTo>
                  <a:lnTo>
                    <a:pt x="1042988" y="1527810"/>
                  </a:lnTo>
                  <a:lnTo>
                    <a:pt x="1061085" y="1524953"/>
                  </a:lnTo>
                  <a:lnTo>
                    <a:pt x="1079182" y="1522095"/>
                  </a:lnTo>
                  <a:lnTo>
                    <a:pt x="1097280" y="1519238"/>
                  </a:lnTo>
                  <a:lnTo>
                    <a:pt x="1114425" y="1517332"/>
                  </a:lnTo>
                  <a:lnTo>
                    <a:pt x="1132522" y="1516380"/>
                  </a:lnTo>
                  <a:lnTo>
                    <a:pt x="1150620" y="1515428"/>
                  </a:lnTo>
                  <a:lnTo>
                    <a:pt x="1168717" y="1514475"/>
                  </a:lnTo>
                  <a:lnTo>
                    <a:pt x="1185862" y="1515428"/>
                  </a:lnTo>
                  <a:lnTo>
                    <a:pt x="1203960" y="1516380"/>
                  </a:lnTo>
                  <a:lnTo>
                    <a:pt x="1221105" y="1518285"/>
                  </a:lnTo>
                  <a:lnTo>
                    <a:pt x="1239202" y="1521143"/>
                  </a:lnTo>
                  <a:lnTo>
                    <a:pt x="1257300" y="1524000"/>
                  </a:lnTo>
                  <a:lnTo>
                    <a:pt x="1275397" y="1526858"/>
                  </a:lnTo>
                  <a:lnTo>
                    <a:pt x="1292542" y="1530668"/>
                  </a:lnTo>
                  <a:lnTo>
                    <a:pt x="1310640" y="1533525"/>
                  </a:lnTo>
                  <a:lnTo>
                    <a:pt x="1328738" y="1536382"/>
                  </a:lnTo>
                  <a:lnTo>
                    <a:pt x="1346835" y="1538288"/>
                  </a:lnTo>
                  <a:lnTo>
                    <a:pt x="1363980" y="1540193"/>
                  </a:lnTo>
                  <a:lnTo>
                    <a:pt x="1382077" y="1540193"/>
                  </a:lnTo>
                  <a:lnTo>
                    <a:pt x="1400175" y="1539240"/>
                  </a:lnTo>
                  <a:lnTo>
                    <a:pt x="1418272" y="1537335"/>
                  </a:lnTo>
                  <a:lnTo>
                    <a:pt x="1435417" y="1533525"/>
                  </a:lnTo>
                  <a:lnTo>
                    <a:pt x="1453515" y="1529715"/>
                  </a:lnTo>
                  <a:lnTo>
                    <a:pt x="1471612" y="1524000"/>
                  </a:lnTo>
                  <a:lnTo>
                    <a:pt x="1488757" y="1517332"/>
                  </a:lnTo>
                  <a:lnTo>
                    <a:pt x="1506855" y="1509712"/>
                  </a:lnTo>
                  <a:lnTo>
                    <a:pt x="1524952" y="1502093"/>
                  </a:lnTo>
                  <a:lnTo>
                    <a:pt x="1543050" y="1494473"/>
                  </a:lnTo>
                  <a:lnTo>
                    <a:pt x="1560195" y="1486853"/>
                  </a:lnTo>
                  <a:lnTo>
                    <a:pt x="1578292" y="1480185"/>
                  </a:lnTo>
                  <a:lnTo>
                    <a:pt x="1596390" y="1474470"/>
                  </a:lnTo>
                  <a:lnTo>
                    <a:pt x="1614488" y="1470660"/>
                  </a:lnTo>
                  <a:lnTo>
                    <a:pt x="1631632" y="1467803"/>
                  </a:lnTo>
                  <a:lnTo>
                    <a:pt x="1649730" y="1467803"/>
                  </a:lnTo>
                  <a:lnTo>
                    <a:pt x="1667827" y="1469708"/>
                  </a:lnTo>
                  <a:lnTo>
                    <a:pt x="1685925" y="1473518"/>
                  </a:lnTo>
                  <a:lnTo>
                    <a:pt x="1703070" y="1479232"/>
                  </a:lnTo>
                  <a:lnTo>
                    <a:pt x="1721167" y="1486853"/>
                  </a:lnTo>
                  <a:lnTo>
                    <a:pt x="1739265" y="1496378"/>
                  </a:lnTo>
                  <a:lnTo>
                    <a:pt x="1757362" y="1505903"/>
                  </a:lnTo>
                  <a:lnTo>
                    <a:pt x="1774507" y="1516380"/>
                  </a:lnTo>
                  <a:lnTo>
                    <a:pt x="1792605" y="1525905"/>
                  </a:lnTo>
                  <a:lnTo>
                    <a:pt x="1810702" y="1533525"/>
                  </a:lnTo>
                  <a:lnTo>
                    <a:pt x="1828800" y="1538288"/>
                  </a:lnTo>
                  <a:lnTo>
                    <a:pt x="1845945" y="1540193"/>
                  </a:lnTo>
                  <a:lnTo>
                    <a:pt x="1864042" y="1537335"/>
                  </a:lnTo>
                  <a:lnTo>
                    <a:pt x="1881188" y="1528762"/>
                  </a:lnTo>
                  <a:lnTo>
                    <a:pt x="1899285" y="1513523"/>
                  </a:lnTo>
                  <a:lnTo>
                    <a:pt x="1917382" y="1490662"/>
                  </a:lnTo>
                  <a:lnTo>
                    <a:pt x="1935480" y="1460182"/>
                  </a:lnTo>
                  <a:lnTo>
                    <a:pt x="1952625" y="1421130"/>
                  </a:lnTo>
                  <a:lnTo>
                    <a:pt x="1970722" y="1372553"/>
                  </a:lnTo>
                  <a:lnTo>
                    <a:pt x="1988820" y="1315403"/>
                  </a:lnTo>
                  <a:lnTo>
                    <a:pt x="2005965" y="1249680"/>
                  </a:lnTo>
                  <a:lnTo>
                    <a:pt x="2024062" y="1175385"/>
                  </a:lnTo>
                  <a:lnTo>
                    <a:pt x="2042160" y="1093470"/>
                  </a:lnTo>
                  <a:lnTo>
                    <a:pt x="2060257" y="1004888"/>
                  </a:lnTo>
                  <a:lnTo>
                    <a:pt x="2077402" y="911543"/>
                  </a:lnTo>
                  <a:lnTo>
                    <a:pt x="2095500" y="813435"/>
                  </a:lnTo>
                  <a:lnTo>
                    <a:pt x="2113598" y="714375"/>
                  </a:lnTo>
                  <a:lnTo>
                    <a:pt x="2131695" y="614362"/>
                  </a:lnTo>
                  <a:lnTo>
                    <a:pt x="2148840" y="516255"/>
                  </a:lnTo>
                  <a:lnTo>
                    <a:pt x="2166938" y="421005"/>
                  </a:lnTo>
                  <a:lnTo>
                    <a:pt x="2185035" y="331470"/>
                  </a:lnTo>
                  <a:lnTo>
                    <a:pt x="2203132" y="249555"/>
                  </a:lnTo>
                  <a:lnTo>
                    <a:pt x="2220277" y="177165"/>
                  </a:lnTo>
                  <a:lnTo>
                    <a:pt x="2238375" y="115253"/>
                  </a:lnTo>
                  <a:lnTo>
                    <a:pt x="2256472" y="65723"/>
                  </a:lnTo>
                  <a:lnTo>
                    <a:pt x="2274570" y="29528"/>
                  </a:lnTo>
                  <a:lnTo>
                    <a:pt x="2291715" y="7620"/>
                  </a:lnTo>
                  <a:lnTo>
                    <a:pt x="2309812" y="0"/>
                  </a:lnTo>
                  <a:lnTo>
                    <a:pt x="2327910" y="7620"/>
                  </a:lnTo>
                  <a:lnTo>
                    <a:pt x="2346007" y="29528"/>
                  </a:lnTo>
                  <a:lnTo>
                    <a:pt x="2363152" y="65723"/>
                  </a:lnTo>
                  <a:lnTo>
                    <a:pt x="2381250" y="115253"/>
                  </a:lnTo>
                  <a:lnTo>
                    <a:pt x="2399348" y="177165"/>
                  </a:lnTo>
                  <a:lnTo>
                    <a:pt x="2417445" y="249555"/>
                  </a:lnTo>
                  <a:lnTo>
                    <a:pt x="2434590" y="331470"/>
                  </a:lnTo>
                  <a:lnTo>
                    <a:pt x="2452688" y="421005"/>
                  </a:lnTo>
                  <a:lnTo>
                    <a:pt x="2469832" y="516255"/>
                  </a:lnTo>
                  <a:lnTo>
                    <a:pt x="2487930" y="614362"/>
                  </a:lnTo>
                  <a:lnTo>
                    <a:pt x="2506027" y="714375"/>
                  </a:lnTo>
                  <a:lnTo>
                    <a:pt x="2524125" y="813435"/>
                  </a:lnTo>
                  <a:lnTo>
                    <a:pt x="2541270" y="911543"/>
                  </a:lnTo>
                  <a:lnTo>
                    <a:pt x="2559367" y="1004888"/>
                  </a:lnTo>
                  <a:lnTo>
                    <a:pt x="2577465" y="1093470"/>
                  </a:lnTo>
                  <a:lnTo>
                    <a:pt x="2594610" y="1175385"/>
                  </a:lnTo>
                  <a:lnTo>
                    <a:pt x="2612707" y="1249680"/>
                  </a:lnTo>
                  <a:lnTo>
                    <a:pt x="2630805" y="1315403"/>
                  </a:lnTo>
                  <a:lnTo>
                    <a:pt x="2648902" y="1372553"/>
                  </a:lnTo>
                  <a:lnTo>
                    <a:pt x="2666048" y="1421130"/>
                  </a:lnTo>
                  <a:lnTo>
                    <a:pt x="2684145" y="1460182"/>
                  </a:lnTo>
                  <a:lnTo>
                    <a:pt x="2702242" y="1490662"/>
                  </a:lnTo>
                  <a:lnTo>
                    <a:pt x="2720340" y="1513523"/>
                  </a:lnTo>
                  <a:lnTo>
                    <a:pt x="2737485" y="1528762"/>
                  </a:lnTo>
                  <a:lnTo>
                    <a:pt x="2755582" y="1537335"/>
                  </a:lnTo>
                  <a:lnTo>
                    <a:pt x="2773680" y="1540193"/>
                  </a:lnTo>
                  <a:lnTo>
                    <a:pt x="2791777" y="1538288"/>
                  </a:lnTo>
                  <a:lnTo>
                    <a:pt x="2808922" y="1533525"/>
                  </a:lnTo>
                  <a:lnTo>
                    <a:pt x="2827020" y="1525905"/>
                  </a:lnTo>
                  <a:lnTo>
                    <a:pt x="2845117" y="1516380"/>
                  </a:lnTo>
                  <a:lnTo>
                    <a:pt x="2863215" y="1505903"/>
                  </a:lnTo>
                  <a:lnTo>
                    <a:pt x="2880360" y="1496378"/>
                  </a:lnTo>
                  <a:lnTo>
                    <a:pt x="2898457" y="1486853"/>
                  </a:lnTo>
                  <a:lnTo>
                    <a:pt x="2916555" y="1479232"/>
                  </a:lnTo>
                  <a:lnTo>
                    <a:pt x="2934652" y="1473518"/>
                  </a:lnTo>
                  <a:lnTo>
                    <a:pt x="2951798" y="1469708"/>
                  </a:lnTo>
                  <a:lnTo>
                    <a:pt x="2969895" y="1467803"/>
                  </a:lnTo>
                  <a:lnTo>
                    <a:pt x="2987992" y="1467803"/>
                  </a:lnTo>
                  <a:lnTo>
                    <a:pt x="3006090" y="1470660"/>
                  </a:lnTo>
                  <a:lnTo>
                    <a:pt x="3023235" y="1474470"/>
                  </a:lnTo>
                  <a:lnTo>
                    <a:pt x="3041332" y="1480185"/>
                  </a:lnTo>
                  <a:lnTo>
                    <a:pt x="3059430" y="1486853"/>
                  </a:lnTo>
                  <a:lnTo>
                    <a:pt x="3077527" y="1494473"/>
                  </a:lnTo>
                  <a:lnTo>
                    <a:pt x="3094672" y="1502093"/>
                  </a:lnTo>
                  <a:lnTo>
                    <a:pt x="3111818" y="1509712"/>
                  </a:lnTo>
                  <a:lnTo>
                    <a:pt x="3129915" y="1517332"/>
                  </a:lnTo>
                  <a:lnTo>
                    <a:pt x="3148012" y="1524000"/>
                  </a:lnTo>
                  <a:lnTo>
                    <a:pt x="3166110" y="1529715"/>
                  </a:lnTo>
                  <a:lnTo>
                    <a:pt x="3183255" y="1533525"/>
                  </a:lnTo>
                  <a:lnTo>
                    <a:pt x="3201352" y="1537335"/>
                  </a:lnTo>
                  <a:lnTo>
                    <a:pt x="3219450" y="1539240"/>
                  </a:lnTo>
                  <a:lnTo>
                    <a:pt x="3237547" y="1540193"/>
                  </a:lnTo>
                  <a:lnTo>
                    <a:pt x="3254693" y="1540193"/>
                  </a:lnTo>
                  <a:lnTo>
                    <a:pt x="3272790" y="1538288"/>
                  </a:lnTo>
                  <a:lnTo>
                    <a:pt x="3290888" y="1536382"/>
                  </a:lnTo>
                  <a:lnTo>
                    <a:pt x="3308985" y="1533525"/>
                  </a:lnTo>
                  <a:lnTo>
                    <a:pt x="3326130" y="1530668"/>
                  </a:lnTo>
                  <a:lnTo>
                    <a:pt x="3344227" y="1526858"/>
                  </a:lnTo>
                  <a:lnTo>
                    <a:pt x="3362325" y="1524000"/>
                  </a:lnTo>
                  <a:lnTo>
                    <a:pt x="3380422" y="1521143"/>
                  </a:lnTo>
                  <a:lnTo>
                    <a:pt x="3397568" y="1518285"/>
                  </a:lnTo>
                  <a:lnTo>
                    <a:pt x="3415665" y="1516380"/>
                  </a:lnTo>
                  <a:lnTo>
                    <a:pt x="3433762" y="1515428"/>
                  </a:lnTo>
                  <a:lnTo>
                    <a:pt x="3451860" y="1514475"/>
                  </a:lnTo>
                  <a:lnTo>
                    <a:pt x="3469005" y="1515428"/>
                  </a:lnTo>
                  <a:lnTo>
                    <a:pt x="3487102" y="1516380"/>
                  </a:lnTo>
                  <a:lnTo>
                    <a:pt x="3505200" y="1517332"/>
                  </a:lnTo>
                  <a:lnTo>
                    <a:pt x="3523297" y="1519238"/>
                  </a:lnTo>
                  <a:lnTo>
                    <a:pt x="3540443" y="1522095"/>
                  </a:lnTo>
                  <a:lnTo>
                    <a:pt x="3558540" y="1524953"/>
                  </a:lnTo>
                  <a:lnTo>
                    <a:pt x="3576638" y="1527810"/>
                  </a:lnTo>
                  <a:lnTo>
                    <a:pt x="3594735" y="1530668"/>
                  </a:lnTo>
                  <a:lnTo>
                    <a:pt x="3611880" y="1532573"/>
                  </a:lnTo>
                  <a:lnTo>
                    <a:pt x="3629977" y="1535430"/>
                  </a:lnTo>
                  <a:lnTo>
                    <a:pt x="3648075" y="1537335"/>
                  </a:lnTo>
                  <a:lnTo>
                    <a:pt x="3666172" y="1539240"/>
                  </a:lnTo>
                  <a:lnTo>
                    <a:pt x="3683318" y="1540193"/>
                  </a:lnTo>
                  <a:lnTo>
                    <a:pt x="3701415" y="1540193"/>
                  </a:lnTo>
                  <a:lnTo>
                    <a:pt x="3718560" y="1540193"/>
                  </a:lnTo>
                  <a:lnTo>
                    <a:pt x="3736657" y="1539240"/>
                  </a:lnTo>
                  <a:lnTo>
                    <a:pt x="3754755" y="1538288"/>
                  </a:lnTo>
                  <a:lnTo>
                    <a:pt x="3771900" y="1537335"/>
                  </a:lnTo>
                  <a:lnTo>
                    <a:pt x="3789997" y="1535430"/>
                  </a:lnTo>
                  <a:lnTo>
                    <a:pt x="3808095" y="1534478"/>
                  </a:lnTo>
                  <a:lnTo>
                    <a:pt x="3826193" y="1532573"/>
                  </a:lnTo>
                  <a:lnTo>
                    <a:pt x="3843338" y="1530668"/>
                  </a:lnTo>
                  <a:lnTo>
                    <a:pt x="3861435" y="1529715"/>
                  </a:lnTo>
                  <a:lnTo>
                    <a:pt x="3879532" y="1528762"/>
                  </a:lnTo>
                  <a:lnTo>
                    <a:pt x="3897630" y="1527810"/>
                  </a:lnTo>
                  <a:lnTo>
                    <a:pt x="3914775" y="1527810"/>
                  </a:lnTo>
                  <a:lnTo>
                    <a:pt x="3932872" y="1527810"/>
                  </a:lnTo>
                  <a:lnTo>
                    <a:pt x="3950970" y="1527810"/>
                  </a:lnTo>
                  <a:lnTo>
                    <a:pt x="3969068" y="1528762"/>
                  </a:lnTo>
                  <a:lnTo>
                    <a:pt x="3986212" y="1529715"/>
                  </a:lnTo>
                  <a:lnTo>
                    <a:pt x="4004310" y="1530668"/>
                  </a:lnTo>
                  <a:lnTo>
                    <a:pt x="4022407" y="1531620"/>
                  </a:lnTo>
                  <a:lnTo>
                    <a:pt x="4040505" y="1533525"/>
                  </a:lnTo>
                  <a:lnTo>
                    <a:pt x="4057650" y="1534478"/>
                  </a:lnTo>
                  <a:lnTo>
                    <a:pt x="4075747" y="1536382"/>
                  </a:lnTo>
                  <a:lnTo>
                    <a:pt x="4093845" y="1537335"/>
                  </a:lnTo>
                  <a:lnTo>
                    <a:pt x="4111943" y="1538288"/>
                  </a:lnTo>
                  <a:lnTo>
                    <a:pt x="4129088" y="1539240"/>
                  </a:lnTo>
                  <a:lnTo>
                    <a:pt x="4147185" y="1540193"/>
                  </a:lnTo>
                  <a:lnTo>
                    <a:pt x="4165282" y="1540193"/>
                  </a:lnTo>
                  <a:lnTo>
                    <a:pt x="4183380" y="1540193"/>
                  </a:lnTo>
                  <a:lnTo>
                    <a:pt x="4200525" y="1540193"/>
                  </a:lnTo>
                  <a:lnTo>
                    <a:pt x="4218622" y="1539240"/>
                  </a:lnTo>
                  <a:lnTo>
                    <a:pt x="4236720" y="1538288"/>
                  </a:lnTo>
                  <a:lnTo>
                    <a:pt x="4254818" y="1537335"/>
                  </a:lnTo>
                  <a:lnTo>
                    <a:pt x="4271962" y="1536382"/>
                  </a:lnTo>
                  <a:lnTo>
                    <a:pt x="4290060" y="1535430"/>
                  </a:lnTo>
                  <a:lnTo>
                    <a:pt x="4308158" y="1534478"/>
                  </a:lnTo>
                  <a:lnTo>
                    <a:pt x="4326255" y="1534478"/>
                  </a:lnTo>
                  <a:lnTo>
                    <a:pt x="4343400" y="1533525"/>
                  </a:lnTo>
                  <a:lnTo>
                    <a:pt x="4360545" y="1532573"/>
                  </a:lnTo>
                  <a:lnTo>
                    <a:pt x="4378642" y="1532573"/>
                  </a:lnTo>
                  <a:lnTo>
                    <a:pt x="4396740" y="1532573"/>
                  </a:lnTo>
                  <a:lnTo>
                    <a:pt x="4414838" y="1532573"/>
                  </a:lnTo>
                  <a:lnTo>
                    <a:pt x="4431982" y="1532573"/>
                  </a:lnTo>
                  <a:lnTo>
                    <a:pt x="4450080" y="1533525"/>
                  </a:lnTo>
                  <a:lnTo>
                    <a:pt x="4468177" y="1534478"/>
                  </a:lnTo>
                  <a:lnTo>
                    <a:pt x="4486275" y="1534478"/>
                  </a:lnTo>
                  <a:lnTo>
                    <a:pt x="4503420" y="1536382"/>
                  </a:lnTo>
                  <a:lnTo>
                    <a:pt x="4521518" y="1536382"/>
                  </a:lnTo>
                  <a:lnTo>
                    <a:pt x="4539615" y="1537335"/>
                  </a:lnTo>
                  <a:lnTo>
                    <a:pt x="4557712" y="1538288"/>
                  </a:lnTo>
                  <a:lnTo>
                    <a:pt x="4574858" y="1539240"/>
                  </a:lnTo>
                  <a:lnTo>
                    <a:pt x="4592955" y="1540193"/>
                  </a:lnTo>
                  <a:lnTo>
                    <a:pt x="4611052" y="1540193"/>
                  </a:lnTo>
                  <a:lnTo>
                    <a:pt x="4619625" y="1540193"/>
                  </a:lnTo>
                </a:path>
              </a:pathLst>
            </a:custGeom>
            <a:noFill/>
            <a:ln w="22860">
              <a:solidFill>
                <a:srgbClr val="2F4B9A"/>
              </a:solidFill>
            </a:ln>
          </p:spPr>
        </p:sp>
        <p:sp>
          <p:nvSpPr>
            <p:cNvPr id="177" name="Freeform 177"/>
            <p:cNvSpPr/>
            <p:nvPr/>
          </p:nvSpPr>
          <p:spPr>
            <a:xfrm>
              <a:off x="6688455" y="2580322"/>
              <a:ext cx="4619625" cy="1540193"/>
            </a:xfrm>
            <a:custGeom>
              <a:avLst/>
              <a:gdLst/>
              <a:ahLst/>
              <a:cxnLst/>
              <a:rect l="l" t="t" r="r" b="b"/>
              <a:pathLst>
                <a:path w="4619625" h="1540193">
                  <a:moveTo>
                    <a:pt x="0" y="1514475"/>
                  </a:moveTo>
                  <a:lnTo>
                    <a:pt x="8572" y="1514475"/>
                  </a:lnTo>
                  <a:lnTo>
                    <a:pt x="26670" y="1514475"/>
                  </a:lnTo>
                  <a:lnTo>
                    <a:pt x="43815" y="1515428"/>
                  </a:lnTo>
                  <a:lnTo>
                    <a:pt x="61912" y="1515428"/>
                  </a:lnTo>
                  <a:lnTo>
                    <a:pt x="80010" y="1515428"/>
                  </a:lnTo>
                  <a:lnTo>
                    <a:pt x="98107" y="1516380"/>
                  </a:lnTo>
                  <a:lnTo>
                    <a:pt x="115252" y="1517332"/>
                  </a:lnTo>
                  <a:lnTo>
                    <a:pt x="133350" y="1518285"/>
                  </a:lnTo>
                  <a:lnTo>
                    <a:pt x="151447" y="1519238"/>
                  </a:lnTo>
                  <a:lnTo>
                    <a:pt x="169545" y="1521143"/>
                  </a:lnTo>
                  <a:lnTo>
                    <a:pt x="186690" y="1522095"/>
                  </a:lnTo>
                  <a:lnTo>
                    <a:pt x="204788" y="1524000"/>
                  </a:lnTo>
                  <a:lnTo>
                    <a:pt x="222885" y="1525905"/>
                  </a:lnTo>
                  <a:lnTo>
                    <a:pt x="240982" y="1526858"/>
                  </a:lnTo>
                  <a:lnTo>
                    <a:pt x="258127" y="1528762"/>
                  </a:lnTo>
                  <a:lnTo>
                    <a:pt x="276225" y="1530668"/>
                  </a:lnTo>
                  <a:lnTo>
                    <a:pt x="294322" y="1531620"/>
                  </a:lnTo>
                  <a:lnTo>
                    <a:pt x="312420" y="1533525"/>
                  </a:lnTo>
                  <a:lnTo>
                    <a:pt x="329565" y="1534478"/>
                  </a:lnTo>
                  <a:lnTo>
                    <a:pt x="347662" y="1536382"/>
                  </a:lnTo>
                  <a:lnTo>
                    <a:pt x="365760" y="1537335"/>
                  </a:lnTo>
                  <a:lnTo>
                    <a:pt x="382905" y="1538288"/>
                  </a:lnTo>
                  <a:lnTo>
                    <a:pt x="401002" y="1539240"/>
                  </a:lnTo>
                  <a:lnTo>
                    <a:pt x="419100" y="1540193"/>
                  </a:lnTo>
                  <a:lnTo>
                    <a:pt x="437197" y="1540193"/>
                  </a:lnTo>
                  <a:lnTo>
                    <a:pt x="454342" y="1540193"/>
                  </a:lnTo>
                  <a:lnTo>
                    <a:pt x="472440" y="1540193"/>
                  </a:lnTo>
                  <a:lnTo>
                    <a:pt x="490538" y="1539240"/>
                  </a:lnTo>
                  <a:lnTo>
                    <a:pt x="508635" y="1538288"/>
                  </a:lnTo>
                  <a:lnTo>
                    <a:pt x="525780" y="1537335"/>
                  </a:lnTo>
                  <a:lnTo>
                    <a:pt x="543877" y="1535430"/>
                  </a:lnTo>
                  <a:lnTo>
                    <a:pt x="561975" y="1533525"/>
                  </a:lnTo>
                  <a:lnTo>
                    <a:pt x="580072" y="1531620"/>
                  </a:lnTo>
                  <a:lnTo>
                    <a:pt x="597217" y="1529715"/>
                  </a:lnTo>
                  <a:lnTo>
                    <a:pt x="615315" y="1526858"/>
                  </a:lnTo>
                  <a:lnTo>
                    <a:pt x="632460" y="1524000"/>
                  </a:lnTo>
                  <a:lnTo>
                    <a:pt x="650557" y="1520190"/>
                  </a:lnTo>
                  <a:lnTo>
                    <a:pt x="668655" y="1517332"/>
                  </a:lnTo>
                  <a:lnTo>
                    <a:pt x="686752" y="1513523"/>
                  </a:lnTo>
                  <a:lnTo>
                    <a:pt x="703897" y="1509712"/>
                  </a:lnTo>
                  <a:lnTo>
                    <a:pt x="721995" y="1505903"/>
                  </a:lnTo>
                  <a:lnTo>
                    <a:pt x="740092" y="1502093"/>
                  </a:lnTo>
                  <a:lnTo>
                    <a:pt x="758190" y="1498282"/>
                  </a:lnTo>
                  <a:lnTo>
                    <a:pt x="775335" y="1494473"/>
                  </a:lnTo>
                  <a:lnTo>
                    <a:pt x="793432" y="1490662"/>
                  </a:lnTo>
                  <a:lnTo>
                    <a:pt x="811530" y="1486853"/>
                  </a:lnTo>
                  <a:lnTo>
                    <a:pt x="829627" y="1483043"/>
                  </a:lnTo>
                  <a:lnTo>
                    <a:pt x="846772" y="1480185"/>
                  </a:lnTo>
                  <a:lnTo>
                    <a:pt x="864870" y="1477328"/>
                  </a:lnTo>
                  <a:lnTo>
                    <a:pt x="882967" y="1474470"/>
                  </a:lnTo>
                  <a:lnTo>
                    <a:pt x="901065" y="1471612"/>
                  </a:lnTo>
                  <a:lnTo>
                    <a:pt x="918210" y="1470660"/>
                  </a:lnTo>
                  <a:lnTo>
                    <a:pt x="936307" y="1468755"/>
                  </a:lnTo>
                  <a:lnTo>
                    <a:pt x="954405" y="1467803"/>
                  </a:lnTo>
                  <a:lnTo>
                    <a:pt x="971550" y="1467803"/>
                  </a:lnTo>
                  <a:lnTo>
                    <a:pt x="989647" y="1467803"/>
                  </a:lnTo>
                  <a:lnTo>
                    <a:pt x="1007745" y="1468755"/>
                  </a:lnTo>
                  <a:lnTo>
                    <a:pt x="1025842" y="1469708"/>
                  </a:lnTo>
                  <a:lnTo>
                    <a:pt x="1042988" y="1470660"/>
                  </a:lnTo>
                  <a:lnTo>
                    <a:pt x="1061085" y="1473518"/>
                  </a:lnTo>
                  <a:lnTo>
                    <a:pt x="1079182" y="1476375"/>
                  </a:lnTo>
                  <a:lnTo>
                    <a:pt x="1097280" y="1479232"/>
                  </a:lnTo>
                  <a:lnTo>
                    <a:pt x="1114425" y="1483043"/>
                  </a:lnTo>
                  <a:lnTo>
                    <a:pt x="1132522" y="1486853"/>
                  </a:lnTo>
                  <a:lnTo>
                    <a:pt x="1150620" y="1491615"/>
                  </a:lnTo>
                  <a:lnTo>
                    <a:pt x="1168717" y="1496378"/>
                  </a:lnTo>
                  <a:lnTo>
                    <a:pt x="1185862" y="1501140"/>
                  </a:lnTo>
                  <a:lnTo>
                    <a:pt x="1203960" y="1505903"/>
                  </a:lnTo>
                  <a:lnTo>
                    <a:pt x="1221105" y="1510665"/>
                  </a:lnTo>
                  <a:lnTo>
                    <a:pt x="1239202" y="1516380"/>
                  </a:lnTo>
                  <a:lnTo>
                    <a:pt x="1257300" y="1521143"/>
                  </a:lnTo>
                  <a:lnTo>
                    <a:pt x="1275397" y="1525905"/>
                  </a:lnTo>
                  <a:lnTo>
                    <a:pt x="1292542" y="1529715"/>
                  </a:lnTo>
                  <a:lnTo>
                    <a:pt x="1310640" y="1533525"/>
                  </a:lnTo>
                  <a:lnTo>
                    <a:pt x="1328738" y="1536382"/>
                  </a:lnTo>
                  <a:lnTo>
                    <a:pt x="1346835" y="1538288"/>
                  </a:lnTo>
                  <a:lnTo>
                    <a:pt x="1363980" y="1540193"/>
                  </a:lnTo>
                  <a:lnTo>
                    <a:pt x="1382077" y="1540193"/>
                  </a:lnTo>
                  <a:lnTo>
                    <a:pt x="1400175" y="1539240"/>
                  </a:lnTo>
                  <a:lnTo>
                    <a:pt x="1418272" y="1537335"/>
                  </a:lnTo>
                  <a:lnTo>
                    <a:pt x="1435417" y="1533525"/>
                  </a:lnTo>
                  <a:lnTo>
                    <a:pt x="1453515" y="1528762"/>
                  </a:lnTo>
                  <a:lnTo>
                    <a:pt x="1471612" y="1522095"/>
                  </a:lnTo>
                  <a:lnTo>
                    <a:pt x="1488757" y="1513523"/>
                  </a:lnTo>
                  <a:lnTo>
                    <a:pt x="1506855" y="1503045"/>
                  </a:lnTo>
                  <a:lnTo>
                    <a:pt x="1524952" y="1490662"/>
                  </a:lnTo>
                  <a:lnTo>
                    <a:pt x="1543050" y="1476375"/>
                  </a:lnTo>
                  <a:lnTo>
                    <a:pt x="1560195" y="1460182"/>
                  </a:lnTo>
                  <a:lnTo>
                    <a:pt x="1578292" y="1442085"/>
                  </a:lnTo>
                  <a:lnTo>
                    <a:pt x="1596390" y="1421130"/>
                  </a:lnTo>
                  <a:lnTo>
                    <a:pt x="1614488" y="1398270"/>
                  </a:lnTo>
                  <a:lnTo>
                    <a:pt x="1631632" y="1372553"/>
                  </a:lnTo>
                  <a:lnTo>
                    <a:pt x="1649730" y="1344930"/>
                  </a:lnTo>
                  <a:lnTo>
                    <a:pt x="1667827" y="1315403"/>
                  </a:lnTo>
                  <a:lnTo>
                    <a:pt x="1685925" y="1283970"/>
                  </a:lnTo>
                  <a:lnTo>
                    <a:pt x="1703070" y="1249680"/>
                  </a:lnTo>
                  <a:lnTo>
                    <a:pt x="1721167" y="1213485"/>
                  </a:lnTo>
                  <a:lnTo>
                    <a:pt x="1739265" y="1175385"/>
                  </a:lnTo>
                  <a:lnTo>
                    <a:pt x="1757362" y="1135380"/>
                  </a:lnTo>
                  <a:lnTo>
                    <a:pt x="1774507" y="1093470"/>
                  </a:lnTo>
                  <a:lnTo>
                    <a:pt x="1792605" y="1049655"/>
                  </a:lnTo>
                  <a:lnTo>
                    <a:pt x="1810702" y="1004888"/>
                  </a:lnTo>
                  <a:lnTo>
                    <a:pt x="1828800" y="959168"/>
                  </a:lnTo>
                  <a:lnTo>
                    <a:pt x="1845945" y="911543"/>
                  </a:lnTo>
                  <a:lnTo>
                    <a:pt x="1864042" y="862965"/>
                  </a:lnTo>
                  <a:lnTo>
                    <a:pt x="1881188" y="813435"/>
                  </a:lnTo>
                  <a:lnTo>
                    <a:pt x="1899285" y="763905"/>
                  </a:lnTo>
                  <a:lnTo>
                    <a:pt x="1917382" y="714375"/>
                  </a:lnTo>
                  <a:lnTo>
                    <a:pt x="1935480" y="663893"/>
                  </a:lnTo>
                  <a:lnTo>
                    <a:pt x="1952625" y="614362"/>
                  </a:lnTo>
                  <a:lnTo>
                    <a:pt x="1970722" y="564833"/>
                  </a:lnTo>
                  <a:lnTo>
                    <a:pt x="1988820" y="516255"/>
                  </a:lnTo>
                  <a:lnTo>
                    <a:pt x="2005965" y="467678"/>
                  </a:lnTo>
                  <a:lnTo>
                    <a:pt x="2024062" y="421005"/>
                  </a:lnTo>
                  <a:lnTo>
                    <a:pt x="2042160" y="375285"/>
                  </a:lnTo>
                  <a:lnTo>
                    <a:pt x="2060257" y="331470"/>
                  </a:lnTo>
                  <a:lnTo>
                    <a:pt x="2077402" y="289560"/>
                  </a:lnTo>
                  <a:lnTo>
                    <a:pt x="2095500" y="249555"/>
                  </a:lnTo>
                  <a:lnTo>
                    <a:pt x="2113598" y="212408"/>
                  </a:lnTo>
                  <a:lnTo>
                    <a:pt x="2131695" y="177165"/>
                  </a:lnTo>
                  <a:lnTo>
                    <a:pt x="2148840" y="144780"/>
                  </a:lnTo>
                  <a:lnTo>
                    <a:pt x="2166938" y="115253"/>
                  </a:lnTo>
                  <a:lnTo>
                    <a:pt x="2185035" y="89535"/>
                  </a:lnTo>
                  <a:lnTo>
                    <a:pt x="2203132" y="65723"/>
                  </a:lnTo>
                  <a:lnTo>
                    <a:pt x="2220277" y="45720"/>
                  </a:lnTo>
                  <a:lnTo>
                    <a:pt x="2238375" y="29528"/>
                  </a:lnTo>
                  <a:lnTo>
                    <a:pt x="2256472" y="17145"/>
                  </a:lnTo>
                  <a:lnTo>
                    <a:pt x="2274570" y="7620"/>
                  </a:lnTo>
                  <a:lnTo>
                    <a:pt x="2291715" y="1905"/>
                  </a:lnTo>
                  <a:lnTo>
                    <a:pt x="2309812" y="0"/>
                  </a:lnTo>
                  <a:lnTo>
                    <a:pt x="2327910" y="1905"/>
                  </a:lnTo>
                  <a:lnTo>
                    <a:pt x="2346007" y="7620"/>
                  </a:lnTo>
                  <a:lnTo>
                    <a:pt x="2363152" y="17145"/>
                  </a:lnTo>
                  <a:lnTo>
                    <a:pt x="2381250" y="29528"/>
                  </a:lnTo>
                  <a:lnTo>
                    <a:pt x="2399348" y="45720"/>
                  </a:lnTo>
                  <a:lnTo>
                    <a:pt x="2417445" y="65723"/>
                  </a:lnTo>
                  <a:lnTo>
                    <a:pt x="2434590" y="89535"/>
                  </a:lnTo>
                  <a:lnTo>
                    <a:pt x="2452688" y="115253"/>
                  </a:lnTo>
                  <a:lnTo>
                    <a:pt x="2469832" y="144780"/>
                  </a:lnTo>
                  <a:lnTo>
                    <a:pt x="2487930" y="177165"/>
                  </a:lnTo>
                  <a:lnTo>
                    <a:pt x="2506027" y="212408"/>
                  </a:lnTo>
                  <a:lnTo>
                    <a:pt x="2524125" y="249555"/>
                  </a:lnTo>
                  <a:lnTo>
                    <a:pt x="2541270" y="289560"/>
                  </a:lnTo>
                  <a:lnTo>
                    <a:pt x="2559367" y="331470"/>
                  </a:lnTo>
                  <a:lnTo>
                    <a:pt x="2577465" y="375285"/>
                  </a:lnTo>
                  <a:lnTo>
                    <a:pt x="2594610" y="421005"/>
                  </a:lnTo>
                  <a:lnTo>
                    <a:pt x="2612707" y="467678"/>
                  </a:lnTo>
                  <a:lnTo>
                    <a:pt x="2630805" y="516255"/>
                  </a:lnTo>
                  <a:lnTo>
                    <a:pt x="2648902" y="564833"/>
                  </a:lnTo>
                  <a:lnTo>
                    <a:pt x="2666048" y="614362"/>
                  </a:lnTo>
                  <a:lnTo>
                    <a:pt x="2684145" y="663893"/>
                  </a:lnTo>
                  <a:lnTo>
                    <a:pt x="2702242" y="714375"/>
                  </a:lnTo>
                  <a:lnTo>
                    <a:pt x="2720340" y="763905"/>
                  </a:lnTo>
                  <a:lnTo>
                    <a:pt x="2737485" y="813435"/>
                  </a:lnTo>
                  <a:lnTo>
                    <a:pt x="2755582" y="862965"/>
                  </a:lnTo>
                  <a:lnTo>
                    <a:pt x="2773680" y="911543"/>
                  </a:lnTo>
                  <a:lnTo>
                    <a:pt x="2791777" y="959168"/>
                  </a:lnTo>
                  <a:lnTo>
                    <a:pt x="2808922" y="1004888"/>
                  </a:lnTo>
                  <a:lnTo>
                    <a:pt x="2827020" y="1049655"/>
                  </a:lnTo>
                  <a:lnTo>
                    <a:pt x="2845117" y="1093470"/>
                  </a:lnTo>
                  <a:lnTo>
                    <a:pt x="2863215" y="1135380"/>
                  </a:lnTo>
                  <a:lnTo>
                    <a:pt x="2880360" y="1175385"/>
                  </a:lnTo>
                  <a:lnTo>
                    <a:pt x="2898457" y="1213485"/>
                  </a:lnTo>
                  <a:lnTo>
                    <a:pt x="2916555" y="1249680"/>
                  </a:lnTo>
                  <a:lnTo>
                    <a:pt x="2934652" y="1283970"/>
                  </a:lnTo>
                  <a:lnTo>
                    <a:pt x="2951798" y="1315403"/>
                  </a:lnTo>
                  <a:lnTo>
                    <a:pt x="2969895" y="1344930"/>
                  </a:lnTo>
                  <a:lnTo>
                    <a:pt x="2987992" y="1372553"/>
                  </a:lnTo>
                  <a:lnTo>
                    <a:pt x="3006090" y="1398270"/>
                  </a:lnTo>
                  <a:lnTo>
                    <a:pt x="3023235" y="1421130"/>
                  </a:lnTo>
                  <a:lnTo>
                    <a:pt x="3041332" y="1442085"/>
                  </a:lnTo>
                  <a:lnTo>
                    <a:pt x="3059430" y="1460182"/>
                  </a:lnTo>
                  <a:lnTo>
                    <a:pt x="3077527" y="1476375"/>
                  </a:lnTo>
                  <a:lnTo>
                    <a:pt x="3094672" y="1490662"/>
                  </a:lnTo>
                  <a:lnTo>
                    <a:pt x="3111818" y="1503045"/>
                  </a:lnTo>
                  <a:lnTo>
                    <a:pt x="3129915" y="1513523"/>
                  </a:lnTo>
                  <a:lnTo>
                    <a:pt x="3148012" y="1522095"/>
                  </a:lnTo>
                  <a:lnTo>
                    <a:pt x="3166110" y="1528762"/>
                  </a:lnTo>
                  <a:lnTo>
                    <a:pt x="3183255" y="1533525"/>
                  </a:lnTo>
                  <a:lnTo>
                    <a:pt x="3201352" y="1537335"/>
                  </a:lnTo>
                  <a:lnTo>
                    <a:pt x="3219450" y="1539240"/>
                  </a:lnTo>
                  <a:lnTo>
                    <a:pt x="3237547" y="1540193"/>
                  </a:lnTo>
                  <a:lnTo>
                    <a:pt x="3254693" y="1540193"/>
                  </a:lnTo>
                  <a:lnTo>
                    <a:pt x="3272790" y="1538288"/>
                  </a:lnTo>
                  <a:lnTo>
                    <a:pt x="3290888" y="1536382"/>
                  </a:lnTo>
                  <a:lnTo>
                    <a:pt x="3308985" y="1533525"/>
                  </a:lnTo>
                  <a:lnTo>
                    <a:pt x="3326130" y="1529715"/>
                  </a:lnTo>
                  <a:lnTo>
                    <a:pt x="3344227" y="1525905"/>
                  </a:lnTo>
                  <a:lnTo>
                    <a:pt x="3362325" y="1521143"/>
                  </a:lnTo>
                  <a:lnTo>
                    <a:pt x="3380422" y="1516380"/>
                  </a:lnTo>
                  <a:lnTo>
                    <a:pt x="3397568" y="1510665"/>
                  </a:lnTo>
                  <a:lnTo>
                    <a:pt x="3415665" y="1505903"/>
                  </a:lnTo>
                  <a:lnTo>
                    <a:pt x="3433762" y="1501140"/>
                  </a:lnTo>
                  <a:lnTo>
                    <a:pt x="3451860" y="1496378"/>
                  </a:lnTo>
                  <a:lnTo>
                    <a:pt x="3469005" y="1491615"/>
                  </a:lnTo>
                  <a:lnTo>
                    <a:pt x="3487102" y="1486853"/>
                  </a:lnTo>
                  <a:lnTo>
                    <a:pt x="3505200" y="1483043"/>
                  </a:lnTo>
                  <a:lnTo>
                    <a:pt x="3523297" y="1479232"/>
                  </a:lnTo>
                  <a:lnTo>
                    <a:pt x="3540443" y="1476375"/>
                  </a:lnTo>
                  <a:lnTo>
                    <a:pt x="3558540" y="1473518"/>
                  </a:lnTo>
                  <a:lnTo>
                    <a:pt x="3576638" y="1470660"/>
                  </a:lnTo>
                  <a:lnTo>
                    <a:pt x="3594735" y="1469708"/>
                  </a:lnTo>
                  <a:lnTo>
                    <a:pt x="3611880" y="1468755"/>
                  </a:lnTo>
                  <a:lnTo>
                    <a:pt x="3629977" y="1467803"/>
                  </a:lnTo>
                  <a:lnTo>
                    <a:pt x="3648075" y="1467803"/>
                  </a:lnTo>
                  <a:lnTo>
                    <a:pt x="3666172" y="1467803"/>
                  </a:lnTo>
                  <a:lnTo>
                    <a:pt x="3683318" y="1468755"/>
                  </a:lnTo>
                  <a:lnTo>
                    <a:pt x="3701415" y="1470660"/>
                  </a:lnTo>
                  <a:lnTo>
                    <a:pt x="3718560" y="1471612"/>
                  </a:lnTo>
                  <a:lnTo>
                    <a:pt x="3736657" y="1474470"/>
                  </a:lnTo>
                  <a:lnTo>
                    <a:pt x="3754755" y="1477328"/>
                  </a:lnTo>
                  <a:lnTo>
                    <a:pt x="3771900" y="1480185"/>
                  </a:lnTo>
                  <a:lnTo>
                    <a:pt x="3789997" y="1483043"/>
                  </a:lnTo>
                  <a:lnTo>
                    <a:pt x="3808095" y="1486853"/>
                  </a:lnTo>
                  <a:lnTo>
                    <a:pt x="3826193" y="1490662"/>
                  </a:lnTo>
                  <a:lnTo>
                    <a:pt x="3843338" y="1494473"/>
                  </a:lnTo>
                  <a:lnTo>
                    <a:pt x="3861435" y="1498282"/>
                  </a:lnTo>
                  <a:lnTo>
                    <a:pt x="3879532" y="1502093"/>
                  </a:lnTo>
                  <a:lnTo>
                    <a:pt x="3897630" y="1505903"/>
                  </a:lnTo>
                  <a:lnTo>
                    <a:pt x="3914775" y="1509712"/>
                  </a:lnTo>
                  <a:lnTo>
                    <a:pt x="3932872" y="1513523"/>
                  </a:lnTo>
                  <a:lnTo>
                    <a:pt x="3950970" y="1517332"/>
                  </a:lnTo>
                  <a:lnTo>
                    <a:pt x="3969068" y="1520190"/>
                  </a:lnTo>
                  <a:lnTo>
                    <a:pt x="3986212" y="1524000"/>
                  </a:lnTo>
                  <a:lnTo>
                    <a:pt x="4004310" y="1526858"/>
                  </a:lnTo>
                  <a:lnTo>
                    <a:pt x="4022407" y="1529715"/>
                  </a:lnTo>
                  <a:lnTo>
                    <a:pt x="4040505" y="1531620"/>
                  </a:lnTo>
                  <a:lnTo>
                    <a:pt x="4057650" y="1533525"/>
                  </a:lnTo>
                  <a:lnTo>
                    <a:pt x="4075747" y="1535430"/>
                  </a:lnTo>
                  <a:lnTo>
                    <a:pt x="4093845" y="1537335"/>
                  </a:lnTo>
                  <a:lnTo>
                    <a:pt x="4111943" y="1538288"/>
                  </a:lnTo>
                  <a:lnTo>
                    <a:pt x="4129088" y="1539240"/>
                  </a:lnTo>
                  <a:lnTo>
                    <a:pt x="4147185" y="1540193"/>
                  </a:lnTo>
                  <a:lnTo>
                    <a:pt x="4165282" y="1540193"/>
                  </a:lnTo>
                  <a:lnTo>
                    <a:pt x="4183380" y="1540193"/>
                  </a:lnTo>
                  <a:lnTo>
                    <a:pt x="4200525" y="1540193"/>
                  </a:lnTo>
                  <a:lnTo>
                    <a:pt x="4218622" y="1539240"/>
                  </a:lnTo>
                  <a:lnTo>
                    <a:pt x="4236720" y="1538288"/>
                  </a:lnTo>
                  <a:lnTo>
                    <a:pt x="4254818" y="1537335"/>
                  </a:lnTo>
                  <a:lnTo>
                    <a:pt x="4271962" y="1536382"/>
                  </a:lnTo>
                  <a:lnTo>
                    <a:pt x="4290060" y="1534478"/>
                  </a:lnTo>
                  <a:lnTo>
                    <a:pt x="4308158" y="1533525"/>
                  </a:lnTo>
                  <a:lnTo>
                    <a:pt x="4326255" y="1531620"/>
                  </a:lnTo>
                  <a:lnTo>
                    <a:pt x="4343400" y="1530668"/>
                  </a:lnTo>
                  <a:lnTo>
                    <a:pt x="4360545" y="1528762"/>
                  </a:lnTo>
                  <a:lnTo>
                    <a:pt x="4378642" y="1526858"/>
                  </a:lnTo>
                  <a:lnTo>
                    <a:pt x="4396740" y="1525905"/>
                  </a:lnTo>
                  <a:lnTo>
                    <a:pt x="4414838" y="1524000"/>
                  </a:lnTo>
                  <a:lnTo>
                    <a:pt x="4431982" y="1522095"/>
                  </a:lnTo>
                  <a:lnTo>
                    <a:pt x="4450080" y="1521143"/>
                  </a:lnTo>
                  <a:lnTo>
                    <a:pt x="4468177" y="1519238"/>
                  </a:lnTo>
                  <a:lnTo>
                    <a:pt x="4486275" y="1518285"/>
                  </a:lnTo>
                  <a:lnTo>
                    <a:pt x="4503420" y="1517332"/>
                  </a:lnTo>
                  <a:lnTo>
                    <a:pt x="4521518" y="1516380"/>
                  </a:lnTo>
                  <a:lnTo>
                    <a:pt x="4539615" y="1515428"/>
                  </a:lnTo>
                  <a:lnTo>
                    <a:pt x="4557712" y="1515428"/>
                  </a:lnTo>
                  <a:lnTo>
                    <a:pt x="4574858" y="1515428"/>
                  </a:lnTo>
                  <a:lnTo>
                    <a:pt x="4592955" y="1514475"/>
                  </a:lnTo>
                  <a:lnTo>
                    <a:pt x="4611052" y="1514475"/>
                  </a:lnTo>
                  <a:lnTo>
                    <a:pt x="4619625" y="1514475"/>
                  </a:lnTo>
                </a:path>
              </a:pathLst>
            </a:custGeom>
            <a:noFill/>
            <a:ln w="22860">
              <a:solidFill>
                <a:srgbClr val="F26B3A"/>
              </a:solidFill>
            </a:ln>
          </p:spPr>
        </p:sp>
        <p:sp>
          <p:nvSpPr>
            <p:cNvPr id="178" name="Freeform 178"/>
            <p:cNvSpPr/>
            <p:nvPr/>
          </p:nvSpPr>
          <p:spPr>
            <a:xfrm>
              <a:off x="8067675" y="4093845"/>
              <a:ext cx="9525" cy="53340"/>
            </a:xfrm>
            <a:custGeom>
              <a:avLst/>
              <a:gdLst/>
              <a:ahLst/>
              <a:cxnLst/>
              <a:rect l="l" t="t" r="r" b="b"/>
              <a:pathLst>
                <a:path w="9525" h="53340">
                  <a:moveTo>
                    <a:pt x="0" y="0"/>
                  </a:moveTo>
                  <a:lnTo>
                    <a:pt x="0" y="5334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79" name="Freeform 179"/>
            <p:cNvSpPr/>
            <p:nvPr/>
          </p:nvSpPr>
          <p:spPr>
            <a:xfrm>
              <a:off x="8532495" y="4093845"/>
              <a:ext cx="9525" cy="53340"/>
            </a:xfrm>
            <a:custGeom>
              <a:avLst/>
              <a:gdLst/>
              <a:ahLst/>
              <a:cxnLst/>
              <a:rect l="l" t="t" r="r" b="b"/>
              <a:pathLst>
                <a:path w="9525" h="53340">
                  <a:moveTo>
                    <a:pt x="0" y="0"/>
                  </a:moveTo>
                  <a:lnTo>
                    <a:pt x="0" y="5334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80" name="Freeform 180"/>
            <p:cNvSpPr/>
            <p:nvPr/>
          </p:nvSpPr>
          <p:spPr>
            <a:xfrm>
              <a:off x="9464040" y="4093845"/>
              <a:ext cx="9525" cy="53340"/>
            </a:xfrm>
            <a:custGeom>
              <a:avLst/>
              <a:gdLst/>
              <a:ahLst/>
              <a:cxnLst/>
              <a:rect l="l" t="t" r="r" b="b"/>
              <a:pathLst>
                <a:path w="9525" h="53340">
                  <a:moveTo>
                    <a:pt x="0" y="0"/>
                  </a:moveTo>
                  <a:lnTo>
                    <a:pt x="0" y="5334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81" name="Freeform 181"/>
            <p:cNvSpPr/>
            <p:nvPr/>
          </p:nvSpPr>
          <p:spPr>
            <a:xfrm>
              <a:off x="9929812" y="4093845"/>
              <a:ext cx="9525" cy="53340"/>
            </a:xfrm>
            <a:custGeom>
              <a:avLst/>
              <a:gdLst/>
              <a:ahLst/>
              <a:cxnLst/>
              <a:rect l="l" t="t" r="r" b="b"/>
              <a:pathLst>
                <a:path w="9525" h="53340">
                  <a:moveTo>
                    <a:pt x="0" y="0"/>
                  </a:moveTo>
                  <a:lnTo>
                    <a:pt x="0" y="5334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82" name="TextBox 182"/>
            <p:cNvSpPr txBox="1"/>
            <p:nvPr/>
          </p:nvSpPr>
          <p:spPr>
            <a:xfrm>
              <a:off x="7889621" y="2151221"/>
              <a:ext cx="22172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白光：中央白色，两侧内紫外红，越往外越淡</a:t>
              </a:r>
            </a:p>
          </p:txBody>
        </p:sp>
        <p:sp>
          <p:nvSpPr>
            <p:cNvPr id="183" name="TextBox 183"/>
            <p:cNvSpPr txBox="1"/>
            <p:nvPr/>
          </p:nvSpPr>
          <p:spPr>
            <a:xfrm>
              <a:off x="9282112" y="2628900"/>
              <a:ext cx="35997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缝宽 a</a:t>
              </a:r>
            </a:p>
          </p:txBody>
        </p:sp>
        <p:sp>
          <p:nvSpPr>
            <p:cNvPr id="184" name="TextBox 184"/>
            <p:cNvSpPr txBox="1"/>
            <p:nvPr/>
          </p:nvSpPr>
          <p:spPr>
            <a:xfrm>
              <a:off x="9878378" y="3202305"/>
              <a:ext cx="122686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缝宽 a/2：条纹宽一倍</a:t>
              </a:r>
            </a:p>
          </p:txBody>
        </p:sp>
        <p:sp>
          <p:nvSpPr>
            <p:cNvPr id="185" name="TextBox 185"/>
            <p:cNvSpPr txBox="1"/>
            <p:nvPr/>
          </p:nvSpPr>
          <p:spPr>
            <a:xfrm>
              <a:off x="11350962" y="407289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186" name="TextBox 186"/>
            <p:cNvSpPr txBox="1"/>
            <p:nvPr/>
          </p:nvSpPr>
          <p:spPr>
            <a:xfrm>
              <a:off x="8110398" y="2347436"/>
              <a:ext cx="17757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（两条曲线各自按中央峰值归一化）</a:t>
              </a:r>
            </a:p>
          </p:txBody>
        </p:sp>
      </p:grpSp>
      <p:grpSp>
        <p:nvGrpSpPr>
          <p:cNvPr id="193" name="c2-card-2"/>
          <p:cNvGrpSpPr/>
          <p:nvPr/>
        </p:nvGrpSpPr>
        <p:grpSpPr>
          <a:xfrm>
            <a:off x="6248400" y="4390072"/>
            <a:ext cx="5410200" cy="1250632"/>
            <a:chOff x="6248400" y="4390072"/>
            <a:chExt cx="5410200" cy="1250632"/>
          </a:xfrm>
        </p:grpSpPr>
        <p:sp>
          <p:nvSpPr>
            <p:cNvPr id="188" name="Rectangle 188"/>
            <p:cNvSpPr/>
            <p:nvPr/>
          </p:nvSpPr>
          <p:spPr>
            <a:xfrm>
              <a:off x="6248400" y="4390072"/>
              <a:ext cx="5410200" cy="1250632"/>
            </a:xfrm>
            <a:prstGeom prst="roundRect">
              <a:avLst>
                <a:gd name="adj" fmla="val 106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9" name="Rectangle 189"/>
            <p:cNvSpPr/>
            <p:nvPr/>
          </p:nvSpPr>
          <p:spPr>
            <a:xfrm>
              <a:off x="6257925" y="4523422"/>
              <a:ext cx="47625" cy="98393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90" name="Rectangle 190"/>
            <p:cNvSpPr/>
            <p:nvPr/>
          </p:nvSpPr>
          <p:spPr>
            <a:xfrm>
              <a:off x="6484620" y="4588192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91" name="TextBox 191"/>
            <p:cNvSpPr txBox="1"/>
            <p:nvPr/>
          </p:nvSpPr>
          <p:spPr>
            <a:xfrm>
              <a:off x="6556058" y="462248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单缝衍射的缺点</a:t>
              </a:r>
            </a:p>
          </p:txBody>
        </p:sp>
        <p:sp>
          <p:nvSpPr>
            <p:cNvPr id="192" name="TextBox 192"/>
            <p:cNvSpPr txBox="1"/>
            <p:nvPr/>
          </p:nvSpPr>
          <p:spPr>
            <a:xfrm>
              <a:off x="6477381" y="4948714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只有一条缝透光，亮度低；条纹间距小、明纹较宽，位置读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不准，不适合精确测波长。光栅正好弥补这两点。</a:t>
              </a:r>
            </a:p>
          </p:txBody>
        </p:sp>
      </p:grpSp>
      <p:grpSp>
        <p:nvGrpSpPr>
          <p:cNvPr id="200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194" name="Rectangle 194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98" name="Group 198"/>
            <p:cNvGrpSpPr/>
            <p:nvPr/>
          </p:nvGrpSpPr>
          <p:grpSpPr>
            <a:xfrm>
              <a:off x="738188" y="6011228"/>
              <a:ext cx="200026" cy="200025"/>
              <a:chOff x="738188" y="6011228"/>
              <a:chExt cx="200026" cy="200025"/>
            </a:xfrm>
          </p:grpSpPr>
          <p:sp>
            <p:nvSpPr>
              <p:cNvPr id="195" name="Freeform 195"/>
              <p:cNvSpPr/>
              <p:nvPr/>
            </p:nvSpPr>
            <p:spPr>
              <a:xfrm>
                <a:off x="738188" y="601122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96" name="Freeform 196"/>
              <p:cNvSpPr/>
              <p:nvPr/>
            </p:nvSpPr>
            <p:spPr>
              <a:xfrm>
                <a:off x="777926" y="605567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97" name="Freeform 197"/>
              <p:cNvSpPr/>
              <p:nvPr/>
            </p:nvSpPr>
            <p:spPr>
              <a:xfrm>
                <a:off x="812642" y="616680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99" name="TextBox 199"/>
            <p:cNvSpPr txBox="1"/>
            <p:nvPr/>
          </p:nvSpPr>
          <p:spPr>
            <a:xfrm>
              <a:off x="1040511" y="6011704"/>
              <a:ext cx="1033263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白光入射：各种波长的中央明纹都在 O 点，叠成白色；其他各级位置 x ∝ λ，紫在内、红在外，级次高了彩带就互相重叠。</a:t>
              </a:r>
            </a:p>
          </p:txBody>
        </p:sp>
      </p:grpSp>
      <p:grpSp>
        <p:nvGrpSpPr>
          <p:cNvPr id="20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01" name="TextBox 201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第8章 光的衍射</a:t>
              </a:r>
            </a:p>
          </p:txBody>
        </p:sp>
        <p:sp>
          <p:nvSpPr>
            <p:cNvPr id="202" name="TextBox 20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172824" cy="909257"/>
            <a:chOff x="520446" y="342900"/>
            <a:chExt cx="817282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光的衍射 · 夫琅禾费单缝衍射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17282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例8.1　由明纹位置定波长、半波带数与中央明纹宽度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869180" cy="2025968"/>
            <a:chOff x="533400" y="1524000"/>
            <a:chExt cx="4869180" cy="202596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869180" cy="2025968"/>
            </a:xfrm>
            <a:prstGeom prst="roundRect">
              <a:avLst>
                <a:gd name="adj" fmla="val 658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75926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574358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2153" y="1750695"/>
              <a:ext cx="3969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例8.1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047" y="2072640"/>
              <a:ext cx="413708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单色光垂直照射宽 a = 0.5 mm 的单缝，缝后透镜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焦距 f = 100 cm，焦平面屏上离中央明纹中心 1.5 mm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 P 点是明纹。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889885"/>
              <a:ext cx="427424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① 入射光的波长；② P 点的衍射角与缝面可分成的半波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带数；③ 中央明纹宽度。</a:t>
              </a:r>
            </a:p>
          </p:txBody>
        </p:sp>
      </p:grpSp>
      <p:grpSp>
        <p:nvGrpSpPr>
          <p:cNvPr id="40" name="g_ex81"/>
          <p:cNvGrpSpPr/>
          <p:nvPr/>
        </p:nvGrpSpPr>
        <p:grpSpPr>
          <a:xfrm>
            <a:off x="831532" y="3790474"/>
            <a:ext cx="4628943" cy="1658778"/>
            <a:chOff x="831532" y="3790474"/>
            <a:chExt cx="4628943" cy="1658778"/>
          </a:xfrm>
        </p:grpSpPr>
        <p:sp>
          <p:nvSpPr>
            <p:cNvPr id="14" name="Freeform 14"/>
            <p:cNvSpPr/>
            <p:nvPr/>
          </p:nvSpPr>
          <p:spPr>
            <a:xfrm>
              <a:off x="1099185" y="3873818"/>
              <a:ext cx="9525" cy="674370"/>
            </a:xfrm>
            <a:custGeom>
              <a:avLst/>
              <a:gdLst/>
              <a:ahLst/>
              <a:cxnLst/>
              <a:rect l="l" t="t" r="r" b="b"/>
              <a:pathLst>
                <a:path w="9525" h="674370">
                  <a:moveTo>
                    <a:pt x="0" y="0"/>
                  </a:moveTo>
                  <a:lnTo>
                    <a:pt x="0" y="674370"/>
                  </a:lnTo>
                </a:path>
              </a:pathLst>
            </a:custGeom>
            <a:noFill/>
            <a:ln w="28575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099185" y="4810125"/>
              <a:ext cx="9525" cy="604838"/>
            </a:xfrm>
            <a:custGeom>
              <a:avLst/>
              <a:gdLst/>
              <a:ahLst/>
              <a:cxnLst/>
              <a:rect l="l" t="t" r="r" b="b"/>
              <a:pathLst>
                <a:path w="9525" h="604838">
                  <a:moveTo>
                    <a:pt x="0" y="0"/>
                  </a:moveTo>
                  <a:lnTo>
                    <a:pt x="0" y="604838"/>
                  </a:lnTo>
                </a:path>
              </a:pathLst>
            </a:custGeom>
            <a:noFill/>
            <a:ln w="2857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705928" y="4071938"/>
              <a:ext cx="173355" cy="1213485"/>
            </a:xfrm>
            <a:custGeom>
              <a:avLst/>
              <a:gdLst/>
              <a:ahLst/>
              <a:cxnLst/>
              <a:rect l="l" t="t" r="r" b="b"/>
              <a:pathLst>
                <a:path w="173355" h="1213485">
                  <a:moveTo>
                    <a:pt x="173355" y="597217"/>
                  </a:moveTo>
                  <a:lnTo>
                    <a:pt x="172402" y="547688"/>
                  </a:lnTo>
                  <a:lnTo>
                    <a:pt x="171450" y="488633"/>
                  </a:lnTo>
                  <a:lnTo>
                    <a:pt x="169545" y="430530"/>
                  </a:lnTo>
                  <a:lnTo>
                    <a:pt x="166688" y="374333"/>
                  </a:lnTo>
                  <a:lnTo>
                    <a:pt x="162877" y="320992"/>
                  </a:lnTo>
                  <a:lnTo>
                    <a:pt x="159068" y="269558"/>
                  </a:lnTo>
                  <a:lnTo>
                    <a:pt x="154305" y="221933"/>
                  </a:lnTo>
                  <a:lnTo>
                    <a:pt x="147638" y="178117"/>
                  </a:lnTo>
                  <a:lnTo>
                    <a:pt x="141923" y="138112"/>
                  </a:lnTo>
                  <a:lnTo>
                    <a:pt x="135255" y="102870"/>
                  </a:lnTo>
                  <a:lnTo>
                    <a:pt x="127635" y="71438"/>
                  </a:lnTo>
                  <a:lnTo>
                    <a:pt x="120015" y="46672"/>
                  </a:lnTo>
                  <a:lnTo>
                    <a:pt x="112395" y="26670"/>
                  </a:lnTo>
                  <a:lnTo>
                    <a:pt x="103823" y="11430"/>
                  </a:lnTo>
                  <a:lnTo>
                    <a:pt x="95250" y="2858"/>
                  </a:lnTo>
                  <a:lnTo>
                    <a:pt x="86677" y="0"/>
                  </a:lnTo>
                  <a:lnTo>
                    <a:pt x="78105" y="2858"/>
                  </a:lnTo>
                  <a:lnTo>
                    <a:pt x="69533" y="11430"/>
                  </a:lnTo>
                  <a:lnTo>
                    <a:pt x="60960" y="26670"/>
                  </a:lnTo>
                  <a:lnTo>
                    <a:pt x="53340" y="46672"/>
                  </a:lnTo>
                  <a:lnTo>
                    <a:pt x="45720" y="71438"/>
                  </a:lnTo>
                  <a:lnTo>
                    <a:pt x="38100" y="102870"/>
                  </a:lnTo>
                  <a:lnTo>
                    <a:pt x="31433" y="138112"/>
                  </a:lnTo>
                  <a:lnTo>
                    <a:pt x="25718" y="178117"/>
                  </a:lnTo>
                  <a:lnTo>
                    <a:pt x="20002" y="221933"/>
                  </a:lnTo>
                  <a:lnTo>
                    <a:pt x="14288" y="269558"/>
                  </a:lnTo>
                  <a:lnTo>
                    <a:pt x="10477" y="320992"/>
                  </a:lnTo>
                  <a:lnTo>
                    <a:pt x="6668" y="374333"/>
                  </a:lnTo>
                  <a:lnTo>
                    <a:pt x="3810" y="430530"/>
                  </a:lnTo>
                  <a:lnTo>
                    <a:pt x="1905" y="488633"/>
                  </a:lnTo>
                  <a:lnTo>
                    <a:pt x="0" y="547688"/>
                  </a:lnTo>
                  <a:lnTo>
                    <a:pt x="0" y="606742"/>
                  </a:lnTo>
                  <a:lnTo>
                    <a:pt x="0" y="666750"/>
                  </a:lnTo>
                  <a:lnTo>
                    <a:pt x="1905" y="724853"/>
                  </a:lnTo>
                  <a:lnTo>
                    <a:pt x="3810" y="782955"/>
                  </a:lnTo>
                  <a:lnTo>
                    <a:pt x="6668" y="839153"/>
                  </a:lnTo>
                  <a:lnTo>
                    <a:pt x="10477" y="892493"/>
                  </a:lnTo>
                  <a:lnTo>
                    <a:pt x="14288" y="943928"/>
                  </a:lnTo>
                  <a:lnTo>
                    <a:pt x="20002" y="991553"/>
                  </a:lnTo>
                  <a:lnTo>
                    <a:pt x="25718" y="1036320"/>
                  </a:lnTo>
                  <a:lnTo>
                    <a:pt x="31433" y="1076325"/>
                  </a:lnTo>
                  <a:lnTo>
                    <a:pt x="38100" y="1111568"/>
                  </a:lnTo>
                  <a:lnTo>
                    <a:pt x="45720" y="1142047"/>
                  </a:lnTo>
                  <a:lnTo>
                    <a:pt x="53340" y="1167765"/>
                  </a:lnTo>
                  <a:lnTo>
                    <a:pt x="60960" y="1187768"/>
                  </a:lnTo>
                  <a:lnTo>
                    <a:pt x="69533" y="1202055"/>
                  </a:lnTo>
                  <a:lnTo>
                    <a:pt x="78105" y="1210628"/>
                  </a:lnTo>
                  <a:lnTo>
                    <a:pt x="86677" y="1213485"/>
                  </a:lnTo>
                  <a:lnTo>
                    <a:pt x="95250" y="1210628"/>
                  </a:lnTo>
                  <a:lnTo>
                    <a:pt x="103823" y="1202055"/>
                  </a:lnTo>
                  <a:lnTo>
                    <a:pt x="112395" y="1187768"/>
                  </a:lnTo>
                  <a:lnTo>
                    <a:pt x="120015" y="1167765"/>
                  </a:lnTo>
                  <a:lnTo>
                    <a:pt x="127635" y="1142047"/>
                  </a:lnTo>
                  <a:lnTo>
                    <a:pt x="135255" y="1111568"/>
                  </a:lnTo>
                  <a:lnTo>
                    <a:pt x="141923" y="1076325"/>
                  </a:lnTo>
                  <a:lnTo>
                    <a:pt x="147638" y="1036320"/>
                  </a:lnTo>
                  <a:lnTo>
                    <a:pt x="154305" y="991553"/>
                  </a:lnTo>
                  <a:lnTo>
                    <a:pt x="159068" y="943928"/>
                  </a:lnTo>
                  <a:lnTo>
                    <a:pt x="162877" y="892493"/>
                  </a:lnTo>
                  <a:lnTo>
                    <a:pt x="166688" y="839153"/>
                  </a:lnTo>
                  <a:lnTo>
                    <a:pt x="169545" y="782955"/>
                  </a:lnTo>
                  <a:lnTo>
                    <a:pt x="171450" y="724853"/>
                  </a:lnTo>
                  <a:lnTo>
                    <a:pt x="172402" y="666750"/>
                  </a:lnTo>
                  <a:lnTo>
                    <a:pt x="173355" y="616267"/>
                  </a:lnTo>
                </a:path>
              </a:pathLst>
            </a:custGeom>
            <a:noFill/>
            <a:ln w="19050">
              <a:solidFill>
                <a:srgbClr val="2F4B9A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4826318" y="3856672"/>
              <a:ext cx="9525" cy="1592580"/>
            </a:xfrm>
            <a:custGeom>
              <a:avLst/>
              <a:gdLst/>
              <a:ahLst/>
              <a:cxnLst/>
              <a:rect l="l" t="t" r="r" b="b"/>
              <a:pathLst>
                <a:path w="9525" h="1592580">
                  <a:moveTo>
                    <a:pt x="0" y="0"/>
                  </a:moveTo>
                  <a:lnTo>
                    <a:pt x="0" y="1592580"/>
                  </a:lnTo>
                </a:path>
              </a:pathLst>
            </a:custGeom>
            <a:noFill/>
            <a:ln w="2857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848678" y="4678680"/>
              <a:ext cx="3968115" cy="9525"/>
            </a:xfrm>
            <a:custGeom>
              <a:avLst/>
              <a:gdLst/>
              <a:ahLst/>
              <a:cxnLst/>
              <a:rect l="l" t="t" r="r" b="b"/>
              <a:pathLst>
                <a:path w="3968115" h="9525">
                  <a:moveTo>
                    <a:pt x="0" y="0"/>
                  </a:moveTo>
                  <a:lnTo>
                    <a:pt x="3968115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19" name="Freeform 19"/>
            <p:cNvSpPr/>
            <p:nvPr/>
          </p:nvSpPr>
          <p:spPr>
            <a:xfrm>
              <a:off x="831532" y="4592002"/>
              <a:ext cx="137160" cy="9525"/>
            </a:xfrm>
            <a:custGeom>
              <a:avLst/>
              <a:gdLst/>
              <a:ahLst/>
              <a:cxnLst/>
              <a:rect l="l" t="t" r="r" b="b"/>
              <a:pathLst>
                <a:path w="137160" h="9525">
                  <a:moveTo>
                    <a:pt x="0" y="0"/>
                  </a:moveTo>
                  <a:lnTo>
                    <a:pt x="137160" y="0"/>
                  </a:lnTo>
                </a:path>
              </a:pathLst>
            </a:custGeom>
            <a:noFill/>
            <a:ln w="13335">
              <a:solidFill>
                <a:srgbClr val="D97706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968692" y="454437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1108710" y="4229100"/>
              <a:ext cx="3708082" cy="361950"/>
            </a:xfrm>
            <a:custGeom>
              <a:avLst/>
              <a:gdLst/>
              <a:ahLst/>
              <a:cxnLst/>
              <a:rect l="l" t="t" r="r" b="b"/>
              <a:pathLst>
                <a:path w="3708082" h="361950">
                  <a:moveTo>
                    <a:pt x="0" y="361950"/>
                  </a:moveTo>
                  <a:lnTo>
                    <a:pt x="683895" y="260033"/>
                  </a:lnTo>
                  <a:lnTo>
                    <a:pt x="3708082" y="0"/>
                  </a:lnTo>
                </a:path>
              </a:pathLst>
            </a:custGeom>
            <a:noFill/>
            <a:ln w="15240">
              <a:solidFill>
                <a:srgbClr val="B42318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831532" y="4678680"/>
              <a:ext cx="137160" cy="9525"/>
            </a:xfrm>
            <a:custGeom>
              <a:avLst/>
              <a:gdLst/>
              <a:ahLst/>
              <a:cxnLst/>
              <a:rect l="l" t="t" r="r" b="b"/>
              <a:pathLst>
                <a:path w="137160" h="9525">
                  <a:moveTo>
                    <a:pt x="0" y="0"/>
                  </a:moveTo>
                  <a:lnTo>
                    <a:pt x="137160" y="0"/>
                  </a:lnTo>
                </a:path>
              </a:pathLst>
            </a:custGeom>
            <a:noFill/>
            <a:ln w="13335">
              <a:solidFill>
                <a:srgbClr val="D97706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968692" y="463105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1108710" y="4229100"/>
              <a:ext cx="3708082" cy="448628"/>
            </a:xfrm>
            <a:custGeom>
              <a:avLst/>
              <a:gdLst/>
              <a:ahLst/>
              <a:cxnLst/>
              <a:rect l="l" t="t" r="r" b="b"/>
              <a:pathLst>
                <a:path w="3708082" h="448628">
                  <a:moveTo>
                    <a:pt x="0" y="448628"/>
                  </a:moveTo>
                  <a:lnTo>
                    <a:pt x="683895" y="346710"/>
                  </a:lnTo>
                  <a:lnTo>
                    <a:pt x="3708082" y="0"/>
                  </a:lnTo>
                </a:path>
              </a:pathLst>
            </a:custGeom>
            <a:noFill/>
            <a:ln w="15240">
              <a:solidFill>
                <a:srgbClr val="B42318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831532" y="4765358"/>
              <a:ext cx="137160" cy="9525"/>
            </a:xfrm>
            <a:custGeom>
              <a:avLst/>
              <a:gdLst/>
              <a:ahLst/>
              <a:cxnLst/>
              <a:rect l="l" t="t" r="r" b="b"/>
              <a:pathLst>
                <a:path w="137160" h="9525">
                  <a:moveTo>
                    <a:pt x="0" y="0"/>
                  </a:moveTo>
                  <a:lnTo>
                    <a:pt x="137160" y="0"/>
                  </a:lnTo>
                </a:path>
              </a:pathLst>
            </a:custGeom>
            <a:noFill/>
            <a:ln w="13335">
              <a:solidFill>
                <a:srgbClr val="D97706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968692" y="471773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1108710" y="4229100"/>
              <a:ext cx="3708082" cy="535305"/>
            </a:xfrm>
            <a:custGeom>
              <a:avLst/>
              <a:gdLst/>
              <a:ahLst/>
              <a:cxnLst/>
              <a:rect l="l" t="t" r="r" b="b"/>
              <a:pathLst>
                <a:path w="3708082" h="535305">
                  <a:moveTo>
                    <a:pt x="0" y="535305"/>
                  </a:moveTo>
                  <a:lnTo>
                    <a:pt x="683895" y="433388"/>
                  </a:lnTo>
                  <a:lnTo>
                    <a:pt x="3708082" y="0"/>
                  </a:lnTo>
                </a:path>
              </a:pathLst>
            </a:custGeom>
            <a:noFill/>
            <a:ln w="15240">
              <a:solidFill>
                <a:srgbClr val="B42318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4948238" y="4332922"/>
              <a:ext cx="9525" cy="240983"/>
            </a:xfrm>
            <a:custGeom>
              <a:avLst/>
              <a:gdLst/>
              <a:ahLst/>
              <a:cxnLst/>
              <a:rect l="l" t="t" r="r" b="b"/>
              <a:pathLst>
                <a:path w="9525" h="240983">
                  <a:moveTo>
                    <a:pt x="0" y="240983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4900612" y="423767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4900612" y="457390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1897380" y="5337810"/>
              <a:ext cx="2824162" cy="9525"/>
            </a:xfrm>
            <a:custGeom>
              <a:avLst/>
              <a:gdLst/>
              <a:ahLst/>
              <a:cxnLst/>
              <a:rect l="l" t="t" r="r" b="b"/>
              <a:pathLst>
                <a:path w="2824162" h="9525">
                  <a:moveTo>
                    <a:pt x="0" y="0"/>
                  </a:moveTo>
                  <a:lnTo>
                    <a:pt x="282416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4721542" y="529018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1802130" y="529018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4788218" y="4190048"/>
              <a:ext cx="76200" cy="7620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159171" y="4028123"/>
              <a:ext cx="56808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P（明纹）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870300" y="4646771"/>
              <a:ext cx="1196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012055" y="4391978"/>
              <a:ext cx="44842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1.5 mm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989363" y="5154930"/>
              <a:ext cx="63924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 = 100 cm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46810" y="3790474"/>
              <a:ext cx="57802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 = 0.5 mm</a:t>
              </a:r>
            </a:p>
          </p:txBody>
        </p:sp>
      </p:grpSp>
      <p:grpSp>
        <p:nvGrpSpPr>
          <p:cNvPr id="58" name="c2-steps-1"/>
          <p:cNvGrpSpPr/>
          <p:nvPr/>
        </p:nvGrpSpPr>
        <p:grpSpPr>
          <a:xfrm>
            <a:off x="5707380" y="1533525"/>
            <a:ext cx="5151592" cy="2487454"/>
            <a:chOff x="5707380" y="1533525"/>
            <a:chExt cx="5151592" cy="2487454"/>
          </a:xfrm>
        </p:grpSpPr>
        <p:sp>
          <p:nvSpPr>
            <p:cNvPr id="41" name="Rectangle 41"/>
            <p:cNvSpPr/>
            <p:nvPr/>
          </p:nvSpPr>
          <p:spPr>
            <a:xfrm>
              <a:off x="5840730" y="1676400"/>
              <a:ext cx="19050" cy="19678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5707380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80100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5707380" y="212026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801004" y="21940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5707380" y="291465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801004" y="29884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5707380" y="350139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801004" y="35752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119622" y="1564957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明纹位置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120765" y="1833086"/>
              <a:ext cx="31776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= (2k+1)fλ/(2a)，所以 λ = 2ax/[(2k+1)f]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119622" y="2152650"/>
              <a:ext cx="7211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逐个试 k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120765" y="2419826"/>
              <a:ext cx="4620006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= 1：λ = 2 × 0.5×10⁻³ × 1.5×10⁻³/(3 × 1) m = 5.0×10⁻⁷ m；k = 2：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3.0×10⁻⁷ m，已是紫外，舍去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119622" y="294608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衍射角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120765" y="3214211"/>
              <a:ext cx="47382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sinφ = 3λ/(2a) = 1.5×10⁻³，φ ≈ 1.5×10⁻³ rad；半波带数 2k + 1 = 3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119622" y="353282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中央明纹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120765" y="3800951"/>
              <a:ext cx="38109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l₀ = 2fλ/a = 2 × 1 × 5×10⁻⁷/(0.5×10⁻³) m = 2×10⁻³ m</a:t>
              </a:r>
            </a:p>
          </p:txBody>
        </p:sp>
      </p:grpSp>
      <p:grpSp>
        <p:nvGrpSpPr>
          <p:cNvPr id="63" name="c2-card-2"/>
          <p:cNvGrpSpPr/>
          <p:nvPr/>
        </p:nvGrpSpPr>
        <p:grpSpPr>
          <a:xfrm>
            <a:off x="5707380" y="4190048"/>
            <a:ext cx="5951220" cy="1355408"/>
            <a:chOff x="5707380" y="4190048"/>
            <a:chExt cx="5951220" cy="1355408"/>
          </a:xfrm>
        </p:grpSpPr>
        <p:sp>
          <p:nvSpPr>
            <p:cNvPr id="59" name="Rectangle 59"/>
            <p:cNvSpPr/>
            <p:nvPr/>
          </p:nvSpPr>
          <p:spPr>
            <a:xfrm>
              <a:off x="5707380" y="4190048"/>
              <a:ext cx="5951220" cy="1355408"/>
            </a:xfrm>
            <a:prstGeom prst="roundRect">
              <a:avLst>
                <a:gd name="adj" fmla="val 9838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5899785" y="4382452"/>
              <a:ext cx="342900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5995226" y="441674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5892927" y="4738687"/>
              <a:ext cx="52386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① λ = 500 nm；② φ ≈ 1.5×10⁻³ rad，3 个半波带；③ l₀ = 2 mm。</a:t>
              </a:r>
            </a:p>
          </p:txBody>
        </p:sp>
      </p:grpSp>
      <p:grpSp>
        <p:nvGrpSpPr>
          <p:cNvPr id="70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64" name="Rectangle 64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1040892" y="6023610"/>
              <a:ext cx="100089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检验：x/f = 1.5×10⁻³，与 sinφ 一致；一级暗纹在 1 mm、二级暗纹在 2 mm，P 点 1.5 mm 正好在两者中间，是一级明纹。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第8章 光的衍射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398920" cy="909257"/>
            <a:chOff x="520446" y="342900"/>
            <a:chExt cx="639892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光的衍射 · 夫琅禾费单缝衍射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39892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例8.2　a = 10λ 的单缝最多出现几条明纹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869180" cy="1428750"/>
            <a:chOff x="533400" y="1524000"/>
            <a:chExt cx="4869180" cy="14287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869180" cy="1428750"/>
            </a:xfrm>
            <a:prstGeom prst="roundRect">
              <a:avLst>
                <a:gd name="adj" fmla="val 933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16205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54959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2548" y="1737836"/>
              <a:ext cx="3703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例8.2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5998" y="2045494"/>
              <a:ext cx="430453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波长为 λ 的单色光垂直照射宽 a = 10λ 的单缝，缝后放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焦距 1 m 的凸透镜，焦面上放屏。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573179"/>
              <a:ext cx="45448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屏上最多出现多少条明纹，最高级明纹对应的半波带数。</a:t>
              </a:r>
            </a:p>
          </p:txBody>
        </p:sp>
      </p:grpSp>
      <p:grpSp>
        <p:nvGrpSpPr>
          <p:cNvPr id="51" name="c1-table-2"/>
          <p:cNvGrpSpPr/>
          <p:nvPr/>
        </p:nvGrpSpPr>
        <p:grpSpPr>
          <a:xfrm>
            <a:off x="533400" y="3117532"/>
            <a:ext cx="4869180" cy="2287905"/>
            <a:chOff x="533400" y="3117532"/>
            <a:chExt cx="4869180" cy="2287905"/>
          </a:xfrm>
        </p:grpSpPr>
        <p:sp>
          <p:nvSpPr>
            <p:cNvPr id="14" name="Rectangle 14"/>
            <p:cNvSpPr/>
            <p:nvPr/>
          </p:nvSpPr>
          <p:spPr>
            <a:xfrm>
              <a:off x="533400" y="3117532"/>
              <a:ext cx="4869180" cy="38100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76823" y="323564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781415" y="3235643"/>
              <a:ext cx="4262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 sinφ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069526" y="3235643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半波带数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570548" y="3235643"/>
              <a:ext cx="3000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sinφ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28078" y="361664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407224" y="3616643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1.5λ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770251" y="361664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134231" y="3616643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0.15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875722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880485"/>
              <a:ext cx="486918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28078" y="399764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407224" y="3997643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2.5λ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770251" y="399764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134231" y="3997643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0.25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4257675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28078" y="437959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407224" y="437959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770251" y="437959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134231" y="437959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4638675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33400" y="4643438"/>
              <a:ext cx="486918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42925" y="4652962"/>
              <a:ext cx="760095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28078" y="476059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407224" y="4760595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9.5λ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770251" y="476059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134231" y="4760595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0.95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5019675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28078" y="514254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407224" y="5142548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10.5λ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770251" y="514254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4049078" y="5033962"/>
              <a:ext cx="1343978" cy="36195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4134231" y="5142548"/>
              <a:ext cx="5619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1.05 &gt; 1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33400" y="3117532"/>
              <a:ext cx="4869180" cy="2287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1307782" y="3117532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2670810" y="3117532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4034790" y="3117532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3" name="c2-steps-1"/>
          <p:cNvGrpSpPr/>
          <p:nvPr/>
        </p:nvGrpSpPr>
        <p:grpSpPr>
          <a:xfrm>
            <a:off x="5707380" y="1533525"/>
            <a:ext cx="3548291" cy="2702814"/>
            <a:chOff x="5707380" y="1533525"/>
            <a:chExt cx="3548291" cy="2702814"/>
          </a:xfrm>
        </p:grpSpPr>
        <p:sp>
          <p:nvSpPr>
            <p:cNvPr id="52" name="Rectangle 52"/>
            <p:cNvSpPr/>
            <p:nvPr/>
          </p:nvSpPr>
          <p:spPr>
            <a:xfrm>
              <a:off x="5840730" y="1676400"/>
              <a:ext cx="19050" cy="22117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Ellipse 53"/>
            <p:cNvSpPr/>
            <p:nvPr/>
          </p:nvSpPr>
          <p:spPr>
            <a:xfrm>
              <a:off x="5707380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80100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5707380" y="208692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801004" y="21607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5707380" y="263937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801004" y="27131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5707380" y="319278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801004" y="32665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5707380" y="374523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801004" y="38190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120003" y="156448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明纹条件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121146" y="1818322"/>
              <a:ext cx="12686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sinφ = (2k+1)λ/2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120003" y="21169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上限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121146" y="2371725"/>
              <a:ext cx="27952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sinφ &lt; 1，所以 2k + 1 &lt; 2a/λ = 20，k &lt; 9.5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120003" y="267033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最高级次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121146" y="2925128"/>
              <a:ext cx="26256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kₘₐₓ = 9，对应 sinφ = 19/20，φ ≈ 71.8°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120003" y="322278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数明纹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121146" y="3477578"/>
              <a:ext cx="31345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中央明纹 1 条，两侧各 9 条，共 2 × 9 + 1 = 19 条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120003" y="377618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半波带数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121146" y="4030980"/>
              <a:ext cx="17775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9 级明纹：2k + 1 = 19 个</a:t>
              </a:r>
            </a:p>
          </p:txBody>
        </p:sp>
      </p:grpSp>
      <p:grpSp>
        <p:nvGrpSpPr>
          <p:cNvPr id="78" name="c2-card-2"/>
          <p:cNvGrpSpPr/>
          <p:nvPr/>
        </p:nvGrpSpPr>
        <p:grpSpPr>
          <a:xfrm>
            <a:off x="5707380" y="4397692"/>
            <a:ext cx="5951220" cy="1008698"/>
            <a:chOff x="5707380" y="4397692"/>
            <a:chExt cx="5951220" cy="1008698"/>
          </a:xfrm>
        </p:grpSpPr>
        <p:sp>
          <p:nvSpPr>
            <p:cNvPr id="74" name="Rectangle 74"/>
            <p:cNvSpPr/>
            <p:nvPr/>
          </p:nvSpPr>
          <p:spPr>
            <a:xfrm>
              <a:off x="5707380" y="4397692"/>
              <a:ext cx="5951220" cy="1008698"/>
            </a:xfrm>
            <a:prstGeom prst="roundRect">
              <a:avLst>
                <a:gd name="adj" fmla="val 1322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5888355" y="4578668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5984126" y="4611529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5881878" y="4919186"/>
              <a:ext cx="49325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屏上最多 19 条明纹；最高级（第 9 级）明纹对应 19 个半波带。</a:t>
              </a:r>
            </a:p>
          </p:txBody>
        </p:sp>
      </p:grpSp>
      <p:grpSp>
        <p:nvGrpSpPr>
          <p:cNvPr id="85" name="takeaway"/>
          <p:cNvGrpSpPr/>
          <p:nvPr/>
        </p:nvGrpSpPr>
        <p:grpSpPr>
          <a:xfrm>
            <a:off x="533400" y="5659755"/>
            <a:ext cx="11125200" cy="702945"/>
            <a:chOff x="533400" y="5659755"/>
            <a:chExt cx="11125200" cy="702945"/>
          </a:xfrm>
        </p:grpSpPr>
        <p:sp>
          <p:nvSpPr>
            <p:cNvPr id="79" name="Rectangle 79"/>
            <p:cNvSpPr/>
            <p:nvPr/>
          </p:nvSpPr>
          <p:spPr>
            <a:xfrm>
              <a:off x="533400" y="5659755"/>
              <a:ext cx="11125200" cy="702945"/>
            </a:xfrm>
            <a:prstGeom prst="roundRect">
              <a:avLst>
                <a:gd name="adj" fmla="val 1626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83" name="Group 83"/>
            <p:cNvGrpSpPr/>
            <p:nvPr/>
          </p:nvGrpSpPr>
          <p:grpSpPr>
            <a:xfrm>
              <a:off x="738188" y="5911215"/>
              <a:ext cx="200026" cy="200026"/>
              <a:chOff x="738188" y="5911215"/>
              <a:chExt cx="200026" cy="200026"/>
            </a:xfrm>
          </p:grpSpPr>
          <p:sp>
            <p:nvSpPr>
              <p:cNvPr id="80" name="Freeform 80"/>
              <p:cNvSpPr/>
              <p:nvPr/>
            </p:nvSpPr>
            <p:spPr>
              <a:xfrm>
                <a:off x="738188" y="591121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838200" y="597789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2" name="Freeform 82"/>
              <p:cNvSpPr/>
              <p:nvPr/>
            </p:nvSpPr>
            <p:spPr>
              <a:xfrm>
                <a:off x="827088" y="601122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84" name="TextBox 84"/>
            <p:cNvSpPr txBox="1"/>
            <p:nvPr/>
          </p:nvSpPr>
          <p:spPr>
            <a:xfrm>
              <a:off x="1041273" y="5805011"/>
              <a:ext cx="990473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原课件由 φ = 90° 得 2k + 1 = 20 后直接取 kₘₐₓ = 9。20 是偶数，对应的是暗纹方向（而且 90° 的光到不了屏），实际出现的最高级取 2k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+ 1 &lt; 20 的最大奇数 19。</a:t>
              </a:r>
            </a:p>
          </p:txBody>
        </p:sp>
      </p:grpSp>
      <p:grpSp>
        <p:nvGrpSpPr>
          <p:cNvPr id="8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6" name="TextBox 86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第8章 光的衍射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113138" cy="909257"/>
            <a:chOff x="520446" y="342900"/>
            <a:chExt cx="611313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光的衍射 · 夫琅禾费单缝衍射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11313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例8.3　由两个第三级暗纹的间距求波长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869180" cy="1743075"/>
            <a:chOff x="533400" y="1524000"/>
            <a:chExt cx="4869180" cy="17430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869180" cy="1743075"/>
            </a:xfrm>
            <a:prstGeom prst="roundRect">
              <a:avLst>
                <a:gd name="adj" fmla="val 765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7637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54959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8263" y="1743551"/>
              <a:ext cx="3703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例8.3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1332" y="2054542"/>
              <a:ext cx="423138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单色平行光垂直照射缝宽 a = 0.25 mm 的单缝，缝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后凸透镜焦距 f = 0.25 m，屏上两个第三级暗纹间距 3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mm。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1332" y="2869882"/>
              <a:ext cx="14948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入射光波长 λ。</a:t>
              </a:r>
            </a:p>
          </p:txBody>
        </p:sp>
      </p:grpSp>
      <p:grpSp>
        <p:nvGrpSpPr>
          <p:cNvPr id="152" name="g_ex83"/>
          <p:cNvGrpSpPr/>
          <p:nvPr/>
        </p:nvGrpSpPr>
        <p:grpSpPr>
          <a:xfrm>
            <a:off x="1009650" y="3878580"/>
            <a:ext cx="3915727" cy="1284446"/>
            <a:chOff x="1009650" y="3878580"/>
            <a:chExt cx="3915727" cy="1284446"/>
          </a:xfrm>
        </p:grpSpPr>
        <p:sp>
          <p:nvSpPr>
            <p:cNvPr id="14" name="Freeform 14"/>
            <p:cNvSpPr/>
            <p:nvPr/>
          </p:nvSpPr>
          <p:spPr>
            <a:xfrm>
              <a:off x="1009650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3B331C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042035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3F361C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075372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43381C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1107758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453A1C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1141095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463B1C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1173480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463B1C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1206818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453A1C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1239202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43381C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1271588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3F361C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1304925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3A321C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1338262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342D1C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1370648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2B271C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1403985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1D1C1C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1436370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2B271C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1469708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352E1C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1502092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3D341C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1535430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44391C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1567815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493D1C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1601152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4D401C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1633538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50421C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1665922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52431C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1699260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52431C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1731645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50421C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1764982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4D401C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1797368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493D1C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1830705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42381C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1863090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39311C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1895475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2E291C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1928812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22201C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1961198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332D1C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1994535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40361C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2026920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4A3E1C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2060258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54451C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2092642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5C4B1B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2125980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624F1B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2158365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66521B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2191702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69541B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2224088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6A551B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2257425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69541B"/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2289810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65511B"/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2323148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5E4C1B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2355532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55451C"/>
              </a:solidFill>
            </a:ln>
          </p:spPr>
        </p:sp>
        <p:sp>
          <p:nvSpPr>
            <p:cNvPr id="56" name="Freeform 56"/>
            <p:cNvSpPr/>
            <p:nvPr/>
          </p:nvSpPr>
          <p:spPr>
            <a:xfrm>
              <a:off x="2388870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473C1C"/>
              </a:solidFill>
            </a:ln>
          </p:spPr>
        </p:sp>
        <p:sp>
          <p:nvSpPr>
            <p:cNvPr id="57" name="Freeform 57"/>
            <p:cNvSpPr/>
            <p:nvPr/>
          </p:nvSpPr>
          <p:spPr>
            <a:xfrm>
              <a:off x="2421255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342E1C"/>
              </a:solidFill>
            </a:ln>
          </p:spPr>
        </p:sp>
        <p:sp>
          <p:nvSpPr>
            <p:cNvPr id="58" name="Freeform 58"/>
            <p:cNvSpPr/>
            <p:nvPr/>
          </p:nvSpPr>
          <p:spPr>
            <a:xfrm>
              <a:off x="2454592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2B271C"/>
              </a:solidFill>
            </a:ln>
          </p:spPr>
        </p:sp>
        <p:sp>
          <p:nvSpPr>
            <p:cNvPr id="59" name="Freeform 59"/>
            <p:cNvSpPr/>
            <p:nvPr/>
          </p:nvSpPr>
          <p:spPr>
            <a:xfrm>
              <a:off x="2486978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463B1C"/>
              </a:solidFill>
            </a:ln>
          </p:spPr>
        </p:sp>
        <p:sp>
          <p:nvSpPr>
            <p:cNvPr id="60" name="Freeform 60"/>
            <p:cNvSpPr/>
            <p:nvPr/>
          </p:nvSpPr>
          <p:spPr>
            <a:xfrm>
              <a:off x="2519362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5D4B1B"/>
              </a:solidFill>
            </a:ln>
          </p:spPr>
        </p:sp>
        <p:sp>
          <p:nvSpPr>
            <p:cNvPr id="61" name="Freeform 61"/>
            <p:cNvSpPr/>
            <p:nvPr/>
          </p:nvSpPr>
          <p:spPr>
            <a:xfrm>
              <a:off x="2552700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715A1B"/>
              </a:solidFill>
            </a:ln>
          </p:spPr>
        </p:sp>
        <p:sp>
          <p:nvSpPr>
            <p:cNvPr id="62" name="Freeform 62"/>
            <p:cNvSpPr/>
            <p:nvPr/>
          </p:nvSpPr>
          <p:spPr>
            <a:xfrm>
              <a:off x="2585085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85691B"/>
              </a:solidFill>
            </a:ln>
          </p:spPr>
        </p:sp>
        <p:sp>
          <p:nvSpPr>
            <p:cNvPr id="63" name="Freeform 63"/>
            <p:cNvSpPr/>
            <p:nvPr/>
          </p:nvSpPr>
          <p:spPr>
            <a:xfrm>
              <a:off x="2618422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97761B"/>
              </a:solidFill>
            </a:ln>
          </p:spPr>
        </p:sp>
        <p:sp>
          <p:nvSpPr>
            <p:cNvPr id="64" name="Freeform 64"/>
            <p:cNvSpPr/>
            <p:nvPr/>
          </p:nvSpPr>
          <p:spPr>
            <a:xfrm>
              <a:off x="2650808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A9831B"/>
              </a:solidFill>
            </a:ln>
          </p:spPr>
        </p:sp>
        <p:sp>
          <p:nvSpPr>
            <p:cNvPr id="65" name="Freeform 65"/>
            <p:cNvSpPr/>
            <p:nvPr/>
          </p:nvSpPr>
          <p:spPr>
            <a:xfrm>
              <a:off x="2684145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B98F1B"/>
              </a:solidFill>
            </a:ln>
          </p:spPr>
        </p:sp>
        <p:sp>
          <p:nvSpPr>
            <p:cNvPr id="66" name="Freeform 66"/>
            <p:cNvSpPr/>
            <p:nvPr/>
          </p:nvSpPr>
          <p:spPr>
            <a:xfrm>
              <a:off x="2716530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C7991A"/>
              </a:solidFill>
            </a:ln>
          </p:spPr>
        </p:sp>
        <p:sp>
          <p:nvSpPr>
            <p:cNvPr id="67" name="Freeform 67"/>
            <p:cNvSpPr/>
            <p:nvPr/>
          </p:nvSpPr>
          <p:spPr>
            <a:xfrm>
              <a:off x="2748915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D5A31A"/>
              </a:solidFill>
            </a:ln>
          </p:spPr>
        </p:sp>
        <p:sp>
          <p:nvSpPr>
            <p:cNvPr id="68" name="Freeform 68"/>
            <p:cNvSpPr/>
            <p:nvPr/>
          </p:nvSpPr>
          <p:spPr>
            <a:xfrm>
              <a:off x="2782252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E0AC1A"/>
              </a:solidFill>
            </a:ln>
          </p:spPr>
        </p:sp>
        <p:sp>
          <p:nvSpPr>
            <p:cNvPr id="69" name="Freeform 69"/>
            <p:cNvSpPr/>
            <p:nvPr/>
          </p:nvSpPr>
          <p:spPr>
            <a:xfrm>
              <a:off x="2814638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EAB31A"/>
              </a:solidFill>
            </a:ln>
          </p:spPr>
        </p:sp>
        <p:sp>
          <p:nvSpPr>
            <p:cNvPr id="70" name="Freeform 70"/>
            <p:cNvSpPr/>
            <p:nvPr/>
          </p:nvSpPr>
          <p:spPr>
            <a:xfrm>
              <a:off x="2847975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F2B91A"/>
              </a:solidFill>
            </a:ln>
          </p:spPr>
        </p:sp>
        <p:sp>
          <p:nvSpPr>
            <p:cNvPr id="71" name="Freeform 71"/>
            <p:cNvSpPr/>
            <p:nvPr/>
          </p:nvSpPr>
          <p:spPr>
            <a:xfrm>
              <a:off x="2880360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F9BD1A"/>
              </a:solidFill>
            </a:ln>
          </p:spPr>
        </p:sp>
        <p:sp>
          <p:nvSpPr>
            <p:cNvPr id="72" name="Freeform 72"/>
            <p:cNvSpPr/>
            <p:nvPr/>
          </p:nvSpPr>
          <p:spPr>
            <a:xfrm>
              <a:off x="2913698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FDC01A"/>
              </a:solidFill>
            </a:ln>
          </p:spPr>
        </p:sp>
        <p:sp>
          <p:nvSpPr>
            <p:cNvPr id="73" name="Freeform 73"/>
            <p:cNvSpPr/>
            <p:nvPr/>
          </p:nvSpPr>
          <p:spPr>
            <a:xfrm>
              <a:off x="2947035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FFC21A"/>
              </a:solidFill>
            </a:ln>
          </p:spPr>
        </p:sp>
        <p:sp>
          <p:nvSpPr>
            <p:cNvPr id="74" name="Freeform 74"/>
            <p:cNvSpPr/>
            <p:nvPr/>
          </p:nvSpPr>
          <p:spPr>
            <a:xfrm>
              <a:off x="2979420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FFC21A"/>
              </a:solidFill>
            </a:ln>
          </p:spPr>
        </p:sp>
        <p:sp>
          <p:nvSpPr>
            <p:cNvPr id="75" name="Freeform 75"/>
            <p:cNvSpPr/>
            <p:nvPr/>
          </p:nvSpPr>
          <p:spPr>
            <a:xfrm>
              <a:off x="3012758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FDC01A"/>
              </a:solidFill>
            </a:ln>
          </p:spPr>
        </p:sp>
        <p:sp>
          <p:nvSpPr>
            <p:cNvPr id="76" name="Freeform 76"/>
            <p:cNvSpPr/>
            <p:nvPr/>
          </p:nvSpPr>
          <p:spPr>
            <a:xfrm>
              <a:off x="3045142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F9BD1A"/>
              </a:solidFill>
            </a:ln>
          </p:spPr>
        </p:sp>
        <p:sp>
          <p:nvSpPr>
            <p:cNvPr id="77" name="Freeform 77"/>
            <p:cNvSpPr/>
            <p:nvPr/>
          </p:nvSpPr>
          <p:spPr>
            <a:xfrm>
              <a:off x="3078480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F2B91A"/>
              </a:solidFill>
            </a:ln>
          </p:spPr>
        </p:sp>
        <p:sp>
          <p:nvSpPr>
            <p:cNvPr id="78" name="Freeform 78"/>
            <p:cNvSpPr/>
            <p:nvPr/>
          </p:nvSpPr>
          <p:spPr>
            <a:xfrm>
              <a:off x="3110865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EAB31A"/>
              </a:solidFill>
            </a:ln>
          </p:spPr>
        </p:sp>
        <p:sp>
          <p:nvSpPr>
            <p:cNvPr id="79" name="Freeform 79"/>
            <p:cNvSpPr/>
            <p:nvPr/>
          </p:nvSpPr>
          <p:spPr>
            <a:xfrm>
              <a:off x="3143250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E0AC1A"/>
              </a:solidFill>
            </a:ln>
          </p:spPr>
        </p:sp>
        <p:sp>
          <p:nvSpPr>
            <p:cNvPr id="80" name="Freeform 80"/>
            <p:cNvSpPr/>
            <p:nvPr/>
          </p:nvSpPr>
          <p:spPr>
            <a:xfrm>
              <a:off x="3176588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D5A31A"/>
              </a:solidFill>
            </a:ln>
          </p:spPr>
        </p:sp>
        <p:sp>
          <p:nvSpPr>
            <p:cNvPr id="81" name="Freeform 81"/>
            <p:cNvSpPr/>
            <p:nvPr/>
          </p:nvSpPr>
          <p:spPr>
            <a:xfrm>
              <a:off x="3208972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C7991A"/>
              </a:solidFill>
            </a:ln>
          </p:spPr>
        </p:sp>
        <p:sp>
          <p:nvSpPr>
            <p:cNvPr id="82" name="Freeform 82"/>
            <p:cNvSpPr/>
            <p:nvPr/>
          </p:nvSpPr>
          <p:spPr>
            <a:xfrm>
              <a:off x="3242310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B98F1B"/>
              </a:solidFill>
            </a:ln>
          </p:spPr>
        </p:sp>
        <p:sp>
          <p:nvSpPr>
            <p:cNvPr id="83" name="Freeform 83"/>
            <p:cNvSpPr/>
            <p:nvPr/>
          </p:nvSpPr>
          <p:spPr>
            <a:xfrm>
              <a:off x="3274695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A9831B"/>
              </a:solidFill>
            </a:ln>
          </p:spPr>
        </p:sp>
        <p:sp>
          <p:nvSpPr>
            <p:cNvPr id="84" name="Freeform 84"/>
            <p:cNvSpPr/>
            <p:nvPr/>
          </p:nvSpPr>
          <p:spPr>
            <a:xfrm>
              <a:off x="3308032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97761B"/>
              </a:solidFill>
            </a:ln>
          </p:spPr>
        </p:sp>
        <p:sp>
          <p:nvSpPr>
            <p:cNvPr id="85" name="Freeform 85"/>
            <p:cNvSpPr/>
            <p:nvPr/>
          </p:nvSpPr>
          <p:spPr>
            <a:xfrm>
              <a:off x="3340418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85691B"/>
              </a:solidFill>
            </a:ln>
          </p:spPr>
        </p:sp>
        <p:sp>
          <p:nvSpPr>
            <p:cNvPr id="86" name="Freeform 86"/>
            <p:cNvSpPr/>
            <p:nvPr/>
          </p:nvSpPr>
          <p:spPr>
            <a:xfrm>
              <a:off x="3372802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715A1B"/>
              </a:solidFill>
            </a:ln>
          </p:spPr>
        </p:sp>
        <p:sp>
          <p:nvSpPr>
            <p:cNvPr id="87" name="Freeform 87"/>
            <p:cNvSpPr/>
            <p:nvPr/>
          </p:nvSpPr>
          <p:spPr>
            <a:xfrm>
              <a:off x="3406140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5D4B1B"/>
              </a:solidFill>
            </a:ln>
          </p:spPr>
        </p:sp>
        <p:sp>
          <p:nvSpPr>
            <p:cNvPr id="88" name="Freeform 88"/>
            <p:cNvSpPr/>
            <p:nvPr/>
          </p:nvSpPr>
          <p:spPr>
            <a:xfrm>
              <a:off x="3438525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463B1C"/>
              </a:solidFill>
            </a:ln>
          </p:spPr>
        </p:sp>
        <p:sp>
          <p:nvSpPr>
            <p:cNvPr id="89" name="Freeform 89"/>
            <p:cNvSpPr/>
            <p:nvPr/>
          </p:nvSpPr>
          <p:spPr>
            <a:xfrm>
              <a:off x="3471862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2B271C"/>
              </a:solidFill>
            </a:ln>
          </p:spPr>
        </p:sp>
        <p:sp>
          <p:nvSpPr>
            <p:cNvPr id="90" name="Freeform 90"/>
            <p:cNvSpPr/>
            <p:nvPr/>
          </p:nvSpPr>
          <p:spPr>
            <a:xfrm>
              <a:off x="3504248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342E1C"/>
              </a:solidFill>
            </a:ln>
          </p:spPr>
        </p:sp>
        <p:sp>
          <p:nvSpPr>
            <p:cNvPr id="91" name="Freeform 91"/>
            <p:cNvSpPr/>
            <p:nvPr/>
          </p:nvSpPr>
          <p:spPr>
            <a:xfrm>
              <a:off x="3537585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473C1C"/>
              </a:solidFill>
            </a:ln>
          </p:spPr>
        </p:sp>
        <p:sp>
          <p:nvSpPr>
            <p:cNvPr id="92" name="Freeform 92"/>
            <p:cNvSpPr/>
            <p:nvPr/>
          </p:nvSpPr>
          <p:spPr>
            <a:xfrm>
              <a:off x="3569970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55451C"/>
              </a:solidFill>
            </a:ln>
          </p:spPr>
        </p:sp>
        <p:sp>
          <p:nvSpPr>
            <p:cNvPr id="93" name="Freeform 93"/>
            <p:cNvSpPr/>
            <p:nvPr/>
          </p:nvSpPr>
          <p:spPr>
            <a:xfrm>
              <a:off x="3603308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5E4C1B"/>
              </a:solidFill>
            </a:ln>
          </p:spPr>
        </p:sp>
        <p:sp>
          <p:nvSpPr>
            <p:cNvPr id="94" name="Freeform 94"/>
            <p:cNvSpPr/>
            <p:nvPr/>
          </p:nvSpPr>
          <p:spPr>
            <a:xfrm>
              <a:off x="3635692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65511B"/>
              </a:solidFill>
            </a:ln>
          </p:spPr>
        </p:sp>
        <p:sp>
          <p:nvSpPr>
            <p:cNvPr id="95" name="Freeform 95"/>
            <p:cNvSpPr/>
            <p:nvPr/>
          </p:nvSpPr>
          <p:spPr>
            <a:xfrm>
              <a:off x="3669030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69541B"/>
              </a:solidFill>
            </a:ln>
          </p:spPr>
        </p:sp>
        <p:sp>
          <p:nvSpPr>
            <p:cNvPr id="96" name="Freeform 96"/>
            <p:cNvSpPr/>
            <p:nvPr/>
          </p:nvSpPr>
          <p:spPr>
            <a:xfrm>
              <a:off x="3701415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6A551B"/>
              </a:solidFill>
            </a:ln>
          </p:spPr>
        </p:sp>
        <p:sp>
          <p:nvSpPr>
            <p:cNvPr id="97" name="Freeform 97"/>
            <p:cNvSpPr/>
            <p:nvPr/>
          </p:nvSpPr>
          <p:spPr>
            <a:xfrm>
              <a:off x="3734752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69541B"/>
              </a:solidFill>
            </a:ln>
          </p:spPr>
        </p:sp>
        <p:sp>
          <p:nvSpPr>
            <p:cNvPr id="98" name="Freeform 98"/>
            <p:cNvSpPr/>
            <p:nvPr/>
          </p:nvSpPr>
          <p:spPr>
            <a:xfrm>
              <a:off x="3767138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66521B"/>
              </a:solidFill>
            </a:ln>
          </p:spPr>
        </p:sp>
        <p:sp>
          <p:nvSpPr>
            <p:cNvPr id="99" name="Freeform 99"/>
            <p:cNvSpPr/>
            <p:nvPr/>
          </p:nvSpPr>
          <p:spPr>
            <a:xfrm>
              <a:off x="3800475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624F1B"/>
              </a:solidFill>
            </a:ln>
          </p:spPr>
        </p:sp>
        <p:sp>
          <p:nvSpPr>
            <p:cNvPr id="100" name="Freeform 100"/>
            <p:cNvSpPr/>
            <p:nvPr/>
          </p:nvSpPr>
          <p:spPr>
            <a:xfrm>
              <a:off x="3832860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5C4B1B"/>
              </a:solidFill>
            </a:ln>
          </p:spPr>
        </p:sp>
        <p:sp>
          <p:nvSpPr>
            <p:cNvPr id="101" name="Freeform 101"/>
            <p:cNvSpPr/>
            <p:nvPr/>
          </p:nvSpPr>
          <p:spPr>
            <a:xfrm>
              <a:off x="3866198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54451C"/>
              </a:solidFill>
            </a:ln>
          </p:spPr>
        </p:sp>
        <p:sp>
          <p:nvSpPr>
            <p:cNvPr id="102" name="Freeform 102"/>
            <p:cNvSpPr/>
            <p:nvPr/>
          </p:nvSpPr>
          <p:spPr>
            <a:xfrm>
              <a:off x="3898582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4A3E1C"/>
              </a:solidFill>
            </a:ln>
          </p:spPr>
        </p:sp>
        <p:sp>
          <p:nvSpPr>
            <p:cNvPr id="103" name="Freeform 103"/>
            <p:cNvSpPr/>
            <p:nvPr/>
          </p:nvSpPr>
          <p:spPr>
            <a:xfrm>
              <a:off x="3931920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40361C"/>
              </a:solidFill>
            </a:ln>
          </p:spPr>
        </p:sp>
        <p:sp>
          <p:nvSpPr>
            <p:cNvPr id="104" name="Freeform 104"/>
            <p:cNvSpPr/>
            <p:nvPr/>
          </p:nvSpPr>
          <p:spPr>
            <a:xfrm>
              <a:off x="3964305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332D1C"/>
              </a:solidFill>
            </a:ln>
          </p:spPr>
        </p:sp>
        <p:sp>
          <p:nvSpPr>
            <p:cNvPr id="105" name="Freeform 105"/>
            <p:cNvSpPr/>
            <p:nvPr/>
          </p:nvSpPr>
          <p:spPr>
            <a:xfrm>
              <a:off x="3996690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22201C"/>
              </a:solidFill>
            </a:ln>
          </p:spPr>
        </p:sp>
        <p:sp>
          <p:nvSpPr>
            <p:cNvPr id="106" name="Freeform 106"/>
            <p:cNvSpPr/>
            <p:nvPr/>
          </p:nvSpPr>
          <p:spPr>
            <a:xfrm>
              <a:off x="4030028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2E291C"/>
              </a:solidFill>
            </a:ln>
          </p:spPr>
        </p:sp>
        <p:sp>
          <p:nvSpPr>
            <p:cNvPr id="107" name="Freeform 107"/>
            <p:cNvSpPr/>
            <p:nvPr/>
          </p:nvSpPr>
          <p:spPr>
            <a:xfrm>
              <a:off x="4062412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39311C"/>
              </a:solidFill>
            </a:ln>
          </p:spPr>
        </p:sp>
        <p:sp>
          <p:nvSpPr>
            <p:cNvPr id="108" name="Freeform 108"/>
            <p:cNvSpPr/>
            <p:nvPr/>
          </p:nvSpPr>
          <p:spPr>
            <a:xfrm>
              <a:off x="4095750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42381C"/>
              </a:solidFill>
            </a:ln>
          </p:spPr>
        </p:sp>
        <p:sp>
          <p:nvSpPr>
            <p:cNvPr id="109" name="Freeform 109"/>
            <p:cNvSpPr/>
            <p:nvPr/>
          </p:nvSpPr>
          <p:spPr>
            <a:xfrm>
              <a:off x="4128135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493D1C"/>
              </a:solidFill>
            </a:ln>
          </p:spPr>
        </p:sp>
        <p:sp>
          <p:nvSpPr>
            <p:cNvPr id="110" name="Freeform 110"/>
            <p:cNvSpPr/>
            <p:nvPr/>
          </p:nvSpPr>
          <p:spPr>
            <a:xfrm>
              <a:off x="4161472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4D401C"/>
              </a:solidFill>
            </a:ln>
          </p:spPr>
        </p:sp>
        <p:sp>
          <p:nvSpPr>
            <p:cNvPr id="111" name="Freeform 111"/>
            <p:cNvSpPr/>
            <p:nvPr/>
          </p:nvSpPr>
          <p:spPr>
            <a:xfrm>
              <a:off x="4193858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50421C"/>
              </a:solidFill>
            </a:ln>
          </p:spPr>
        </p:sp>
        <p:sp>
          <p:nvSpPr>
            <p:cNvPr id="112" name="Freeform 112"/>
            <p:cNvSpPr/>
            <p:nvPr/>
          </p:nvSpPr>
          <p:spPr>
            <a:xfrm>
              <a:off x="4226242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52431C"/>
              </a:solidFill>
            </a:ln>
          </p:spPr>
        </p:sp>
        <p:sp>
          <p:nvSpPr>
            <p:cNvPr id="113" name="Freeform 113"/>
            <p:cNvSpPr/>
            <p:nvPr/>
          </p:nvSpPr>
          <p:spPr>
            <a:xfrm>
              <a:off x="4259580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52431C"/>
              </a:solidFill>
            </a:ln>
          </p:spPr>
        </p:sp>
        <p:sp>
          <p:nvSpPr>
            <p:cNvPr id="114" name="Freeform 114"/>
            <p:cNvSpPr/>
            <p:nvPr/>
          </p:nvSpPr>
          <p:spPr>
            <a:xfrm>
              <a:off x="4291965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50421C"/>
              </a:solidFill>
            </a:ln>
          </p:spPr>
        </p:sp>
        <p:sp>
          <p:nvSpPr>
            <p:cNvPr id="115" name="Freeform 115"/>
            <p:cNvSpPr/>
            <p:nvPr/>
          </p:nvSpPr>
          <p:spPr>
            <a:xfrm>
              <a:off x="4325302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4D401C"/>
              </a:solidFill>
            </a:ln>
          </p:spPr>
        </p:sp>
        <p:sp>
          <p:nvSpPr>
            <p:cNvPr id="116" name="Freeform 116"/>
            <p:cNvSpPr/>
            <p:nvPr/>
          </p:nvSpPr>
          <p:spPr>
            <a:xfrm>
              <a:off x="4357688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493D1C"/>
              </a:solidFill>
            </a:ln>
          </p:spPr>
        </p:sp>
        <p:sp>
          <p:nvSpPr>
            <p:cNvPr id="117" name="Freeform 117"/>
            <p:cNvSpPr/>
            <p:nvPr/>
          </p:nvSpPr>
          <p:spPr>
            <a:xfrm>
              <a:off x="4391025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44391C"/>
              </a:solidFill>
            </a:ln>
          </p:spPr>
        </p:sp>
        <p:sp>
          <p:nvSpPr>
            <p:cNvPr id="118" name="Freeform 118"/>
            <p:cNvSpPr/>
            <p:nvPr/>
          </p:nvSpPr>
          <p:spPr>
            <a:xfrm>
              <a:off x="4423410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3D341C"/>
              </a:solidFill>
            </a:ln>
          </p:spPr>
        </p:sp>
        <p:sp>
          <p:nvSpPr>
            <p:cNvPr id="119" name="Freeform 119"/>
            <p:cNvSpPr/>
            <p:nvPr/>
          </p:nvSpPr>
          <p:spPr>
            <a:xfrm>
              <a:off x="4456748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352E1C"/>
              </a:solidFill>
            </a:ln>
          </p:spPr>
        </p:sp>
        <p:sp>
          <p:nvSpPr>
            <p:cNvPr id="120" name="Freeform 120"/>
            <p:cNvSpPr/>
            <p:nvPr/>
          </p:nvSpPr>
          <p:spPr>
            <a:xfrm>
              <a:off x="4490085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2B271C"/>
              </a:solidFill>
            </a:ln>
          </p:spPr>
        </p:sp>
        <p:sp>
          <p:nvSpPr>
            <p:cNvPr id="121" name="Freeform 121"/>
            <p:cNvSpPr/>
            <p:nvPr/>
          </p:nvSpPr>
          <p:spPr>
            <a:xfrm>
              <a:off x="4522470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1D1C1C"/>
              </a:solidFill>
            </a:ln>
          </p:spPr>
        </p:sp>
        <p:sp>
          <p:nvSpPr>
            <p:cNvPr id="122" name="Freeform 122"/>
            <p:cNvSpPr/>
            <p:nvPr/>
          </p:nvSpPr>
          <p:spPr>
            <a:xfrm>
              <a:off x="4555808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2B271C"/>
              </a:solidFill>
            </a:ln>
          </p:spPr>
        </p:sp>
        <p:sp>
          <p:nvSpPr>
            <p:cNvPr id="123" name="Freeform 123"/>
            <p:cNvSpPr/>
            <p:nvPr/>
          </p:nvSpPr>
          <p:spPr>
            <a:xfrm>
              <a:off x="4588192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342D1C"/>
              </a:solidFill>
            </a:ln>
          </p:spPr>
        </p:sp>
        <p:sp>
          <p:nvSpPr>
            <p:cNvPr id="124" name="Freeform 124"/>
            <p:cNvSpPr/>
            <p:nvPr/>
          </p:nvSpPr>
          <p:spPr>
            <a:xfrm>
              <a:off x="4621530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3A321C"/>
              </a:solidFill>
            </a:ln>
          </p:spPr>
        </p:sp>
        <p:sp>
          <p:nvSpPr>
            <p:cNvPr id="125" name="Freeform 125"/>
            <p:cNvSpPr/>
            <p:nvPr/>
          </p:nvSpPr>
          <p:spPr>
            <a:xfrm>
              <a:off x="4653915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3F361C"/>
              </a:solidFill>
            </a:ln>
          </p:spPr>
        </p:sp>
        <p:sp>
          <p:nvSpPr>
            <p:cNvPr id="126" name="Freeform 126"/>
            <p:cNvSpPr/>
            <p:nvPr/>
          </p:nvSpPr>
          <p:spPr>
            <a:xfrm>
              <a:off x="4686300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43381C"/>
              </a:solidFill>
            </a:ln>
          </p:spPr>
        </p:sp>
        <p:sp>
          <p:nvSpPr>
            <p:cNvPr id="127" name="Freeform 127"/>
            <p:cNvSpPr/>
            <p:nvPr/>
          </p:nvSpPr>
          <p:spPr>
            <a:xfrm>
              <a:off x="4719638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453A1C"/>
              </a:solidFill>
            </a:ln>
          </p:spPr>
        </p:sp>
        <p:sp>
          <p:nvSpPr>
            <p:cNvPr id="128" name="Freeform 128"/>
            <p:cNvSpPr/>
            <p:nvPr/>
          </p:nvSpPr>
          <p:spPr>
            <a:xfrm>
              <a:off x="4752022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463B1C"/>
              </a:solidFill>
            </a:ln>
          </p:spPr>
        </p:sp>
        <p:sp>
          <p:nvSpPr>
            <p:cNvPr id="129" name="Freeform 129"/>
            <p:cNvSpPr/>
            <p:nvPr/>
          </p:nvSpPr>
          <p:spPr>
            <a:xfrm>
              <a:off x="4785360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463B1C"/>
              </a:solidFill>
            </a:ln>
          </p:spPr>
        </p:sp>
        <p:sp>
          <p:nvSpPr>
            <p:cNvPr id="130" name="Freeform 130"/>
            <p:cNvSpPr/>
            <p:nvPr/>
          </p:nvSpPr>
          <p:spPr>
            <a:xfrm>
              <a:off x="4817745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453A1C"/>
              </a:solidFill>
            </a:ln>
          </p:spPr>
        </p:sp>
        <p:sp>
          <p:nvSpPr>
            <p:cNvPr id="131" name="Freeform 131"/>
            <p:cNvSpPr/>
            <p:nvPr/>
          </p:nvSpPr>
          <p:spPr>
            <a:xfrm>
              <a:off x="4850130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43381C"/>
              </a:solidFill>
            </a:ln>
          </p:spPr>
        </p:sp>
        <p:sp>
          <p:nvSpPr>
            <p:cNvPr id="132" name="Freeform 132"/>
            <p:cNvSpPr/>
            <p:nvPr/>
          </p:nvSpPr>
          <p:spPr>
            <a:xfrm>
              <a:off x="4883468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3F361C"/>
              </a:solidFill>
            </a:ln>
          </p:spPr>
        </p:sp>
        <p:sp>
          <p:nvSpPr>
            <p:cNvPr id="133" name="Freeform 133"/>
            <p:cNvSpPr/>
            <p:nvPr/>
          </p:nvSpPr>
          <p:spPr>
            <a:xfrm>
              <a:off x="4915852" y="3878580"/>
              <a:ext cx="9525" cy="349567"/>
            </a:xfrm>
            <a:custGeom>
              <a:avLst/>
              <a:gdLst/>
              <a:ahLst/>
              <a:cxnLst/>
              <a:rect l="l" t="t" r="r" b="b"/>
              <a:pathLst>
                <a:path w="9525" h="349567">
                  <a:moveTo>
                    <a:pt x="0" y="0"/>
                  </a:moveTo>
                  <a:lnTo>
                    <a:pt x="0" y="349567"/>
                  </a:lnTo>
                </a:path>
              </a:pathLst>
            </a:custGeom>
            <a:noFill/>
            <a:ln w="61436">
              <a:solidFill>
                <a:srgbClr val="3B331C"/>
              </a:solidFill>
            </a:ln>
          </p:spPr>
        </p:sp>
        <p:sp>
          <p:nvSpPr>
            <p:cNvPr id="134" name="Freeform 134"/>
            <p:cNvSpPr/>
            <p:nvPr/>
          </p:nvSpPr>
          <p:spPr>
            <a:xfrm>
              <a:off x="1403985" y="4297680"/>
              <a:ext cx="9525" cy="80962"/>
            </a:xfrm>
            <a:custGeom>
              <a:avLst/>
              <a:gdLst/>
              <a:ahLst/>
              <a:cxnLst/>
              <a:rect l="l" t="t" r="r" b="b"/>
              <a:pathLst>
                <a:path w="9525" h="80962">
                  <a:moveTo>
                    <a:pt x="0" y="0"/>
                  </a:moveTo>
                  <a:lnTo>
                    <a:pt x="0" y="80962"/>
                  </a:lnTo>
                </a:path>
              </a:pathLst>
            </a:custGeom>
            <a:noFill/>
            <a:ln w="19050">
              <a:solidFill>
                <a:srgbClr val="B42318"/>
              </a:solidFill>
            </a:ln>
          </p:spPr>
        </p:sp>
        <p:sp>
          <p:nvSpPr>
            <p:cNvPr id="135" name="Freeform 135"/>
            <p:cNvSpPr/>
            <p:nvPr/>
          </p:nvSpPr>
          <p:spPr>
            <a:xfrm>
              <a:off x="1923098" y="4297680"/>
              <a:ext cx="9525" cy="80962"/>
            </a:xfrm>
            <a:custGeom>
              <a:avLst/>
              <a:gdLst/>
              <a:ahLst/>
              <a:cxnLst/>
              <a:rect l="l" t="t" r="r" b="b"/>
              <a:pathLst>
                <a:path w="9525" h="80962">
                  <a:moveTo>
                    <a:pt x="0" y="0"/>
                  </a:moveTo>
                  <a:lnTo>
                    <a:pt x="0" y="80962"/>
                  </a:lnTo>
                </a:path>
              </a:pathLst>
            </a:custGeom>
            <a:noFill/>
            <a:ln w="19050">
              <a:solidFill>
                <a:srgbClr val="5B6475"/>
              </a:solidFill>
            </a:ln>
          </p:spPr>
        </p:sp>
        <p:sp>
          <p:nvSpPr>
            <p:cNvPr id="136" name="Freeform 136"/>
            <p:cNvSpPr/>
            <p:nvPr/>
          </p:nvSpPr>
          <p:spPr>
            <a:xfrm>
              <a:off x="2443162" y="4297680"/>
              <a:ext cx="9525" cy="80962"/>
            </a:xfrm>
            <a:custGeom>
              <a:avLst/>
              <a:gdLst/>
              <a:ahLst/>
              <a:cxnLst/>
              <a:rect l="l" t="t" r="r" b="b"/>
              <a:pathLst>
                <a:path w="9525" h="80962">
                  <a:moveTo>
                    <a:pt x="0" y="0"/>
                  </a:moveTo>
                  <a:lnTo>
                    <a:pt x="0" y="80962"/>
                  </a:lnTo>
                </a:path>
              </a:pathLst>
            </a:custGeom>
            <a:noFill/>
            <a:ln w="19050">
              <a:solidFill>
                <a:srgbClr val="5B6475"/>
              </a:solidFill>
            </a:ln>
          </p:spPr>
        </p:sp>
        <p:sp>
          <p:nvSpPr>
            <p:cNvPr id="137" name="Freeform 137"/>
            <p:cNvSpPr/>
            <p:nvPr/>
          </p:nvSpPr>
          <p:spPr>
            <a:xfrm>
              <a:off x="3482340" y="4297680"/>
              <a:ext cx="9525" cy="80962"/>
            </a:xfrm>
            <a:custGeom>
              <a:avLst/>
              <a:gdLst/>
              <a:ahLst/>
              <a:cxnLst/>
              <a:rect l="l" t="t" r="r" b="b"/>
              <a:pathLst>
                <a:path w="9525" h="80962">
                  <a:moveTo>
                    <a:pt x="0" y="0"/>
                  </a:moveTo>
                  <a:lnTo>
                    <a:pt x="0" y="80962"/>
                  </a:lnTo>
                </a:path>
              </a:pathLst>
            </a:custGeom>
            <a:noFill/>
            <a:ln w="19050">
              <a:solidFill>
                <a:srgbClr val="5B6475"/>
              </a:solidFill>
            </a:ln>
          </p:spPr>
        </p:sp>
        <p:sp>
          <p:nvSpPr>
            <p:cNvPr id="138" name="Freeform 138"/>
            <p:cNvSpPr/>
            <p:nvPr/>
          </p:nvSpPr>
          <p:spPr>
            <a:xfrm>
              <a:off x="4002405" y="4297680"/>
              <a:ext cx="9525" cy="80962"/>
            </a:xfrm>
            <a:custGeom>
              <a:avLst/>
              <a:gdLst/>
              <a:ahLst/>
              <a:cxnLst/>
              <a:rect l="l" t="t" r="r" b="b"/>
              <a:pathLst>
                <a:path w="9525" h="80962">
                  <a:moveTo>
                    <a:pt x="0" y="0"/>
                  </a:moveTo>
                  <a:lnTo>
                    <a:pt x="0" y="80962"/>
                  </a:lnTo>
                </a:path>
              </a:pathLst>
            </a:custGeom>
            <a:noFill/>
            <a:ln w="19050">
              <a:solidFill>
                <a:srgbClr val="5B6475"/>
              </a:solidFill>
            </a:ln>
          </p:spPr>
        </p:sp>
        <p:sp>
          <p:nvSpPr>
            <p:cNvPr id="139" name="Freeform 139"/>
            <p:cNvSpPr/>
            <p:nvPr/>
          </p:nvSpPr>
          <p:spPr>
            <a:xfrm>
              <a:off x="4522470" y="4297680"/>
              <a:ext cx="9525" cy="80962"/>
            </a:xfrm>
            <a:custGeom>
              <a:avLst/>
              <a:gdLst/>
              <a:ahLst/>
              <a:cxnLst/>
              <a:rect l="l" t="t" r="r" b="b"/>
              <a:pathLst>
                <a:path w="9525" h="80962">
                  <a:moveTo>
                    <a:pt x="0" y="0"/>
                  </a:moveTo>
                  <a:lnTo>
                    <a:pt x="0" y="80962"/>
                  </a:lnTo>
                </a:path>
              </a:pathLst>
            </a:custGeom>
            <a:noFill/>
            <a:ln w="19050">
              <a:solidFill>
                <a:srgbClr val="B42318"/>
              </a:solidFill>
            </a:ln>
          </p:spPr>
        </p:sp>
        <p:sp>
          <p:nvSpPr>
            <p:cNvPr id="140" name="Freeform 140"/>
            <p:cNvSpPr/>
            <p:nvPr/>
          </p:nvSpPr>
          <p:spPr>
            <a:xfrm>
              <a:off x="1508760" y="4690110"/>
              <a:ext cx="2908935" cy="9525"/>
            </a:xfrm>
            <a:custGeom>
              <a:avLst/>
              <a:gdLst/>
              <a:ahLst/>
              <a:cxnLst/>
              <a:rect l="l" t="t" r="r" b="b"/>
              <a:pathLst>
                <a:path w="2908935" h="9525">
                  <a:moveTo>
                    <a:pt x="0" y="0"/>
                  </a:moveTo>
                  <a:lnTo>
                    <a:pt x="2908935" y="0"/>
                  </a:ln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141" name="Freeform 141"/>
            <p:cNvSpPr/>
            <p:nvPr/>
          </p:nvSpPr>
          <p:spPr>
            <a:xfrm>
              <a:off x="4417695" y="464248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142" name="Freeform 142"/>
            <p:cNvSpPr/>
            <p:nvPr/>
          </p:nvSpPr>
          <p:spPr>
            <a:xfrm>
              <a:off x="1413510" y="464248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143" name="TextBox 143"/>
            <p:cNvSpPr txBox="1"/>
            <p:nvPr/>
          </p:nvSpPr>
          <p:spPr>
            <a:xfrm>
              <a:off x="1335473" y="4430554"/>
              <a:ext cx="1370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−3</a:t>
              </a:r>
            </a:p>
          </p:txBody>
        </p:sp>
        <p:sp>
          <p:nvSpPr>
            <p:cNvPr id="144" name="TextBox 144"/>
            <p:cNvSpPr txBox="1"/>
            <p:nvPr/>
          </p:nvSpPr>
          <p:spPr>
            <a:xfrm>
              <a:off x="1854586" y="4430554"/>
              <a:ext cx="1370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−2</a:t>
              </a:r>
            </a:p>
          </p:txBody>
        </p:sp>
        <p:sp>
          <p:nvSpPr>
            <p:cNvPr id="145" name="TextBox 145"/>
            <p:cNvSpPr txBox="1"/>
            <p:nvPr/>
          </p:nvSpPr>
          <p:spPr>
            <a:xfrm>
              <a:off x="2374651" y="4430554"/>
              <a:ext cx="1370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−1</a:t>
              </a:r>
            </a:p>
          </p:txBody>
        </p:sp>
        <p:sp>
          <p:nvSpPr>
            <p:cNvPr id="146" name="TextBox 146"/>
            <p:cNvSpPr txBox="1"/>
            <p:nvPr/>
          </p:nvSpPr>
          <p:spPr>
            <a:xfrm>
              <a:off x="3445703" y="4430554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7" name="TextBox 147"/>
            <p:cNvSpPr txBox="1"/>
            <p:nvPr/>
          </p:nvSpPr>
          <p:spPr>
            <a:xfrm>
              <a:off x="3965768" y="4430554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8" name="TextBox 148"/>
            <p:cNvSpPr txBox="1"/>
            <p:nvPr/>
          </p:nvSpPr>
          <p:spPr>
            <a:xfrm>
              <a:off x="4485833" y="4430554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9" name="TextBox 149"/>
            <p:cNvSpPr txBox="1"/>
            <p:nvPr/>
          </p:nvSpPr>
          <p:spPr>
            <a:xfrm>
              <a:off x="2912539" y="4430554"/>
              <a:ext cx="10137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150" name="TextBox 150"/>
            <p:cNvSpPr txBox="1"/>
            <p:nvPr/>
          </p:nvSpPr>
          <p:spPr>
            <a:xfrm>
              <a:off x="2010420" y="4785836"/>
              <a:ext cx="190561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两个第三级暗纹相距 Δx = 2x₃ = 3 mm</a:t>
              </a:r>
            </a:p>
          </p:txBody>
        </p:sp>
        <p:sp>
          <p:nvSpPr>
            <p:cNvPr id="151" name="TextBox 151"/>
            <p:cNvSpPr txBox="1"/>
            <p:nvPr/>
          </p:nvSpPr>
          <p:spPr>
            <a:xfrm>
              <a:off x="2555547" y="5001101"/>
              <a:ext cx="81536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暗纹 xₖ = kfλ/a</a:t>
              </a:r>
            </a:p>
          </p:txBody>
        </p:sp>
      </p:grpSp>
      <p:grpSp>
        <p:nvGrpSpPr>
          <p:cNvPr id="166" name="c2-steps-1"/>
          <p:cNvGrpSpPr/>
          <p:nvPr/>
        </p:nvGrpSpPr>
        <p:grpSpPr>
          <a:xfrm>
            <a:off x="5707380" y="1533525"/>
            <a:ext cx="4961824" cy="1685449"/>
            <a:chOff x="5707380" y="1533525"/>
            <a:chExt cx="4961824" cy="1685449"/>
          </a:xfrm>
        </p:grpSpPr>
        <p:sp>
          <p:nvSpPr>
            <p:cNvPr id="153" name="Rectangle 153"/>
            <p:cNvSpPr/>
            <p:nvPr/>
          </p:nvSpPr>
          <p:spPr>
            <a:xfrm>
              <a:off x="5840730" y="1676400"/>
              <a:ext cx="19050" cy="11658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4" name="Ellipse 154"/>
            <p:cNvSpPr/>
            <p:nvPr/>
          </p:nvSpPr>
          <p:spPr>
            <a:xfrm>
              <a:off x="5707380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5" name="TextBox 155"/>
            <p:cNvSpPr txBox="1"/>
            <p:nvPr/>
          </p:nvSpPr>
          <p:spPr>
            <a:xfrm>
              <a:off x="580100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6" name="Ellipse 156"/>
            <p:cNvSpPr/>
            <p:nvPr/>
          </p:nvSpPr>
          <p:spPr>
            <a:xfrm>
              <a:off x="5707380" y="211645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7" name="TextBox 157"/>
            <p:cNvSpPr txBox="1"/>
            <p:nvPr/>
          </p:nvSpPr>
          <p:spPr>
            <a:xfrm>
              <a:off x="5801004" y="21902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58" name="Ellipse 158"/>
            <p:cNvSpPr/>
            <p:nvPr/>
          </p:nvSpPr>
          <p:spPr>
            <a:xfrm>
              <a:off x="5707380" y="269938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9" name="TextBox 159"/>
            <p:cNvSpPr txBox="1"/>
            <p:nvPr/>
          </p:nvSpPr>
          <p:spPr>
            <a:xfrm>
              <a:off x="5801004" y="27732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0" name="TextBox 160"/>
            <p:cNvSpPr txBox="1"/>
            <p:nvPr/>
          </p:nvSpPr>
          <p:spPr>
            <a:xfrm>
              <a:off x="6119622" y="1564957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暗纹位置</a:t>
              </a:r>
            </a:p>
          </p:txBody>
        </p:sp>
        <p:sp>
          <p:nvSpPr>
            <p:cNvPr id="161" name="TextBox 161"/>
            <p:cNvSpPr txBox="1"/>
            <p:nvPr/>
          </p:nvSpPr>
          <p:spPr>
            <a:xfrm>
              <a:off x="6120765" y="1833086"/>
              <a:ext cx="18584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xₖ = 2k · fλ/(2a) = kfλ/a</a:t>
              </a:r>
            </a:p>
          </p:txBody>
        </p:sp>
        <p:sp>
          <p:nvSpPr>
            <p:cNvPr id="162" name="TextBox 162"/>
            <p:cNvSpPr txBox="1"/>
            <p:nvPr/>
          </p:nvSpPr>
          <p:spPr>
            <a:xfrm>
              <a:off x="6119622" y="214788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两个第三级暗纹</a:t>
              </a:r>
            </a:p>
          </p:txBody>
        </p:sp>
        <p:sp>
          <p:nvSpPr>
            <p:cNvPr id="163" name="TextBox 163"/>
            <p:cNvSpPr txBox="1"/>
            <p:nvPr/>
          </p:nvSpPr>
          <p:spPr>
            <a:xfrm>
              <a:off x="6120765" y="2416016"/>
              <a:ext cx="24047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在中央两侧对称，Δx = 2x₃ = 6fλ/a</a:t>
              </a:r>
            </a:p>
          </p:txBody>
        </p:sp>
        <p:sp>
          <p:nvSpPr>
            <p:cNvPr id="164" name="TextBox 164"/>
            <p:cNvSpPr txBox="1"/>
            <p:nvPr/>
          </p:nvSpPr>
          <p:spPr>
            <a:xfrm>
              <a:off x="6119622" y="273081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求波长</a:t>
              </a:r>
            </a:p>
          </p:txBody>
        </p:sp>
        <p:sp>
          <p:nvSpPr>
            <p:cNvPr id="165" name="TextBox 165"/>
            <p:cNvSpPr txBox="1"/>
            <p:nvPr/>
          </p:nvSpPr>
          <p:spPr>
            <a:xfrm>
              <a:off x="6120765" y="2998946"/>
              <a:ext cx="45484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 = aΔx/(6f) = 0.25×10⁻³ × 3×10⁻³/(6 × 0.25) m = 5.0×10⁻⁷ m</a:t>
              </a:r>
            </a:p>
          </p:txBody>
        </p:sp>
      </p:grpSp>
      <p:grpSp>
        <p:nvGrpSpPr>
          <p:cNvPr id="171" name="c2-card-2"/>
          <p:cNvGrpSpPr/>
          <p:nvPr/>
        </p:nvGrpSpPr>
        <p:grpSpPr>
          <a:xfrm>
            <a:off x="5707380" y="3382328"/>
            <a:ext cx="5951220" cy="928688"/>
            <a:chOff x="5707380" y="3382328"/>
            <a:chExt cx="5951220" cy="928688"/>
          </a:xfrm>
        </p:grpSpPr>
        <p:sp>
          <p:nvSpPr>
            <p:cNvPr id="167" name="Rectangle 167"/>
            <p:cNvSpPr/>
            <p:nvPr/>
          </p:nvSpPr>
          <p:spPr>
            <a:xfrm>
              <a:off x="5707380" y="3382328"/>
              <a:ext cx="5951220" cy="928688"/>
            </a:xfrm>
            <a:prstGeom prst="roundRect">
              <a:avLst>
                <a:gd name="adj" fmla="val 14359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8" name="Rectangle 168"/>
            <p:cNvSpPr/>
            <p:nvPr/>
          </p:nvSpPr>
          <p:spPr>
            <a:xfrm>
              <a:off x="5894070" y="3569018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169" name="TextBox 169"/>
            <p:cNvSpPr txBox="1"/>
            <p:nvPr/>
          </p:nvSpPr>
          <p:spPr>
            <a:xfrm>
              <a:off x="5989841" y="3601879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</a:t>
              </a:r>
            </a:p>
          </p:txBody>
        </p:sp>
        <p:sp>
          <p:nvSpPr>
            <p:cNvPr id="170" name="TextBox 170"/>
            <p:cNvSpPr txBox="1"/>
            <p:nvPr/>
          </p:nvSpPr>
          <p:spPr>
            <a:xfrm>
              <a:off x="5887212" y="3913822"/>
              <a:ext cx="10950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λ = 500 nm。</a:t>
              </a:r>
            </a:p>
          </p:txBody>
        </p:sp>
      </p:grpSp>
      <p:grpSp>
        <p:nvGrpSpPr>
          <p:cNvPr id="177" name="c2-card-3"/>
          <p:cNvGrpSpPr/>
          <p:nvPr/>
        </p:nvGrpSpPr>
        <p:grpSpPr>
          <a:xfrm>
            <a:off x="5707380" y="4480560"/>
            <a:ext cx="5951220" cy="1185862"/>
            <a:chOff x="5707380" y="4480560"/>
            <a:chExt cx="5951220" cy="1185862"/>
          </a:xfrm>
        </p:grpSpPr>
        <p:sp>
          <p:nvSpPr>
            <p:cNvPr id="172" name="Rectangle 172"/>
            <p:cNvSpPr/>
            <p:nvPr/>
          </p:nvSpPr>
          <p:spPr>
            <a:xfrm>
              <a:off x="5707380" y="4480560"/>
              <a:ext cx="5951220" cy="1185862"/>
            </a:xfrm>
            <a:prstGeom prst="roundRect">
              <a:avLst>
                <a:gd name="adj" fmla="val 112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3" name="Rectangle 173"/>
            <p:cNvSpPr/>
            <p:nvPr/>
          </p:nvSpPr>
          <p:spPr>
            <a:xfrm>
              <a:off x="5716905" y="4613910"/>
              <a:ext cx="47625" cy="91916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74" name="Rectangle 174"/>
            <p:cNvSpPr/>
            <p:nvPr/>
          </p:nvSpPr>
          <p:spPr>
            <a:xfrm>
              <a:off x="5932170" y="466725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75" name="TextBox 175"/>
            <p:cNvSpPr txBox="1"/>
            <p:nvPr/>
          </p:nvSpPr>
          <p:spPr>
            <a:xfrm>
              <a:off x="6024842" y="470011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检验</a:t>
              </a:r>
            </a:p>
          </p:txBody>
        </p:sp>
        <p:sp>
          <p:nvSpPr>
            <p:cNvPr id="176" name="TextBox 176"/>
            <p:cNvSpPr txBox="1"/>
            <p:nvPr/>
          </p:nvSpPr>
          <p:spPr>
            <a:xfrm>
              <a:off x="5925312" y="5012055"/>
              <a:ext cx="5097209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fλ/a = 0.25 × 5×10⁻⁷/(0.25×10⁻³) m = 0.5 mm，第三级暗纹 x₃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1.5 mm，两侧相距 3 mm，与已知相符。</a:t>
              </a:r>
            </a:p>
          </p:txBody>
        </p:sp>
      </p:grpSp>
      <p:grpSp>
        <p:nvGrpSpPr>
          <p:cNvPr id="184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178" name="Rectangle 178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182" name="Group 182"/>
            <p:cNvGrpSpPr/>
            <p:nvPr/>
          </p:nvGrpSpPr>
          <p:grpSpPr>
            <a:xfrm>
              <a:off x="726129" y="6018966"/>
              <a:ext cx="224134" cy="192560"/>
              <a:chOff x="726129" y="6018966"/>
              <a:chExt cx="224134" cy="192560"/>
            </a:xfrm>
          </p:grpSpPr>
          <p:sp>
            <p:nvSpPr>
              <p:cNvPr id="179" name="Freeform 179"/>
              <p:cNvSpPr/>
              <p:nvPr/>
            </p:nvSpPr>
            <p:spPr>
              <a:xfrm>
                <a:off x="838200" y="608933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80" name="Freeform 180"/>
              <p:cNvSpPr/>
              <p:nvPr/>
            </p:nvSpPr>
            <p:spPr>
              <a:xfrm>
                <a:off x="726129" y="601896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81" name="Freeform 181"/>
              <p:cNvSpPr/>
              <p:nvPr/>
            </p:nvSpPr>
            <p:spPr>
              <a:xfrm>
                <a:off x="838200" y="616712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183" name="TextBox 183"/>
            <p:cNvSpPr txBox="1"/>
            <p:nvPr/>
          </p:nvSpPr>
          <p:spPr>
            <a:xfrm>
              <a:off x="1040892" y="6028373"/>
              <a:ext cx="89824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「两个第三级暗纹之间」跨过中央，是 2x₃；「第三级暗纹到中央明纹中心」只有 x₃。审题时先画出条纹草图。</a:t>
              </a:r>
            </a:p>
          </p:txBody>
        </p:sp>
      </p:grpSp>
      <p:grpSp>
        <p:nvGrpSpPr>
          <p:cNvPr id="18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85" name="TextBox 185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第8章 光的衍射</a:t>
              </a:r>
            </a:p>
          </p:txBody>
        </p:sp>
        <p:sp>
          <p:nvSpPr>
            <p:cNvPr id="186" name="TextBox 18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光的衍射 · 夫琅禾费单缝衍射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单缝条纹怎样随参数变化：一张表查清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2" name="c1-table-1"/>
          <p:cNvGrpSpPr/>
          <p:nvPr/>
        </p:nvGrpSpPr>
        <p:grpSpPr>
          <a:xfrm>
            <a:off x="533400" y="1524000"/>
            <a:ext cx="5951220" cy="3185160"/>
            <a:chOff x="533400" y="1524000"/>
            <a:chExt cx="5951220" cy="318516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42481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77315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改变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709051" y="1652588"/>
              <a:ext cx="18380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中央明纹宽度 l₀ = 2fλ/a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262944" y="165258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图样位置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5889" y="2076450"/>
              <a:ext cx="853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缝宽 a 变小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658999" y="207645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变宽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802124" y="207645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不动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67915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372678"/>
              <a:ext cx="595122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5889" y="2501265"/>
              <a:ext cx="853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波长 λ 变长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658999" y="250126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变宽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802124" y="250126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不动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792730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5889" y="2926080"/>
              <a:ext cx="853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焦距 f 变长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658999" y="292608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变宽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802124" y="292608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不动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21659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221355"/>
              <a:ext cx="595122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5889" y="3349942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狭缝上下平移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658999" y="334994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不变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709160" y="3230880"/>
              <a:ext cx="1765935" cy="40576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2124" y="334994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不动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364140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5889" y="3774757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透镜上下平移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658999" y="3774757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不变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4709160" y="3655695"/>
              <a:ext cx="1765935" cy="405765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802124" y="3774757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随透镜光轴移动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406622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33400" y="4070985"/>
              <a:ext cx="5951220" cy="6381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5889" y="4198620"/>
              <a:ext cx="1720215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整个装置浸入折射率 n 的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液体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658999" y="4305300"/>
              <a:ext cx="8118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变窄为 1/n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802124" y="430530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不动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1524000"/>
              <a:ext cx="5951220" cy="318420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2551748" y="1524000"/>
              <a:ext cx="9525" cy="31842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4694872" y="1524000"/>
              <a:ext cx="9525" cy="31842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9" name="c1-callout-2"/>
          <p:cNvGrpSpPr/>
          <p:nvPr/>
        </p:nvGrpSpPr>
        <p:grpSpPr>
          <a:xfrm>
            <a:off x="533400" y="4888230"/>
            <a:ext cx="5951220" cy="756285"/>
            <a:chOff x="533400" y="4888230"/>
            <a:chExt cx="5951220" cy="756285"/>
          </a:xfrm>
        </p:grpSpPr>
        <p:sp>
          <p:nvSpPr>
            <p:cNvPr id="43" name="Rectangle 43"/>
            <p:cNvSpPr/>
            <p:nvPr/>
          </p:nvSpPr>
          <p:spPr>
            <a:xfrm>
              <a:off x="533400" y="4888230"/>
              <a:ext cx="5951220" cy="756285"/>
            </a:xfrm>
            <a:prstGeom prst="roundRect">
              <a:avLst>
                <a:gd name="adj" fmla="val 151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8188" y="5166360"/>
              <a:ext cx="200026" cy="200026"/>
              <a:chOff x="738188" y="5166360"/>
              <a:chExt cx="200026" cy="200026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516636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38200" y="523303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27088" y="526637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0511" y="5036344"/>
              <a:ext cx="5000879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浸入液体后缝两边缘光线的光程差变为 na sinφ，相当于波长变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 λ/n。</a:t>
              </a:r>
            </a:p>
          </p:txBody>
        </p:sp>
      </p:grpSp>
      <p:grpSp>
        <p:nvGrpSpPr>
          <p:cNvPr id="63" name="c2-card-1"/>
          <p:cNvGrpSpPr/>
          <p:nvPr/>
        </p:nvGrpSpPr>
        <p:grpSpPr>
          <a:xfrm>
            <a:off x="6789420" y="1524000"/>
            <a:ext cx="4869180" cy="2429828"/>
            <a:chOff x="6789420" y="1524000"/>
            <a:chExt cx="4869180" cy="2429828"/>
          </a:xfrm>
        </p:grpSpPr>
        <p:sp>
          <p:nvSpPr>
            <p:cNvPr id="50" name="Rectangle 50"/>
            <p:cNvSpPr/>
            <p:nvPr/>
          </p:nvSpPr>
          <p:spPr>
            <a:xfrm>
              <a:off x="6789420" y="1524000"/>
              <a:ext cx="4869180" cy="2429828"/>
            </a:xfrm>
            <a:prstGeom prst="roundRect">
              <a:avLst>
                <a:gd name="adj" fmla="val 548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6798945" y="1657350"/>
              <a:ext cx="47625" cy="216312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7025640" y="1722120"/>
              <a:ext cx="12763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093077" y="175641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作业里的三道小题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7025640" y="2070735"/>
              <a:ext cx="201930" cy="20193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083985" y="211012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316534" y="2082641"/>
              <a:ext cx="390080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缝宽变为原来的 3/2，波长变为 3/4：l₀ ∝ λ/a，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变为 (3/4)/(3/2) = 1/2。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7025640" y="2659380"/>
              <a:ext cx="201930" cy="20193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083985" y="269971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316534" y="2672239"/>
              <a:ext cx="391883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= 5λ，φ = 30°：a sinφ = 2.5λ = 5 × λ/2，5 个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半波带，是第二级明纹。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7025640" y="3248977"/>
              <a:ext cx="201930" cy="20193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083985" y="328931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316534" y="3260884"/>
              <a:ext cx="355815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λ₁ 的第一级暗纹与 λ₂ 的第一级明纹重合：a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sinφ = λ₁ = 3λ₂/2，λ₁ : λ₂ = 3 : 2。</a:t>
              </a:r>
            </a:p>
          </p:txBody>
        </p:sp>
      </p:grpSp>
      <p:grpSp>
        <p:nvGrpSpPr>
          <p:cNvPr id="68" name="c2-card-2"/>
          <p:cNvGrpSpPr/>
          <p:nvPr/>
        </p:nvGrpSpPr>
        <p:grpSpPr>
          <a:xfrm>
            <a:off x="6789420" y="4133850"/>
            <a:ext cx="4869180" cy="1510665"/>
            <a:chOff x="6789420" y="4133850"/>
            <a:chExt cx="4869180" cy="1510665"/>
          </a:xfrm>
        </p:grpSpPr>
        <p:sp>
          <p:nvSpPr>
            <p:cNvPr id="64" name="Rectangle 64"/>
            <p:cNvSpPr/>
            <p:nvPr/>
          </p:nvSpPr>
          <p:spPr>
            <a:xfrm>
              <a:off x="6789420" y="4133850"/>
              <a:ext cx="4869180" cy="1510665"/>
            </a:xfrm>
            <a:prstGeom prst="roundRect">
              <a:avLst>
                <a:gd name="adj" fmla="val 8827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6987540" y="4331970"/>
              <a:ext cx="1543050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046976" y="436626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为什么缝平移图样不动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980301" y="4692491"/>
              <a:ext cx="41622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屏上一点只接收某一个衍射角的平行光。缝平移后，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同一方向的平行光经透镜仍会聚到焦平面上同一点。</a:t>
              </a:r>
            </a:p>
          </p:txBody>
        </p:sp>
      </p:grpSp>
      <p:grpSp>
        <p:nvGrpSpPr>
          <p:cNvPr id="74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69" name="Rectangle 69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72" name="Group 72"/>
            <p:cNvGrpSpPr/>
            <p:nvPr/>
          </p:nvGrpSpPr>
          <p:grpSpPr>
            <a:xfrm>
              <a:off x="738188" y="6011230"/>
              <a:ext cx="200023" cy="200023"/>
              <a:chOff x="738188" y="6011230"/>
              <a:chExt cx="200023" cy="200023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738188" y="601123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871538" y="6077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3" name="TextBox 73"/>
            <p:cNvSpPr txBox="1"/>
            <p:nvPr/>
          </p:nvSpPr>
          <p:spPr>
            <a:xfrm>
              <a:off x="1040511" y="6011704"/>
              <a:ext cx="759398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单缝题都从 a sinφ 除以 λ/2 开始：偶数是暗纹，奇数是明纹，得出的整数就是半波带数。</a:t>
              </a:r>
            </a:p>
          </p:txBody>
        </p:sp>
      </p:grpSp>
      <p:grpSp>
        <p:nvGrpSpPr>
          <p:cNvPr id="7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5" name="TextBox 75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第8章 光的衍射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6821424" cy="3321367"/>
            <a:chOff x="667512" y="1835468"/>
            <a:chExt cx="6821424" cy="332136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补充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682142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圆孔衍射与光学仪器的分辨本领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261354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原课件节号从 8.2 跳到 8.4、例题从例8.3 跳到例8.5，这里补上圆</a:t>
              </a:r>
              <a:br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孔衍射这一常规内容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421195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415480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艾里斑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56628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50913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瑞利判据与最小分辨角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92061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86346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人眼与望远镜的分辨本领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第8章 光的衍射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088056" cy="909257"/>
            <a:chOff x="520446" y="342900"/>
            <a:chExt cx="708805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40995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6603" y="407194"/>
              <a:ext cx="33435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光的衍射 · 圆孔衍射与光学仪器的分辨本领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0880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圆孔衍射：中央是集中了约 84% 光能的艾里斑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74" name="g_airy_fig"/>
          <p:cNvGrpSpPr/>
          <p:nvPr/>
        </p:nvGrpSpPr>
        <p:grpSpPr>
          <a:xfrm>
            <a:off x="1101090" y="1709261"/>
            <a:ext cx="4411028" cy="2280285"/>
            <a:chOff x="1101090" y="1709261"/>
            <a:chExt cx="4411028" cy="2280285"/>
          </a:xfrm>
        </p:grpSpPr>
        <p:sp>
          <p:nvSpPr>
            <p:cNvPr id="7" name="Freeform 7"/>
            <p:cNvSpPr/>
            <p:nvPr/>
          </p:nvSpPr>
          <p:spPr>
            <a:xfrm>
              <a:off x="1183958" y="1970722"/>
              <a:ext cx="9525" cy="1956435"/>
            </a:xfrm>
            <a:custGeom>
              <a:avLst/>
              <a:gdLst/>
              <a:ahLst/>
              <a:cxnLst/>
              <a:rect l="l" t="t" r="r" b="b"/>
              <a:pathLst>
                <a:path w="9525" h="1956435">
                  <a:moveTo>
                    <a:pt x="0" y="0"/>
                  </a:moveTo>
                  <a:lnTo>
                    <a:pt x="0" y="1956435"/>
                  </a:lnTo>
                </a:path>
              </a:pathLst>
            </a:custGeom>
            <a:noFill/>
            <a:ln w="226123">
              <a:solidFill>
                <a:srgbClr val="101010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381125" y="1970722"/>
              <a:ext cx="9525" cy="1956435"/>
            </a:xfrm>
            <a:custGeom>
              <a:avLst/>
              <a:gdLst/>
              <a:ahLst/>
              <a:cxnLst/>
              <a:rect l="l" t="t" r="r" b="b"/>
              <a:pathLst>
                <a:path w="9525" h="1956435">
                  <a:moveTo>
                    <a:pt x="0" y="0"/>
                  </a:moveTo>
                  <a:lnTo>
                    <a:pt x="0" y="1956435"/>
                  </a:lnTo>
                </a:path>
              </a:pathLst>
            </a:custGeom>
            <a:noFill/>
            <a:ln w="226123">
              <a:solidFill>
                <a:srgbClr val="101010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1578292" y="1970722"/>
              <a:ext cx="9525" cy="1956435"/>
            </a:xfrm>
            <a:custGeom>
              <a:avLst/>
              <a:gdLst/>
              <a:ahLst/>
              <a:cxnLst/>
              <a:rect l="l" t="t" r="r" b="b"/>
              <a:pathLst>
                <a:path w="9525" h="1956435">
                  <a:moveTo>
                    <a:pt x="0" y="0"/>
                  </a:moveTo>
                  <a:lnTo>
                    <a:pt x="0" y="1956435"/>
                  </a:lnTo>
                </a:path>
              </a:pathLst>
            </a:custGeom>
            <a:noFill/>
            <a:ln w="226123">
              <a:solidFill>
                <a:srgbClr val="101010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776412" y="1970722"/>
              <a:ext cx="9525" cy="1956435"/>
            </a:xfrm>
            <a:custGeom>
              <a:avLst/>
              <a:gdLst/>
              <a:ahLst/>
              <a:cxnLst/>
              <a:rect l="l" t="t" r="r" b="b"/>
              <a:pathLst>
                <a:path w="9525" h="1956435">
                  <a:moveTo>
                    <a:pt x="0" y="0"/>
                  </a:moveTo>
                  <a:lnTo>
                    <a:pt x="0" y="1956435"/>
                  </a:lnTo>
                </a:path>
              </a:pathLst>
            </a:custGeom>
            <a:noFill/>
            <a:ln w="226123">
              <a:solidFill>
                <a:srgbClr val="101010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974532" y="1970722"/>
              <a:ext cx="9525" cy="1956435"/>
            </a:xfrm>
            <a:custGeom>
              <a:avLst/>
              <a:gdLst/>
              <a:ahLst/>
              <a:cxnLst/>
              <a:rect l="l" t="t" r="r" b="b"/>
              <a:pathLst>
                <a:path w="9525" h="1956435">
                  <a:moveTo>
                    <a:pt x="0" y="0"/>
                  </a:moveTo>
                  <a:lnTo>
                    <a:pt x="0" y="1956435"/>
                  </a:lnTo>
                </a:path>
              </a:pathLst>
            </a:custGeom>
            <a:noFill/>
            <a:ln w="226123">
              <a:solidFill>
                <a:srgbClr val="101010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171700" y="1970722"/>
              <a:ext cx="9525" cy="1956435"/>
            </a:xfrm>
            <a:custGeom>
              <a:avLst/>
              <a:gdLst/>
              <a:ahLst/>
              <a:cxnLst/>
              <a:rect l="l" t="t" r="r" b="b"/>
              <a:pathLst>
                <a:path w="9525" h="1956435">
                  <a:moveTo>
                    <a:pt x="0" y="0"/>
                  </a:moveTo>
                  <a:lnTo>
                    <a:pt x="0" y="1956435"/>
                  </a:lnTo>
                </a:path>
              </a:pathLst>
            </a:custGeom>
            <a:noFill/>
            <a:ln w="226123">
              <a:solidFill>
                <a:srgbClr val="101010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2368868" y="1970722"/>
              <a:ext cx="9525" cy="1956435"/>
            </a:xfrm>
            <a:custGeom>
              <a:avLst/>
              <a:gdLst/>
              <a:ahLst/>
              <a:cxnLst/>
              <a:rect l="l" t="t" r="r" b="b"/>
              <a:pathLst>
                <a:path w="9525" h="1956435">
                  <a:moveTo>
                    <a:pt x="0" y="0"/>
                  </a:moveTo>
                  <a:lnTo>
                    <a:pt x="0" y="1956435"/>
                  </a:lnTo>
                </a:path>
              </a:pathLst>
            </a:custGeom>
            <a:noFill/>
            <a:ln w="226123">
              <a:solidFill>
                <a:srgbClr val="101010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566988" y="1970722"/>
              <a:ext cx="9525" cy="1956435"/>
            </a:xfrm>
            <a:custGeom>
              <a:avLst/>
              <a:gdLst/>
              <a:ahLst/>
              <a:cxnLst/>
              <a:rect l="l" t="t" r="r" b="b"/>
              <a:pathLst>
                <a:path w="9525" h="1956435">
                  <a:moveTo>
                    <a:pt x="0" y="0"/>
                  </a:moveTo>
                  <a:lnTo>
                    <a:pt x="0" y="1956435"/>
                  </a:lnTo>
                </a:path>
              </a:pathLst>
            </a:custGeom>
            <a:noFill/>
            <a:ln w="226123">
              <a:solidFill>
                <a:srgbClr val="101010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2764155" y="1970722"/>
              <a:ext cx="9525" cy="1956435"/>
            </a:xfrm>
            <a:custGeom>
              <a:avLst/>
              <a:gdLst/>
              <a:ahLst/>
              <a:cxnLst/>
              <a:rect l="l" t="t" r="r" b="b"/>
              <a:pathLst>
                <a:path w="9525" h="1956435">
                  <a:moveTo>
                    <a:pt x="0" y="0"/>
                  </a:moveTo>
                  <a:lnTo>
                    <a:pt x="0" y="1956435"/>
                  </a:lnTo>
                </a:path>
              </a:pathLst>
            </a:custGeom>
            <a:noFill/>
            <a:ln w="226123">
              <a:solidFill>
                <a:srgbClr val="101010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961322" y="1970722"/>
              <a:ext cx="9525" cy="1956435"/>
            </a:xfrm>
            <a:custGeom>
              <a:avLst/>
              <a:gdLst/>
              <a:ahLst/>
              <a:cxnLst/>
              <a:rect l="l" t="t" r="r" b="b"/>
              <a:pathLst>
                <a:path w="9525" h="1956435">
                  <a:moveTo>
                    <a:pt x="0" y="0"/>
                  </a:moveTo>
                  <a:lnTo>
                    <a:pt x="0" y="1956435"/>
                  </a:lnTo>
                </a:path>
              </a:pathLst>
            </a:custGeom>
            <a:noFill/>
            <a:ln w="226123">
              <a:solidFill>
                <a:srgbClr val="101010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1101090" y="1977390"/>
              <a:ext cx="1943100" cy="1943100"/>
            </a:xfrm>
            <a:custGeom>
              <a:avLst/>
              <a:gdLst/>
              <a:ahLst/>
              <a:cxnLst/>
              <a:rect l="l" t="t" r="r" b="b"/>
              <a:pathLst>
                <a:path w="1943100" h="1943100">
                  <a:moveTo>
                    <a:pt x="1943100" y="962025"/>
                  </a:moveTo>
                  <a:lnTo>
                    <a:pt x="1939290" y="886778"/>
                  </a:lnTo>
                  <a:lnTo>
                    <a:pt x="1928813" y="802957"/>
                  </a:lnTo>
                  <a:lnTo>
                    <a:pt x="1909763" y="720090"/>
                  </a:lnTo>
                  <a:lnTo>
                    <a:pt x="1884998" y="639128"/>
                  </a:lnTo>
                  <a:lnTo>
                    <a:pt x="1852613" y="561022"/>
                  </a:lnTo>
                  <a:lnTo>
                    <a:pt x="1812607" y="485775"/>
                  </a:lnTo>
                  <a:lnTo>
                    <a:pt x="1766888" y="414338"/>
                  </a:lnTo>
                  <a:lnTo>
                    <a:pt x="1716405" y="346710"/>
                  </a:lnTo>
                  <a:lnTo>
                    <a:pt x="1658302" y="284798"/>
                  </a:lnTo>
                  <a:lnTo>
                    <a:pt x="1595438" y="227648"/>
                  </a:lnTo>
                  <a:lnTo>
                    <a:pt x="1528763" y="176212"/>
                  </a:lnTo>
                  <a:lnTo>
                    <a:pt x="1457325" y="130493"/>
                  </a:lnTo>
                  <a:lnTo>
                    <a:pt x="1382078" y="91440"/>
                  </a:lnTo>
                  <a:lnTo>
                    <a:pt x="1303972" y="58102"/>
                  </a:lnTo>
                  <a:lnTo>
                    <a:pt x="1223010" y="33338"/>
                  </a:lnTo>
                  <a:lnTo>
                    <a:pt x="1140143" y="14288"/>
                  </a:lnTo>
                  <a:lnTo>
                    <a:pt x="1056322" y="3810"/>
                  </a:lnTo>
                  <a:lnTo>
                    <a:pt x="971550" y="0"/>
                  </a:lnTo>
                  <a:lnTo>
                    <a:pt x="886778" y="3810"/>
                  </a:lnTo>
                  <a:lnTo>
                    <a:pt x="802958" y="14288"/>
                  </a:lnTo>
                  <a:lnTo>
                    <a:pt x="720090" y="33338"/>
                  </a:lnTo>
                  <a:lnTo>
                    <a:pt x="639128" y="58102"/>
                  </a:lnTo>
                  <a:lnTo>
                    <a:pt x="561022" y="91440"/>
                  </a:lnTo>
                  <a:lnTo>
                    <a:pt x="485775" y="130493"/>
                  </a:lnTo>
                  <a:lnTo>
                    <a:pt x="414338" y="176212"/>
                  </a:lnTo>
                  <a:lnTo>
                    <a:pt x="346710" y="227648"/>
                  </a:lnTo>
                  <a:lnTo>
                    <a:pt x="284798" y="284798"/>
                  </a:lnTo>
                  <a:lnTo>
                    <a:pt x="226695" y="346710"/>
                  </a:lnTo>
                  <a:lnTo>
                    <a:pt x="175260" y="414338"/>
                  </a:lnTo>
                  <a:lnTo>
                    <a:pt x="130493" y="485775"/>
                  </a:lnTo>
                  <a:lnTo>
                    <a:pt x="91440" y="561022"/>
                  </a:lnTo>
                  <a:lnTo>
                    <a:pt x="59055" y="639128"/>
                  </a:lnTo>
                  <a:lnTo>
                    <a:pt x="32385" y="720090"/>
                  </a:lnTo>
                  <a:lnTo>
                    <a:pt x="15240" y="802957"/>
                  </a:lnTo>
                  <a:lnTo>
                    <a:pt x="3810" y="886778"/>
                  </a:lnTo>
                  <a:lnTo>
                    <a:pt x="0" y="971550"/>
                  </a:lnTo>
                  <a:lnTo>
                    <a:pt x="3810" y="1056322"/>
                  </a:lnTo>
                  <a:lnTo>
                    <a:pt x="15240" y="1140143"/>
                  </a:lnTo>
                  <a:lnTo>
                    <a:pt x="32385" y="1223010"/>
                  </a:lnTo>
                  <a:lnTo>
                    <a:pt x="59055" y="1303972"/>
                  </a:lnTo>
                  <a:lnTo>
                    <a:pt x="91440" y="1382078"/>
                  </a:lnTo>
                  <a:lnTo>
                    <a:pt x="130493" y="1457325"/>
                  </a:lnTo>
                  <a:lnTo>
                    <a:pt x="175260" y="1528763"/>
                  </a:lnTo>
                  <a:lnTo>
                    <a:pt x="226695" y="1596390"/>
                  </a:lnTo>
                  <a:lnTo>
                    <a:pt x="284798" y="1658302"/>
                  </a:lnTo>
                  <a:lnTo>
                    <a:pt x="346710" y="1715452"/>
                  </a:lnTo>
                  <a:lnTo>
                    <a:pt x="414338" y="1767840"/>
                  </a:lnTo>
                  <a:lnTo>
                    <a:pt x="485775" y="1812607"/>
                  </a:lnTo>
                  <a:lnTo>
                    <a:pt x="561022" y="1851660"/>
                  </a:lnTo>
                  <a:lnTo>
                    <a:pt x="639128" y="1884045"/>
                  </a:lnTo>
                  <a:lnTo>
                    <a:pt x="720090" y="1909763"/>
                  </a:lnTo>
                  <a:lnTo>
                    <a:pt x="802958" y="1927860"/>
                  </a:lnTo>
                  <a:lnTo>
                    <a:pt x="886778" y="1939290"/>
                  </a:lnTo>
                  <a:lnTo>
                    <a:pt x="971550" y="1943100"/>
                  </a:lnTo>
                  <a:lnTo>
                    <a:pt x="1056322" y="1939290"/>
                  </a:lnTo>
                  <a:lnTo>
                    <a:pt x="1140143" y="1927860"/>
                  </a:lnTo>
                  <a:lnTo>
                    <a:pt x="1223010" y="1909763"/>
                  </a:lnTo>
                  <a:lnTo>
                    <a:pt x="1303972" y="1884045"/>
                  </a:lnTo>
                  <a:lnTo>
                    <a:pt x="1382078" y="1851660"/>
                  </a:lnTo>
                  <a:lnTo>
                    <a:pt x="1457325" y="1812607"/>
                  </a:lnTo>
                  <a:lnTo>
                    <a:pt x="1528763" y="1767840"/>
                  </a:lnTo>
                  <a:lnTo>
                    <a:pt x="1595438" y="1715452"/>
                  </a:lnTo>
                  <a:lnTo>
                    <a:pt x="1658302" y="1658302"/>
                  </a:lnTo>
                  <a:lnTo>
                    <a:pt x="1716405" y="1596390"/>
                  </a:lnTo>
                  <a:lnTo>
                    <a:pt x="1766888" y="1528763"/>
                  </a:lnTo>
                  <a:lnTo>
                    <a:pt x="1812607" y="1457325"/>
                  </a:lnTo>
                  <a:lnTo>
                    <a:pt x="1852613" y="1382078"/>
                  </a:lnTo>
                  <a:lnTo>
                    <a:pt x="1884998" y="1303972"/>
                  </a:lnTo>
                  <a:lnTo>
                    <a:pt x="1909763" y="1223010"/>
                  </a:lnTo>
                  <a:lnTo>
                    <a:pt x="1928813" y="1140143"/>
                  </a:lnTo>
                  <a:lnTo>
                    <a:pt x="1939290" y="1056322"/>
                  </a:lnTo>
                  <a:lnTo>
                    <a:pt x="1943100" y="971550"/>
                  </a:lnTo>
                  <a:lnTo>
                    <a:pt x="1939290" y="886778"/>
                  </a:lnTo>
                  <a:lnTo>
                    <a:pt x="1929765" y="812482"/>
                  </a:lnTo>
                </a:path>
              </a:pathLst>
            </a:custGeom>
            <a:noFill/>
            <a:ln w="32385">
              <a:solidFill>
                <a:srgbClr val="26241E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1124902" y="2002155"/>
              <a:ext cx="1895475" cy="1894523"/>
            </a:xfrm>
            <a:custGeom>
              <a:avLst/>
              <a:gdLst/>
              <a:ahLst/>
              <a:cxnLst/>
              <a:rect l="l" t="t" r="r" b="b"/>
              <a:pathLst>
                <a:path w="1895475" h="1894523">
                  <a:moveTo>
                    <a:pt x="1894522" y="937260"/>
                  </a:moveTo>
                  <a:lnTo>
                    <a:pt x="1891665" y="863917"/>
                  </a:lnTo>
                  <a:lnTo>
                    <a:pt x="1880235" y="782003"/>
                  </a:lnTo>
                  <a:lnTo>
                    <a:pt x="1862138" y="701992"/>
                  </a:lnTo>
                  <a:lnTo>
                    <a:pt x="1837372" y="622935"/>
                  </a:lnTo>
                  <a:lnTo>
                    <a:pt x="1805940" y="546735"/>
                  </a:lnTo>
                  <a:lnTo>
                    <a:pt x="1767840" y="473392"/>
                  </a:lnTo>
                  <a:lnTo>
                    <a:pt x="1723072" y="403860"/>
                  </a:lnTo>
                  <a:lnTo>
                    <a:pt x="1673543" y="338138"/>
                  </a:lnTo>
                  <a:lnTo>
                    <a:pt x="1617345" y="277178"/>
                  </a:lnTo>
                  <a:lnTo>
                    <a:pt x="1557338" y="220980"/>
                  </a:lnTo>
                  <a:lnTo>
                    <a:pt x="1490663" y="170498"/>
                  </a:lnTo>
                  <a:lnTo>
                    <a:pt x="1422082" y="126683"/>
                  </a:lnTo>
                  <a:lnTo>
                    <a:pt x="1347788" y="88583"/>
                  </a:lnTo>
                  <a:lnTo>
                    <a:pt x="1271588" y="57150"/>
                  </a:lnTo>
                  <a:lnTo>
                    <a:pt x="1192530" y="31433"/>
                  </a:lnTo>
                  <a:lnTo>
                    <a:pt x="1112520" y="14288"/>
                  </a:lnTo>
                  <a:lnTo>
                    <a:pt x="1030605" y="2858"/>
                  </a:lnTo>
                  <a:lnTo>
                    <a:pt x="947738" y="0"/>
                  </a:lnTo>
                  <a:lnTo>
                    <a:pt x="864870" y="2858"/>
                  </a:lnTo>
                  <a:lnTo>
                    <a:pt x="782955" y="14288"/>
                  </a:lnTo>
                  <a:lnTo>
                    <a:pt x="702945" y="31433"/>
                  </a:lnTo>
                  <a:lnTo>
                    <a:pt x="623888" y="57150"/>
                  </a:lnTo>
                  <a:lnTo>
                    <a:pt x="547688" y="88583"/>
                  </a:lnTo>
                  <a:lnTo>
                    <a:pt x="474345" y="126683"/>
                  </a:lnTo>
                  <a:lnTo>
                    <a:pt x="404812" y="170498"/>
                  </a:lnTo>
                  <a:lnTo>
                    <a:pt x="339090" y="220980"/>
                  </a:lnTo>
                  <a:lnTo>
                    <a:pt x="278130" y="277178"/>
                  </a:lnTo>
                  <a:lnTo>
                    <a:pt x="221933" y="338138"/>
                  </a:lnTo>
                  <a:lnTo>
                    <a:pt x="171450" y="403860"/>
                  </a:lnTo>
                  <a:lnTo>
                    <a:pt x="127635" y="473392"/>
                  </a:lnTo>
                  <a:lnTo>
                    <a:pt x="89535" y="546735"/>
                  </a:lnTo>
                  <a:lnTo>
                    <a:pt x="58103" y="622935"/>
                  </a:lnTo>
                  <a:lnTo>
                    <a:pt x="32385" y="701992"/>
                  </a:lnTo>
                  <a:lnTo>
                    <a:pt x="15240" y="782003"/>
                  </a:lnTo>
                  <a:lnTo>
                    <a:pt x="3810" y="863917"/>
                  </a:lnTo>
                  <a:lnTo>
                    <a:pt x="0" y="946785"/>
                  </a:lnTo>
                  <a:lnTo>
                    <a:pt x="3810" y="1029653"/>
                  </a:lnTo>
                  <a:lnTo>
                    <a:pt x="15240" y="1111568"/>
                  </a:lnTo>
                  <a:lnTo>
                    <a:pt x="32385" y="1191578"/>
                  </a:lnTo>
                  <a:lnTo>
                    <a:pt x="58103" y="1270635"/>
                  </a:lnTo>
                  <a:lnTo>
                    <a:pt x="89535" y="1346835"/>
                  </a:lnTo>
                  <a:lnTo>
                    <a:pt x="127635" y="1420178"/>
                  </a:lnTo>
                  <a:lnTo>
                    <a:pt x="171450" y="1489710"/>
                  </a:lnTo>
                  <a:lnTo>
                    <a:pt x="221933" y="1555432"/>
                  </a:lnTo>
                  <a:lnTo>
                    <a:pt x="278130" y="1616392"/>
                  </a:lnTo>
                  <a:lnTo>
                    <a:pt x="339090" y="1672590"/>
                  </a:lnTo>
                  <a:lnTo>
                    <a:pt x="404812" y="1723073"/>
                  </a:lnTo>
                  <a:lnTo>
                    <a:pt x="474345" y="1766888"/>
                  </a:lnTo>
                  <a:lnTo>
                    <a:pt x="547688" y="1804988"/>
                  </a:lnTo>
                  <a:lnTo>
                    <a:pt x="623888" y="1837373"/>
                  </a:lnTo>
                  <a:lnTo>
                    <a:pt x="702945" y="1862138"/>
                  </a:lnTo>
                  <a:lnTo>
                    <a:pt x="782955" y="1879282"/>
                  </a:lnTo>
                  <a:lnTo>
                    <a:pt x="864870" y="1890712"/>
                  </a:lnTo>
                  <a:lnTo>
                    <a:pt x="947738" y="1894523"/>
                  </a:lnTo>
                  <a:lnTo>
                    <a:pt x="1030605" y="1890712"/>
                  </a:lnTo>
                  <a:lnTo>
                    <a:pt x="1112520" y="1879282"/>
                  </a:lnTo>
                  <a:lnTo>
                    <a:pt x="1192530" y="1862138"/>
                  </a:lnTo>
                  <a:lnTo>
                    <a:pt x="1271588" y="1837373"/>
                  </a:lnTo>
                  <a:lnTo>
                    <a:pt x="1347788" y="1804988"/>
                  </a:lnTo>
                  <a:lnTo>
                    <a:pt x="1422082" y="1766888"/>
                  </a:lnTo>
                  <a:lnTo>
                    <a:pt x="1490663" y="1723073"/>
                  </a:lnTo>
                  <a:lnTo>
                    <a:pt x="1557338" y="1672590"/>
                  </a:lnTo>
                  <a:lnTo>
                    <a:pt x="1617345" y="1616392"/>
                  </a:lnTo>
                  <a:lnTo>
                    <a:pt x="1673543" y="1555432"/>
                  </a:lnTo>
                  <a:lnTo>
                    <a:pt x="1723072" y="1489710"/>
                  </a:lnTo>
                  <a:lnTo>
                    <a:pt x="1767840" y="1420178"/>
                  </a:lnTo>
                  <a:lnTo>
                    <a:pt x="1805940" y="1346835"/>
                  </a:lnTo>
                  <a:lnTo>
                    <a:pt x="1837372" y="1270635"/>
                  </a:lnTo>
                  <a:lnTo>
                    <a:pt x="1862138" y="1191578"/>
                  </a:lnTo>
                  <a:lnTo>
                    <a:pt x="1880235" y="1111568"/>
                  </a:lnTo>
                  <a:lnTo>
                    <a:pt x="1891665" y="1029653"/>
                  </a:lnTo>
                  <a:lnTo>
                    <a:pt x="1895475" y="946785"/>
                  </a:lnTo>
                  <a:lnTo>
                    <a:pt x="1891665" y="863917"/>
                  </a:lnTo>
                  <a:lnTo>
                    <a:pt x="1882140" y="791528"/>
                  </a:lnTo>
                </a:path>
              </a:pathLst>
            </a:custGeom>
            <a:noFill/>
            <a:ln w="32385">
              <a:solidFill>
                <a:srgbClr val="2C2922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1149668" y="2025968"/>
              <a:ext cx="1845945" cy="1845945"/>
            </a:xfrm>
            <a:custGeom>
              <a:avLst/>
              <a:gdLst/>
              <a:ahLst/>
              <a:cxnLst/>
              <a:rect l="l" t="t" r="r" b="b"/>
              <a:pathLst>
                <a:path w="1845945" h="1845945">
                  <a:moveTo>
                    <a:pt x="1845945" y="913448"/>
                  </a:moveTo>
                  <a:lnTo>
                    <a:pt x="1843088" y="842010"/>
                  </a:lnTo>
                  <a:lnTo>
                    <a:pt x="1831658" y="762953"/>
                  </a:lnTo>
                  <a:lnTo>
                    <a:pt x="1814512" y="683895"/>
                  </a:lnTo>
                  <a:lnTo>
                    <a:pt x="1789748" y="607695"/>
                  </a:lnTo>
                  <a:lnTo>
                    <a:pt x="1759268" y="532448"/>
                  </a:lnTo>
                  <a:lnTo>
                    <a:pt x="1722120" y="461010"/>
                  </a:lnTo>
                  <a:lnTo>
                    <a:pt x="1679258" y="393383"/>
                  </a:lnTo>
                  <a:lnTo>
                    <a:pt x="1629728" y="329565"/>
                  </a:lnTo>
                  <a:lnTo>
                    <a:pt x="1575435" y="270510"/>
                  </a:lnTo>
                  <a:lnTo>
                    <a:pt x="1516380" y="216218"/>
                  </a:lnTo>
                  <a:lnTo>
                    <a:pt x="1452562" y="166688"/>
                  </a:lnTo>
                  <a:lnTo>
                    <a:pt x="1383982" y="123825"/>
                  </a:lnTo>
                  <a:lnTo>
                    <a:pt x="1312545" y="86678"/>
                  </a:lnTo>
                  <a:lnTo>
                    <a:pt x="1239203" y="55245"/>
                  </a:lnTo>
                  <a:lnTo>
                    <a:pt x="1162050" y="31433"/>
                  </a:lnTo>
                  <a:lnTo>
                    <a:pt x="1082992" y="14288"/>
                  </a:lnTo>
                  <a:lnTo>
                    <a:pt x="1003935" y="3810"/>
                  </a:lnTo>
                  <a:lnTo>
                    <a:pt x="922972" y="0"/>
                  </a:lnTo>
                  <a:lnTo>
                    <a:pt x="842010" y="3810"/>
                  </a:lnTo>
                  <a:lnTo>
                    <a:pt x="762953" y="14288"/>
                  </a:lnTo>
                  <a:lnTo>
                    <a:pt x="683895" y="31433"/>
                  </a:lnTo>
                  <a:lnTo>
                    <a:pt x="607695" y="55245"/>
                  </a:lnTo>
                  <a:lnTo>
                    <a:pt x="532447" y="86678"/>
                  </a:lnTo>
                  <a:lnTo>
                    <a:pt x="461010" y="123825"/>
                  </a:lnTo>
                  <a:lnTo>
                    <a:pt x="393382" y="166688"/>
                  </a:lnTo>
                  <a:lnTo>
                    <a:pt x="329565" y="216218"/>
                  </a:lnTo>
                  <a:lnTo>
                    <a:pt x="270510" y="270510"/>
                  </a:lnTo>
                  <a:lnTo>
                    <a:pt x="216218" y="329565"/>
                  </a:lnTo>
                  <a:lnTo>
                    <a:pt x="166687" y="393383"/>
                  </a:lnTo>
                  <a:lnTo>
                    <a:pt x="123825" y="461010"/>
                  </a:lnTo>
                  <a:lnTo>
                    <a:pt x="86678" y="532448"/>
                  </a:lnTo>
                  <a:lnTo>
                    <a:pt x="55245" y="607695"/>
                  </a:lnTo>
                  <a:lnTo>
                    <a:pt x="31432" y="683895"/>
                  </a:lnTo>
                  <a:lnTo>
                    <a:pt x="14288" y="762953"/>
                  </a:lnTo>
                  <a:lnTo>
                    <a:pt x="3810" y="842010"/>
                  </a:lnTo>
                  <a:lnTo>
                    <a:pt x="0" y="922973"/>
                  </a:lnTo>
                  <a:lnTo>
                    <a:pt x="3810" y="1002983"/>
                  </a:lnTo>
                  <a:lnTo>
                    <a:pt x="14288" y="1082992"/>
                  </a:lnTo>
                  <a:lnTo>
                    <a:pt x="31432" y="1162050"/>
                  </a:lnTo>
                  <a:lnTo>
                    <a:pt x="55245" y="1238250"/>
                  </a:lnTo>
                  <a:lnTo>
                    <a:pt x="86678" y="1312545"/>
                  </a:lnTo>
                  <a:lnTo>
                    <a:pt x="123825" y="1384935"/>
                  </a:lnTo>
                  <a:lnTo>
                    <a:pt x="166687" y="1452562"/>
                  </a:lnTo>
                  <a:lnTo>
                    <a:pt x="216218" y="1516380"/>
                  </a:lnTo>
                  <a:lnTo>
                    <a:pt x="270510" y="1575435"/>
                  </a:lnTo>
                  <a:lnTo>
                    <a:pt x="329565" y="1629728"/>
                  </a:lnTo>
                  <a:lnTo>
                    <a:pt x="393382" y="1679258"/>
                  </a:lnTo>
                  <a:lnTo>
                    <a:pt x="461010" y="1722120"/>
                  </a:lnTo>
                  <a:lnTo>
                    <a:pt x="532447" y="1759268"/>
                  </a:lnTo>
                  <a:lnTo>
                    <a:pt x="607695" y="1790700"/>
                  </a:lnTo>
                  <a:lnTo>
                    <a:pt x="683895" y="1814512"/>
                  </a:lnTo>
                  <a:lnTo>
                    <a:pt x="762953" y="1831658"/>
                  </a:lnTo>
                  <a:lnTo>
                    <a:pt x="842010" y="1842135"/>
                  </a:lnTo>
                  <a:lnTo>
                    <a:pt x="922972" y="1845945"/>
                  </a:lnTo>
                  <a:lnTo>
                    <a:pt x="1003935" y="1842135"/>
                  </a:lnTo>
                  <a:lnTo>
                    <a:pt x="1082992" y="1831658"/>
                  </a:lnTo>
                  <a:lnTo>
                    <a:pt x="1162050" y="1814512"/>
                  </a:lnTo>
                  <a:lnTo>
                    <a:pt x="1239203" y="1790700"/>
                  </a:lnTo>
                  <a:lnTo>
                    <a:pt x="1312545" y="1759268"/>
                  </a:lnTo>
                  <a:lnTo>
                    <a:pt x="1383982" y="1722120"/>
                  </a:lnTo>
                  <a:lnTo>
                    <a:pt x="1452562" y="1679258"/>
                  </a:lnTo>
                  <a:lnTo>
                    <a:pt x="1516380" y="1629728"/>
                  </a:lnTo>
                  <a:lnTo>
                    <a:pt x="1575435" y="1575435"/>
                  </a:lnTo>
                  <a:lnTo>
                    <a:pt x="1629728" y="1516380"/>
                  </a:lnTo>
                  <a:lnTo>
                    <a:pt x="1679258" y="1452562"/>
                  </a:lnTo>
                  <a:lnTo>
                    <a:pt x="1722120" y="1384935"/>
                  </a:lnTo>
                  <a:lnTo>
                    <a:pt x="1759268" y="1312545"/>
                  </a:lnTo>
                  <a:lnTo>
                    <a:pt x="1789748" y="1238250"/>
                  </a:lnTo>
                  <a:lnTo>
                    <a:pt x="1814512" y="1162050"/>
                  </a:lnTo>
                  <a:lnTo>
                    <a:pt x="1831658" y="1082992"/>
                  </a:lnTo>
                  <a:lnTo>
                    <a:pt x="1843088" y="1002983"/>
                  </a:lnTo>
                  <a:lnTo>
                    <a:pt x="1845945" y="922973"/>
                  </a:lnTo>
                  <a:lnTo>
                    <a:pt x="1843088" y="842010"/>
                  </a:lnTo>
                  <a:lnTo>
                    <a:pt x="1833562" y="772478"/>
                  </a:lnTo>
                </a:path>
              </a:pathLst>
            </a:custGeom>
            <a:noFill/>
            <a:ln w="32385">
              <a:solidFill>
                <a:srgbClr val="302D24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1174432" y="2050732"/>
              <a:ext cx="1796415" cy="1797368"/>
            </a:xfrm>
            <a:custGeom>
              <a:avLst/>
              <a:gdLst/>
              <a:ahLst/>
              <a:cxnLst/>
              <a:rect l="l" t="t" r="r" b="b"/>
              <a:pathLst>
                <a:path w="1796415" h="1797368">
                  <a:moveTo>
                    <a:pt x="1796415" y="888683"/>
                  </a:moveTo>
                  <a:lnTo>
                    <a:pt x="1793558" y="820102"/>
                  </a:lnTo>
                  <a:lnTo>
                    <a:pt x="1783080" y="741997"/>
                  </a:lnTo>
                  <a:lnTo>
                    <a:pt x="1766888" y="665797"/>
                  </a:lnTo>
                  <a:lnTo>
                    <a:pt x="1743075" y="590550"/>
                  </a:lnTo>
                  <a:lnTo>
                    <a:pt x="1712595" y="518160"/>
                  </a:lnTo>
                  <a:lnTo>
                    <a:pt x="1676400" y="448627"/>
                  </a:lnTo>
                  <a:lnTo>
                    <a:pt x="1634490" y="382905"/>
                  </a:lnTo>
                  <a:lnTo>
                    <a:pt x="1586865" y="320040"/>
                  </a:lnTo>
                  <a:lnTo>
                    <a:pt x="1533525" y="262890"/>
                  </a:lnTo>
                  <a:lnTo>
                    <a:pt x="1476375" y="209550"/>
                  </a:lnTo>
                  <a:lnTo>
                    <a:pt x="1413510" y="161925"/>
                  </a:lnTo>
                  <a:lnTo>
                    <a:pt x="1347788" y="120015"/>
                  </a:lnTo>
                  <a:lnTo>
                    <a:pt x="1278255" y="83820"/>
                  </a:lnTo>
                  <a:lnTo>
                    <a:pt x="1205865" y="54292"/>
                  </a:lnTo>
                  <a:lnTo>
                    <a:pt x="1130618" y="30480"/>
                  </a:lnTo>
                  <a:lnTo>
                    <a:pt x="1054418" y="13335"/>
                  </a:lnTo>
                  <a:lnTo>
                    <a:pt x="976313" y="2857"/>
                  </a:lnTo>
                  <a:lnTo>
                    <a:pt x="898208" y="0"/>
                  </a:lnTo>
                  <a:lnTo>
                    <a:pt x="820103" y="2857"/>
                  </a:lnTo>
                  <a:lnTo>
                    <a:pt x="741997" y="13335"/>
                  </a:lnTo>
                  <a:lnTo>
                    <a:pt x="665797" y="30480"/>
                  </a:lnTo>
                  <a:lnTo>
                    <a:pt x="590550" y="54292"/>
                  </a:lnTo>
                  <a:lnTo>
                    <a:pt x="518160" y="83820"/>
                  </a:lnTo>
                  <a:lnTo>
                    <a:pt x="449580" y="120015"/>
                  </a:lnTo>
                  <a:lnTo>
                    <a:pt x="382905" y="161925"/>
                  </a:lnTo>
                  <a:lnTo>
                    <a:pt x="320040" y="209550"/>
                  </a:lnTo>
                  <a:lnTo>
                    <a:pt x="262890" y="262890"/>
                  </a:lnTo>
                  <a:lnTo>
                    <a:pt x="209550" y="320040"/>
                  </a:lnTo>
                  <a:lnTo>
                    <a:pt x="161925" y="382905"/>
                  </a:lnTo>
                  <a:lnTo>
                    <a:pt x="120015" y="448627"/>
                  </a:lnTo>
                  <a:lnTo>
                    <a:pt x="83820" y="518160"/>
                  </a:lnTo>
                  <a:lnTo>
                    <a:pt x="53340" y="590550"/>
                  </a:lnTo>
                  <a:lnTo>
                    <a:pt x="30480" y="665797"/>
                  </a:lnTo>
                  <a:lnTo>
                    <a:pt x="13335" y="741997"/>
                  </a:lnTo>
                  <a:lnTo>
                    <a:pt x="2857" y="820102"/>
                  </a:lnTo>
                  <a:lnTo>
                    <a:pt x="0" y="898208"/>
                  </a:lnTo>
                  <a:lnTo>
                    <a:pt x="2857" y="976312"/>
                  </a:lnTo>
                  <a:lnTo>
                    <a:pt x="13335" y="1054418"/>
                  </a:lnTo>
                  <a:lnTo>
                    <a:pt x="30480" y="1130618"/>
                  </a:lnTo>
                  <a:lnTo>
                    <a:pt x="53340" y="1205865"/>
                  </a:lnTo>
                  <a:lnTo>
                    <a:pt x="83820" y="1278255"/>
                  </a:lnTo>
                  <a:lnTo>
                    <a:pt x="120015" y="1347788"/>
                  </a:lnTo>
                  <a:lnTo>
                    <a:pt x="161925" y="1413510"/>
                  </a:lnTo>
                  <a:lnTo>
                    <a:pt x="209550" y="1475422"/>
                  </a:lnTo>
                  <a:lnTo>
                    <a:pt x="262890" y="1533525"/>
                  </a:lnTo>
                  <a:lnTo>
                    <a:pt x="320040" y="1586865"/>
                  </a:lnTo>
                  <a:lnTo>
                    <a:pt x="382905" y="1634490"/>
                  </a:lnTo>
                  <a:lnTo>
                    <a:pt x="449580" y="1676400"/>
                  </a:lnTo>
                  <a:lnTo>
                    <a:pt x="518160" y="1712595"/>
                  </a:lnTo>
                  <a:lnTo>
                    <a:pt x="590550" y="1743075"/>
                  </a:lnTo>
                  <a:lnTo>
                    <a:pt x="665797" y="1765935"/>
                  </a:lnTo>
                  <a:lnTo>
                    <a:pt x="741997" y="1783080"/>
                  </a:lnTo>
                  <a:lnTo>
                    <a:pt x="820103" y="1793558"/>
                  </a:lnTo>
                  <a:lnTo>
                    <a:pt x="898208" y="1797368"/>
                  </a:lnTo>
                  <a:lnTo>
                    <a:pt x="976313" y="1793558"/>
                  </a:lnTo>
                  <a:lnTo>
                    <a:pt x="1054418" y="1783080"/>
                  </a:lnTo>
                  <a:lnTo>
                    <a:pt x="1130618" y="1765935"/>
                  </a:lnTo>
                  <a:lnTo>
                    <a:pt x="1205865" y="1743075"/>
                  </a:lnTo>
                  <a:lnTo>
                    <a:pt x="1278255" y="1712595"/>
                  </a:lnTo>
                  <a:lnTo>
                    <a:pt x="1347788" y="1676400"/>
                  </a:lnTo>
                  <a:lnTo>
                    <a:pt x="1413510" y="1634490"/>
                  </a:lnTo>
                  <a:lnTo>
                    <a:pt x="1476375" y="1586865"/>
                  </a:lnTo>
                  <a:lnTo>
                    <a:pt x="1533525" y="1533525"/>
                  </a:lnTo>
                  <a:lnTo>
                    <a:pt x="1586865" y="1475422"/>
                  </a:lnTo>
                  <a:lnTo>
                    <a:pt x="1634490" y="1413510"/>
                  </a:lnTo>
                  <a:lnTo>
                    <a:pt x="1676400" y="1347788"/>
                  </a:lnTo>
                  <a:lnTo>
                    <a:pt x="1712595" y="1278255"/>
                  </a:lnTo>
                  <a:lnTo>
                    <a:pt x="1743075" y="1205865"/>
                  </a:lnTo>
                  <a:lnTo>
                    <a:pt x="1766888" y="1130618"/>
                  </a:lnTo>
                  <a:lnTo>
                    <a:pt x="1783080" y="1054418"/>
                  </a:lnTo>
                  <a:lnTo>
                    <a:pt x="1793558" y="976312"/>
                  </a:lnTo>
                  <a:lnTo>
                    <a:pt x="1796415" y="898208"/>
                  </a:lnTo>
                  <a:lnTo>
                    <a:pt x="1793558" y="820102"/>
                  </a:lnTo>
                  <a:lnTo>
                    <a:pt x="1784985" y="751522"/>
                  </a:lnTo>
                </a:path>
              </a:pathLst>
            </a:custGeom>
            <a:noFill/>
            <a:ln w="32385">
              <a:solidFill>
                <a:srgbClr val="322F26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1198245" y="2074545"/>
              <a:ext cx="1748790" cy="1748790"/>
            </a:xfrm>
            <a:custGeom>
              <a:avLst/>
              <a:gdLst/>
              <a:ahLst/>
              <a:cxnLst/>
              <a:rect l="l" t="t" r="r" b="b"/>
              <a:pathLst>
                <a:path w="1748790" h="1748790">
                  <a:moveTo>
                    <a:pt x="1747838" y="864870"/>
                  </a:moveTo>
                  <a:lnTo>
                    <a:pt x="1744980" y="798195"/>
                  </a:lnTo>
                  <a:lnTo>
                    <a:pt x="1735455" y="722947"/>
                  </a:lnTo>
                  <a:lnTo>
                    <a:pt x="1719262" y="647700"/>
                  </a:lnTo>
                  <a:lnTo>
                    <a:pt x="1696402" y="575310"/>
                  </a:lnTo>
                  <a:lnTo>
                    <a:pt x="1666875" y="504825"/>
                  </a:lnTo>
                  <a:lnTo>
                    <a:pt x="1631632" y="437197"/>
                  </a:lnTo>
                  <a:lnTo>
                    <a:pt x="1590675" y="372427"/>
                  </a:lnTo>
                  <a:lnTo>
                    <a:pt x="1544002" y="312420"/>
                  </a:lnTo>
                  <a:lnTo>
                    <a:pt x="1492568" y="256222"/>
                  </a:lnTo>
                  <a:lnTo>
                    <a:pt x="1436370" y="204788"/>
                  </a:lnTo>
                  <a:lnTo>
                    <a:pt x="1375410" y="158115"/>
                  </a:lnTo>
                  <a:lnTo>
                    <a:pt x="1311592" y="117157"/>
                  </a:lnTo>
                  <a:lnTo>
                    <a:pt x="1243965" y="81915"/>
                  </a:lnTo>
                  <a:lnTo>
                    <a:pt x="1173480" y="52388"/>
                  </a:lnTo>
                  <a:lnTo>
                    <a:pt x="1100138" y="29527"/>
                  </a:lnTo>
                  <a:lnTo>
                    <a:pt x="1026795" y="13335"/>
                  </a:lnTo>
                  <a:lnTo>
                    <a:pt x="950595" y="2857"/>
                  </a:lnTo>
                  <a:lnTo>
                    <a:pt x="874395" y="0"/>
                  </a:lnTo>
                  <a:lnTo>
                    <a:pt x="798195" y="2857"/>
                  </a:lnTo>
                  <a:lnTo>
                    <a:pt x="721995" y="13335"/>
                  </a:lnTo>
                  <a:lnTo>
                    <a:pt x="648653" y="29527"/>
                  </a:lnTo>
                  <a:lnTo>
                    <a:pt x="575310" y="52388"/>
                  </a:lnTo>
                  <a:lnTo>
                    <a:pt x="504825" y="81915"/>
                  </a:lnTo>
                  <a:lnTo>
                    <a:pt x="437197" y="117157"/>
                  </a:lnTo>
                  <a:lnTo>
                    <a:pt x="372428" y="158115"/>
                  </a:lnTo>
                  <a:lnTo>
                    <a:pt x="312420" y="204788"/>
                  </a:lnTo>
                  <a:lnTo>
                    <a:pt x="256222" y="256222"/>
                  </a:lnTo>
                  <a:lnTo>
                    <a:pt x="204788" y="312420"/>
                  </a:lnTo>
                  <a:lnTo>
                    <a:pt x="158115" y="372427"/>
                  </a:lnTo>
                  <a:lnTo>
                    <a:pt x="117157" y="437197"/>
                  </a:lnTo>
                  <a:lnTo>
                    <a:pt x="81915" y="504825"/>
                  </a:lnTo>
                  <a:lnTo>
                    <a:pt x="52388" y="575310"/>
                  </a:lnTo>
                  <a:lnTo>
                    <a:pt x="29528" y="647700"/>
                  </a:lnTo>
                  <a:lnTo>
                    <a:pt x="13335" y="722947"/>
                  </a:lnTo>
                  <a:lnTo>
                    <a:pt x="2857" y="798195"/>
                  </a:lnTo>
                  <a:lnTo>
                    <a:pt x="0" y="874395"/>
                  </a:lnTo>
                  <a:lnTo>
                    <a:pt x="2857" y="950595"/>
                  </a:lnTo>
                  <a:lnTo>
                    <a:pt x="13335" y="1026795"/>
                  </a:lnTo>
                  <a:lnTo>
                    <a:pt x="29528" y="1100138"/>
                  </a:lnTo>
                  <a:lnTo>
                    <a:pt x="52388" y="1173480"/>
                  </a:lnTo>
                  <a:lnTo>
                    <a:pt x="81915" y="1243965"/>
                  </a:lnTo>
                  <a:lnTo>
                    <a:pt x="117157" y="1311592"/>
                  </a:lnTo>
                  <a:lnTo>
                    <a:pt x="158115" y="1375410"/>
                  </a:lnTo>
                  <a:lnTo>
                    <a:pt x="204788" y="1436370"/>
                  </a:lnTo>
                  <a:lnTo>
                    <a:pt x="256222" y="1492568"/>
                  </a:lnTo>
                  <a:lnTo>
                    <a:pt x="312420" y="1544002"/>
                  </a:lnTo>
                  <a:lnTo>
                    <a:pt x="372428" y="1590675"/>
                  </a:lnTo>
                  <a:lnTo>
                    <a:pt x="437197" y="1631632"/>
                  </a:lnTo>
                  <a:lnTo>
                    <a:pt x="504825" y="1666875"/>
                  </a:lnTo>
                  <a:lnTo>
                    <a:pt x="575310" y="1696402"/>
                  </a:lnTo>
                  <a:lnTo>
                    <a:pt x="648653" y="1719262"/>
                  </a:lnTo>
                  <a:lnTo>
                    <a:pt x="721995" y="1735455"/>
                  </a:lnTo>
                  <a:lnTo>
                    <a:pt x="798195" y="1745932"/>
                  </a:lnTo>
                  <a:lnTo>
                    <a:pt x="874395" y="1748790"/>
                  </a:lnTo>
                  <a:lnTo>
                    <a:pt x="950595" y="1745932"/>
                  </a:lnTo>
                  <a:lnTo>
                    <a:pt x="1026795" y="1735455"/>
                  </a:lnTo>
                  <a:lnTo>
                    <a:pt x="1100138" y="1719262"/>
                  </a:lnTo>
                  <a:lnTo>
                    <a:pt x="1173480" y="1696402"/>
                  </a:lnTo>
                  <a:lnTo>
                    <a:pt x="1243965" y="1666875"/>
                  </a:lnTo>
                  <a:lnTo>
                    <a:pt x="1311592" y="1631632"/>
                  </a:lnTo>
                  <a:lnTo>
                    <a:pt x="1375410" y="1590675"/>
                  </a:lnTo>
                  <a:lnTo>
                    <a:pt x="1436370" y="1544002"/>
                  </a:lnTo>
                  <a:lnTo>
                    <a:pt x="1492568" y="1492568"/>
                  </a:lnTo>
                  <a:lnTo>
                    <a:pt x="1544002" y="1436370"/>
                  </a:lnTo>
                  <a:lnTo>
                    <a:pt x="1590675" y="1375410"/>
                  </a:lnTo>
                  <a:lnTo>
                    <a:pt x="1631632" y="1311592"/>
                  </a:lnTo>
                  <a:lnTo>
                    <a:pt x="1666875" y="1243965"/>
                  </a:lnTo>
                  <a:lnTo>
                    <a:pt x="1696402" y="1173480"/>
                  </a:lnTo>
                  <a:lnTo>
                    <a:pt x="1719262" y="1100138"/>
                  </a:lnTo>
                  <a:lnTo>
                    <a:pt x="1735455" y="1026795"/>
                  </a:lnTo>
                  <a:lnTo>
                    <a:pt x="1744980" y="950595"/>
                  </a:lnTo>
                  <a:lnTo>
                    <a:pt x="1748790" y="874395"/>
                  </a:lnTo>
                  <a:lnTo>
                    <a:pt x="1744980" y="798195"/>
                  </a:lnTo>
                  <a:lnTo>
                    <a:pt x="1736408" y="732472"/>
                  </a:lnTo>
                </a:path>
              </a:pathLst>
            </a:custGeom>
            <a:noFill/>
            <a:ln w="32385">
              <a:solidFill>
                <a:srgbClr val="322F26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1223010" y="2099310"/>
              <a:ext cx="1699260" cy="1699260"/>
            </a:xfrm>
            <a:custGeom>
              <a:avLst/>
              <a:gdLst/>
              <a:ahLst/>
              <a:cxnLst/>
              <a:rect l="l" t="t" r="r" b="b"/>
              <a:pathLst>
                <a:path w="1699260" h="1699260">
                  <a:moveTo>
                    <a:pt x="1699260" y="840105"/>
                  </a:moveTo>
                  <a:lnTo>
                    <a:pt x="1696402" y="775335"/>
                  </a:lnTo>
                  <a:lnTo>
                    <a:pt x="1686878" y="701993"/>
                  </a:lnTo>
                  <a:lnTo>
                    <a:pt x="1670685" y="629602"/>
                  </a:lnTo>
                  <a:lnTo>
                    <a:pt x="1648778" y="559118"/>
                  </a:lnTo>
                  <a:lnTo>
                    <a:pt x="1620202" y="490537"/>
                  </a:lnTo>
                  <a:lnTo>
                    <a:pt x="1585912" y="424815"/>
                  </a:lnTo>
                  <a:lnTo>
                    <a:pt x="1545907" y="361950"/>
                  </a:lnTo>
                  <a:lnTo>
                    <a:pt x="1501140" y="302895"/>
                  </a:lnTo>
                  <a:lnTo>
                    <a:pt x="1450657" y="248602"/>
                  </a:lnTo>
                  <a:lnTo>
                    <a:pt x="1396365" y="198120"/>
                  </a:lnTo>
                  <a:lnTo>
                    <a:pt x="1337310" y="153352"/>
                  </a:lnTo>
                  <a:lnTo>
                    <a:pt x="1274445" y="113348"/>
                  </a:lnTo>
                  <a:lnTo>
                    <a:pt x="1208722" y="79057"/>
                  </a:lnTo>
                  <a:lnTo>
                    <a:pt x="1140142" y="50482"/>
                  </a:lnTo>
                  <a:lnTo>
                    <a:pt x="1069657" y="28575"/>
                  </a:lnTo>
                  <a:lnTo>
                    <a:pt x="997267" y="12382"/>
                  </a:lnTo>
                  <a:lnTo>
                    <a:pt x="923925" y="2857"/>
                  </a:lnTo>
                  <a:lnTo>
                    <a:pt x="849630" y="0"/>
                  </a:lnTo>
                  <a:lnTo>
                    <a:pt x="775335" y="2857"/>
                  </a:lnTo>
                  <a:lnTo>
                    <a:pt x="701992" y="12382"/>
                  </a:lnTo>
                  <a:lnTo>
                    <a:pt x="629602" y="28575"/>
                  </a:lnTo>
                  <a:lnTo>
                    <a:pt x="559117" y="50482"/>
                  </a:lnTo>
                  <a:lnTo>
                    <a:pt x="490538" y="79057"/>
                  </a:lnTo>
                  <a:lnTo>
                    <a:pt x="424815" y="113348"/>
                  </a:lnTo>
                  <a:lnTo>
                    <a:pt x="361950" y="153352"/>
                  </a:lnTo>
                  <a:lnTo>
                    <a:pt x="302895" y="198120"/>
                  </a:lnTo>
                  <a:lnTo>
                    <a:pt x="248602" y="248602"/>
                  </a:lnTo>
                  <a:lnTo>
                    <a:pt x="198120" y="302895"/>
                  </a:lnTo>
                  <a:lnTo>
                    <a:pt x="153352" y="361950"/>
                  </a:lnTo>
                  <a:lnTo>
                    <a:pt x="113348" y="424815"/>
                  </a:lnTo>
                  <a:lnTo>
                    <a:pt x="79057" y="490537"/>
                  </a:lnTo>
                  <a:lnTo>
                    <a:pt x="51435" y="559118"/>
                  </a:lnTo>
                  <a:lnTo>
                    <a:pt x="28575" y="629602"/>
                  </a:lnTo>
                  <a:lnTo>
                    <a:pt x="12382" y="701993"/>
                  </a:lnTo>
                  <a:lnTo>
                    <a:pt x="2857" y="775335"/>
                  </a:lnTo>
                  <a:lnTo>
                    <a:pt x="0" y="849630"/>
                  </a:lnTo>
                  <a:lnTo>
                    <a:pt x="2857" y="923925"/>
                  </a:lnTo>
                  <a:lnTo>
                    <a:pt x="12382" y="997268"/>
                  </a:lnTo>
                  <a:lnTo>
                    <a:pt x="28575" y="1069657"/>
                  </a:lnTo>
                  <a:lnTo>
                    <a:pt x="51435" y="1140143"/>
                  </a:lnTo>
                  <a:lnTo>
                    <a:pt x="79057" y="1208722"/>
                  </a:lnTo>
                  <a:lnTo>
                    <a:pt x="113348" y="1274445"/>
                  </a:lnTo>
                  <a:lnTo>
                    <a:pt x="153352" y="1337310"/>
                  </a:lnTo>
                  <a:lnTo>
                    <a:pt x="198120" y="1396365"/>
                  </a:lnTo>
                  <a:lnTo>
                    <a:pt x="248602" y="1450657"/>
                  </a:lnTo>
                  <a:lnTo>
                    <a:pt x="302895" y="1501140"/>
                  </a:lnTo>
                  <a:lnTo>
                    <a:pt x="361950" y="1545907"/>
                  </a:lnTo>
                  <a:lnTo>
                    <a:pt x="424815" y="1585912"/>
                  </a:lnTo>
                  <a:lnTo>
                    <a:pt x="490538" y="1620202"/>
                  </a:lnTo>
                  <a:lnTo>
                    <a:pt x="559117" y="1648778"/>
                  </a:lnTo>
                  <a:lnTo>
                    <a:pt x="629602" y="1670685"/>
                  </a:lnTo>
                  <a:lnTo>
                    <a:pt x="701992" y="1686878"/>
                  </a:lnTo>
                  <a:lnTo>
                    <a:pt x="775335" y="1696402"/>
                  </a:lnTo>
                  <a:lnTo>
                    <a:pt x="849630" y="1699260"/>
                  </a:lnTo>
                  <a:lnTo>
                    <a:pt x="923925" y="1696402"/>
                  </a:lnTo>
                  <a:lnTo>
                    <a:pt x="997267" y="1686878"/>
                  </a:lnTo>
                  <a:lnTo>
                    <a:pt x="1069657" y="1670685"/>
                  </a:lnTo>
                  <a:lnTo>
                    <a:pt x="1140142" y="1648778"/>
                  </a:lnTo>
                  <a:lnTo>
                    <a:pt x="1208722" y="1620202"/>
                  </a:lnTo>
                  <a:lnTo>
                    <a:pt x="1274445" y="1585912"/>
                  </a:lnTo>
                  <a:lnTo>
                    <a:pt x="1337310" y="1545907"/>
                  </a:lnTo>
                  <a:lnTo>
                    <a:pt x="1396365" y="1501140"/>
                  </a:lnTo>
                  <a:lnTo>
                    <a:pt x="1450657" y="1450657"/>
                  </a:lnTo>
                  <a:lnTo>
                    <a:pt x="1501140" y="1396365"/>
                  </a:lnTo>
                  <a:lnTo>
                    <a:pt x="1545907" y="1337310"/>
                  </a:lnTo>
                  <a:lnTo>
                    <a:pt x="1585912" y="1274445"/>
                  </a:lnTo>
                  <a:lnTo>
                    <a:pt x="1620202" y="1208722"/>
                  </a:lnTo>
                  <a:lnTo>
                    <a:pt x="1648778" y="1140143"/>
                  </a:lnTo>
                  <a:lnTo>
                    <a:pt x="1670685" y="1069657"/>
                  </a:lnTo>
                  <a:lnTo>
                    <a:pt x="1686878" y="997268"/>
                  </a:lnTo>
                  <a:lnTo>
                    <a:pt x="1696402" y="923925"/>
                  </a:lnTo>
                  <a:lnTo>
                    <a:pt x="1699260" y="849630"/>
                  </a:lnTo>
                  <a:lnTo>
                    <a:pt x="1696402" y="775335"/>
                  </a:lnTo>
                  <a:lnTo>
                    <a:pt x="1687830" y="711518"/>
                  </a:lnTo>
                </a:path>
              </a:pathLst>
            </a:custGeom>
            <a:noFill/>
            <a:ln w="32385">
              <a:solidFill>
                <a:srgbClr val="312E25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1246822" y="2123122"/>
              <a:ext cx="1651635" cy="1651635"/>
            </a:xfrm>
            <a:custGeom>
              <a:avLst/>
              <a:gdLst/>
              <a:ahLst/>
              <a:cxnLst/>
              <a:rect l="l" t="t" r="r" b="b"/>
              <a:pathLst>
                <a:path w="1651635" h="1651635">
                  <a:moveTo>
                    <a:pt x="1650682" y="816293"/>
                  </a:moveTo>
                  <a:lnTo>
                    <a:pt x="1648778" y="753428"/>
                  </a:lnTo>
                  <a:lnTo>
                    <a:pt x="1639252" y="682943"/>
                  </a:lnTo>
                  <a:lnTo>
                    <a:pt x="1623060" y="612457"/>
                  </a:lnTo>
                  <a:lnTo>
                    <a:pt x="1601152" y="542925"/>
                  </a:lnTo>
                  <a:lnTo>
                    <a:pt x="1574482" y="477202"/>
                  </a:lnTo>
                  <a:lnTo>
                    <a:pt x="1541145" y="413385"/>
                  </a:lnTo>
                  <a:lnTo>
                    <a:pt x="1502093" y="352425"/>
                  </a:lnTo>
                  <a:lnTo>
                    <a:pt x="1458278" y="295275"/>
                  </a:lnTo>
                  <a:lnTo>
                    <a:pt x="1409700" y="241935"/>
                  </a:lnTo>
                  <a:lnTo>
                    <a:pt x="1356360" y="193357"/>
                  </a:lnTo>
                  <a:lnTo>
                    <a:pt x="1300162" y="149542"/>
                  </a:lnTo>
                  <a:lnTo>
                    <a:pt x="1238250" y="110490"/>
                  </a:lnTo>
                  <a:lnTo>
                    <a:pt x="1174432" y="77152"/>
                  </a:lnTo>
                  <a:lnTo>
                    <a:pt x="1107757" y="49530"/>
                  </a:lnTo>
                  <a:lnTo>
                    <a:pt x="1039178" y="28575"/>
                  </a:lnTo>
                  <a:lnTo>
                    <a:pt x="968692" y="12382"/>
                  </a:lnTo>
                  <a:lnTo>
                    <a:pt x="898207" y="2857"/>
                  </a:lnTo>
                  <a:lnTo>
                    <a:pt x="825817" y="0"/>
                  </a:lnTo>
                  <a:lnTo>
                    <a:pt x="753428" y="2857"/>
                  </a:lnTo>
                  <a:lnTo>
                    <a:pt x="681990" y="12382"/>
                  </a:lnTo>
                  <a:lnTo>
                    <a:pt x="612457" y="28575"/>
                  </a:lnTo>
                  <a:lnTo>
                    <a:pt x="542925" y="49530"/>
                  </a:lnTo>
                  <a:lnTo>
                    <a:pt x="477202" y="77152"/>
                  </a:lnTo>
                  <a:lnTo>
                    <a:pt x="413385" y="110490"/>
                  </a:lnTo>
                  <a:lnTo>
                    <a:pt x="352425" y="149542"/>
                  </a:lnTo>
                  <a:lnTo>
                    <a:pt x="295275" y="193357"/>
                  </a:lnTo>
                  <a:lnTo>
                    <a:pt x="241935" y="241935"/>
                  </a:lnTo>
                  <a:lnTo>
                    <a:pt x="193357" y="295275"/>
                  </a:lnTo>
                  <a:lnTo>
                    <a:pt x="149542" y="352425"/>
                  </a:lnTo>
                  <a:lnTo>
                    <a:pt x="110490" y="413385"/>
                  </a:lnTo>
                  <a:lnTo>
                    <a:pt x="77152" y="477202"/>
                  </a:lnTo>
                  <a:lnTo>
                    <a:pt x="49530" y="542925"/>
                  </a:lnTo>
                  <a:lnTo>
                    <a:pt x="28575" y="612457"/>
                  </a:lnTo>
                  <a:lnTo>
                    <a:pt x="12382" y="682943"/>
                  </a:lnTo>
                  <a:lnTo>
                    <a:pt x="2857" y="753428"/>
                  </a:lnTo>
                  <a:lnTo>
                    <a:pt x="0" y="825818"/>
                  </a:lnTo>
                  <a:lnTo>
                    <a:pt x="2857" y="898207"/>
                  </a:lnTo>
                  <a:lnTo>
                    <a:pt x="12382" y="969645"/>
                  </a:lnTo>
                  <a:lnTo>
                    <a:pt x="28575" y="1039178"/>
                  </a:lnTo>
                  <a:lnTo>
                    <a:pt x="49530" y="1107757"/>
                  </a:lnTo>
                  <a:lnTo>
                    <a:pt x="77152" y="1175385"/>
                  </a:lnTo>
                  <a:lnTo>
                    <a:pt x="110490" y="1239202"/>
                  </a:lnTo>
                  <a:lnTo>
                    <a:pt x="149542" y="1299210"/>
                  </a:lnTo>
                  <a:lnTo>
                    <a:pt x="193357" y="1356360"/>
                  </a:lnTo>
                  <a:lnTo>
                    <a:pt x="241935" y="1409700"/>
                  </a:lnTo>
                  <a:lnTo>
                    <a:pt x="295275" y="1458278"/>
                  </a:lnTo>
                  <a:lnTo>
                    <a:pt x="352425" y="1502093"/>
                  </a:lnTo>
                  <a:lnTo>
                    <a:pt x="413385" y="1541145"/>
                  </a:lnTo>
                  <a:lnTo>
                    <a:pt x="477202" y="1574482"/>
                  </a:lnTo>
                  <a:lnTo>
                    <a:pt x="542925" y="1602105"/>
                  </a:lnTo>
                  <a:lnTo>
                    <a:pt x="612457" y="1623060"/>
                  </a:lnTo>
                  <a:lnTo>
                    <a:pt x="681990" y="1639252"/>
                  </a:lnTo>
                  <a:lnTo>
                    <a:pt x="753428" y="1648778"/>
                  </a:lnTo>
                  <a:lnTo>
                    <a:pt x="825817" y="1651635"/>
                  </a:lnTo>
                  <a:lnTo>
                    <a:pt x="898207" y="1648778"/>
                  </a:lnTo>
                  <a:lnTo>
                    <a:pt x="968692" y="1639252"/>
                  </a:lnTo>
                  <a:lnTo>
                    <a:pt x="1039178" y="1623060"/>
                  </a:lnTo>
                  <a:lnTo>
                    <a:pt x="1107757" y="1602105"/>
                  </a:lnTo>
                  <a:lnTo>
                    <a:pt x="1174432" y="1574482"/>
                  </a:lnTo>
                  <a:lnTo>
                    <a:pt x="1238250" y="1541145"/>
                  </a:lnTo>
                  <a:lnTo>
                    <a:pt x="1300162" y="1502093"/>
                  </a:lnTo>
                  <a:lnTo>
                    <a:pt x="1356360" y="1458278"/>
                  </a:lnTo>
                  <a:lnTo>
                    <a:pt x="1409700" y="1409700"/>
                  </a:lnTo>
                  <a:lnTo>
                    <a:pt x="1458278" y="1356360"/>
                  </a:lnTo>
                  <a:lnTo>
                    <a:pt x="1502093" y="1299210"/>
                  </a:lnTo>
                  <a:lnTo>
                    <a:pt x="1541145" y="1239202"/>
                  </a:lnTo>
                  <a:lnTo>
                    <a:pt x="1574482" y="1175385"/>
                  </a:lnTo>
                  <a:lnTo>
                    <a:pt x="1601152" y="1107757"/>
                  </a:lnTo>
                  <a:lnTo>
                    <a:pt x="1623060" y="1039178"/>
                  </a:lnTo>
                  <a:lnTo>
                    <a:pt x="1639252" y="969645"/>
                  </a:lnTo>
                  <a:lnTo>
                    <a:pt x="1648778" y="898207"/>
                  </a:lnTo>
                  <a:lnTo>
                    <a:pt x="1651635" y="825818"/>
                  </a:lnTo>
                  <a:lnTo>
                    <a:pt x="1648778" y="753428"/>
                  </a:lnTo>
                  <a:lnTo>
                    <a:pt x="1640205" y="691515"/>
                  </a:lnTo>
                </a:path>
              </a:pathLst>
            </a:custGeom>
            <a:noFill/>
            <a:ln w="32385">
              <a:solidFill>
                <a:srgbClr val="2C2922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1271588" y="2146935"/>
              <a:ext cx="1603058" cy="1603057"/>
            </a:xfrm>
            <a:custGeom>
              <a:avLst/>
              <a:gdLst/>
              <a:ahLst/>
              <a:cxnLst/>
              <a:rect l="l" t="t" r="r" b="b"/>
              <a:pathLst>
                <a:path w="1603058" h="1603057">
                  <a:moveTo>
                    <a:pt x="1602105" y="792480"/>
                  </a:moveTo>
                  <a:lnTo>
                    <a:pt x="1599247" y="732472"/>
                  </a:lnTo>
                  <a:lnTo>
                    <a:pt x="1590675" y="662940"/>
                  </a:lnTo>
                  <a:lnTo>
                    <a:pt x="1575435" y="594360"/>
                  </a:lnTo>
                  <a:lnTo>
                    <a:pt x="1554480" y="527685"/>
                  </a:lnTo>
                  <a:lnTo>
                    <a:pt x="1527810" y="462915"/>
                  </a:lnTo>
                  <a:lnTo>
                    <a:pt x="1495425" y="401002"/>
                  </a:lnTo>
                  <a:lnTo>
                    <a:pt x="1458278" y="341948"/>
                  </a:lnTo>
                  <a:lnTo>
                    <a:pt x="1415415" y="286702"/>
                  </a:lnTo>
                  <a:lnTo>
                    <a:pt x="1367790" y="235267"/>
                  </a:lnTo>
                  <a:lnTo>
                    <a:pt x="1316355" y="187642"/>
                  </a:lnTo>
                  <a:lnTo>
                    <a:pt x="1261110" y="145732"/>
                  </a:lnTo>
                  <a:lnTo>
                    <a:pt x="1202055" y="107632"/>
                  </a:lnTo>
                  <a:lnTo>
                    <a:pt x="1140142" y="75248"/>
                  </a:lnTo>
                  <a:lnTo>
                    <a:pt x="1075372" y="48577"/>
                  </a:lnTo>
                  <a:lnTo>
                    <a:pt x="1008698" y="27623"/>
                  </a:lnTo>
                  <a:lnTo>
                    <a:pt x="940117" y="12382"/>
                  </a:lnTo>
                  <a:lnTo>
                    <a:pt x="870585" y="3810"/>
                  </a:lnTo>
                  <a:lnTo>
                    <a:pt x="801052" y="0"/>
                  </a:lnTo>
                  <a:lnTo>
                    <a:pt x="731520" y="3810"/>
                  </a:lnTo>
                  <a:lnTo>
                    <a:pt x="661988" y="12382"/>
                  </a:lnTo>
                  <a:lnTo>
                    <a:pt x="593408" y="27623"/>
                  </a:lnTo>
                  <a:lnTo>
                    <a:pt x="526733" y="48577"/>
                  </a:lnTo>
                  <a:lnTo>
                    <a:pt x="461962" y="75248"/>
                  </a:lnTo>
                  <a:lnTo>
                    <a:pt x="400050" y="107632"/>
                  </a:lnTo>
                  <a:lnTo>
                    <a:pt x="340995" y="145732"/>
                  </a:lnTo>
                  <a:lnTo>
                    <a:pt x="285750" y="187642"/>
                  </a:lnTo>
                  <a:lnTo>
                    <a:pt x="234315" y="235267"/>
                  </a:lnTo>
                  <a:lnTo>
                    <a:pt x="186690" y="286702"/>
                  </a:lnTo>
                  <a:lnTo>
                    <a:pt x="143827" y="341948"/>
                  </a:lnTo>
                  <a:lnTo>
                    <a:pt x="106680" y="401002"/>
                  </a:lnTo>
                  <a:lnTo>
                    <a:pt x="74295" y="462915"/>
                  </a:lnTo>
                  <a:lnTo>
                    <a:pt x="47625" y="527685"/>
                  </a:lnTo>
                  <a:lnTo>
                    <a:pt x="26670" y="594360"/>
                  </a:lnTo>
                  <a:lnTo>
                    <a:pt x="11430" y="662940"/>
                  </a:lnTo>
                  <a:lnTo>
                    <a:pt x="2858" y="732472"/>
                  </a:lnTo>
                  <a:lnTo>
                    <a:pt x="0" y="802005"/>
                  </a:lnTo>
                  <a:lnTo>
                    <a:pt x="2858" y="871537"/>
                  </a:lnTo>
                  <a:lnTo>
                    <a:pt x="11430" y="941070"/>
                  </a:lnTo>
                  <a:lnTo>
                    <a:pt x="26670" y="1009650"/>
                  </a:lnTo>
                  <a:lnTo>
                    <a:pt x="47625" y="1076325"/>
                  </a:lnTo>
                  <a:lnTo>
                    <a:pt x="74295" y="1141095"/>
                  </a:lnTo>
                  <a:lnTo>
                    <a:pt x="106680" y="1203007"/>
                  </a:lnTo>
                  <a:lnTo>
                    <a:pt x="143827" y="1262062"/>
                  </a:lnTo>
                  <a:lnTo>
                    <a:pt x="186690" y="1317307"/>
                  </a:lnTo>
                  <a:lnTo>
                    <a:pt x="234315" y="1368743"/>
                  </a:lnTo>
                  <a:lnTo>
                    <a:pt x="285750" y="1415415"/>
                  </a:lnTo>
                  <a:lnTo>
                    <a:pt x="340995" y="1458278"/>
                  </a:lnTo>
                  <a:lnTo>
                    <a:pt x="400050" y="1496378"/>
                  </a:lnTo>
                  <a:lnTo>
                    <a:pt x="461962" y="1528762"/>
                  </a:lnTo>
                  <a:lnTo>
                    <a:pt x="526733" y="1555432"/>
                  </a:lnTo>
                  <a:lnTo>
                    <a:pt x="593408" y="1576387"/>
                  </a:lnTo>
                  <a:lnTo>
                    <a:pt x="661988" y="1591628"/>
                  </a:lnTo>
                  <a:lnTo>
                    <a:pt x="731520" y="1600200"/>
                  </a:lnTo>
                  <a:lnTo>
                    <a:pt x="801052" y="1603057"/>
                  </a:lnTo>
                  <a:lnTo>
                    <a:pt x="870585" y="1600200"/>
                  </a:lnTo>
                  <a:lnTo>
                    <a:pt x="940117" y="1591628"/>
                  </a:lnTo>
                  <a:lnTo>
                    <a:pt x="1008698" y="1576387"/>
                  </a:lnTo>
                  <a:lnTo>
                    <a:pt x="1075372" y="1555432"/>
                  </a:lnTo>
                  <a:lnTo>
                    <a:pt x="1140142" y="1528762"/>
                  </a:lnTo>
                  <a:lnTo>
                    <a:pt x="1202055" y="1496378"/>
                  </a:lnTo>
                  <a:lnTo>
                    <a:pt x="1261110" y="1458278"/>
                  </a:lnTo>
                  <a:lnTo>
                    <a:pt x="1316355" y="1415415"/>
                  </a:lnTo>
                  <a:lnTo>
                    <a:pt x="1367790" y="1368743"/>
                  </a:lnTo>
                  <a:lnTo>
                    <a:pt x="1415415" y="1317307"/>
                  </a:lnTo>
                  <a:lnTo>
                    <a:pt x="1458278" y="1262062"/>
                  </a:lnTo>
                  <a:lnTo>
                    <a:pt x="1495425" y="1203007"/>
                  </a:lnTo>
                  <a:lnTo>
                    <a:pt x="1527810" y="1141095"/>
                  </a:lnTo>
                  <a:lnTo>
                    <a:pt x="1554480" y="1076325"/>
                  </a:lnTo>
                  <a:lnTo>
                    <a:pt x="1575435" y="1009650"/>
                  </a:lnTo>
                  <a:lnTo>
                    <a:pt x="1590675" y="941070"/>
                  </a:lnTo>
                  <a:lnTo>
                    <a:pt x="1599247" y="871537"/>
                  </a:lnTo>
                  <a:lnTo>
                    <a:pt x="1603058" y="802005"/>
                  </a:lnTo>
                  <a:lnTo>
                    <a:pt x="1599247" y="732472"/>
                  </a:lnTo>
                  <a:lnTo>
                    <a:pt x="1591628" y="672465"/>
                  </a:lnTo>
                </a:path>
              </a:pathLst>
            </a:custGeom>
            <a:noFill/>
            <a:ln w="32385">
              <a:solidFill>
                <a:srgbClr val="24231D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1295400" y="2171700"/>
              <a:ext cx="1554480" cy="1554480"/>
            </a:xfrm>
            <a:custGeom>
              <a:avLst/>
              <a:gdLst/>
              <a:ahLst/>
              <a:cxnLst/>
              <a:rect l="l" t="t" r="r" b="b"/>
              <a:pathLst>
                <a:path w="1554480" h="1554480">
                  <a:moveTo>
                    <a:pt x="1554480" y="767715"/>
                  </a:moveTo>
                  <a:lnTo>
                    <a:pt x="1551622" y="709612"/>
                  </a:lnTo>
                  <a:lnTo>
                    <a:pt x="1543050" y="641985"/>
                  </a:lnTo>
                  <a:lnTo>
                    <a:pt x="1527810" y="576262"/>
                  </a:lnTo>
                  <a:lnTo>
                    <a:pt x="1507808" y="511492"/>
                  </a:lnTo>
                  <a:lnTo>
                    <a:pt x="1481138" y="448628"/>
                  </a:lnTo>
                  <a:lnTo>
                    <a:pt x="1450658" y="388620"/>
                  </a:lnTo>
                  <a:lnTo>
                    <a:pt x="1413510" y="331470"/>
                  </a:lnTo>
                  <a:lnTo>
                    <a:pt x="1372553" y="277178"/>
                  </a:lnTo>
                  <a:lnTo>
                    <a:pt x="1326832" y="227648"/>
                  </a:lnTo>
                  <a:lnTo>
                    <a:pt x="1277303" y="181927"/>
                  </a:lnTo>
                  <a:lnTo>
                    <a:pt x="1223010" y="140017"/>
                  </a:lnTo>
                  <a:lnTo>
                    <a:pt x="1165860" y="103823"/>
                  </a:lnTo>
                  <a:lnTo>
                    <a:pt x="1105852" y="73342"/>
                  </a:lnTo>
                  <a:lnTo>
                    <a:pt x="1042988" y="46673"/>
                  </a:lnTo>
                  <a:lnTo>
                    <a:pt x="978217" y="26670"/>
                  </a:lnTo>
                  <a:lnTo>
                    <a:pt x="912495" y="11430"/>
                  </a:lnTo>
                  <a:lnTo>
                    <a:pt x="844867" y="2858"/>
                  </a:lnTo>
                  <a:lnTo>
                    <a:pt x="777240" y="0"/>
                  </a:lnTo>
                  <a:lnTo>
                    <a:pt x="709612" y="2858"/>
                  </a:lnTo>
                  <a:lnTo>
                    <a:pt x="642938" y="11430"/>
                  </a:lnTo>
                  <a:lnTo>
                    <a:pt x="576262" y="26670"/>
                  </a:lnTo>
                  <a:lnTo>
                    <a:pt x="511492" y="46673"/>
                  </a:lnTo>
                  <a:lnTo>
                    <a:pt x="448627" y="73342"/>
                  </a:lnTo>
                  <a:lnTo>
                    <a:pt x="388620" y="103823"/>
                  </a:lnTo>
                  <a:lnTo>
                    <a:pt x="331470" y="140017"/>
                  </a:lnTo>
                  <a:lnTo>
                    <a:pt x="278130" y="181927"/>
                  </a:lnTo>
                  <a:lnTo>
                    <a:pt x="227648" y="227648"/>
                  </a:lnTo>
                  <a:lnTo>
                    <a:pt x="181927" y="277178"/>
                  </a:lnTo>
                  <a:lnTo>
                    <a:pt x="140017" y="331470"/>
                  </a:lnTo>
                  <a:lnTo>
                    <a:pt x="103823" y="388620"/>
                  </a:lnTo>
                  <a:lnTo>
                    <a:pt x="72390" y="448628"/>
                  </a:lnTo>
                  <a:lnTo>
                    <a:pt x="46673" y="511492"/>
                  </a:lnTo>
                  <a:lnTo>
                    <a:pt x="26670" y="576262"/>
                  </a:lnTo>
                  <a:lnTo>
                    <a:pt x="11430" y="641985"/>
                  </a:lnTo>
                  <a:lnTo>
                    <a:pt x="2858" y="709612"/>
                  </a:lnTo>
                  <a:lnTo>
                    <a:pt x="0" y="777240"/>
                  </a:lnTo>
                  <a:lnTo>
                    <a:pt x="2858" y="844867"/>
                  </a:lnTo>
                  <a:lnTo>
                    <a:pt x="11430" y="912495"/>
                  </a:lnTo>
                  <a:lnTo>
                    <a:pt x="26670" y="978217"/>
                  </a:lnTo>
                  <a:lnTo>
                    <a:pt x="46673" y="1042988"/>
                  </a:lnTo>
                  <a:lnTo>
                    <a:pt x="72390" y="1105853"/>
                  </a:lnTo>
                  <a:lnTo>
                    <a:pt x="103823" y="1165860"/>
                  </a:lnTo>
                  <a:lnTo>
                    <a:pt x="140017" y="1223010"/>
                  </a:lnTo>
                  <a:lnTo>
                    <a:pt x="181927" y="1276350"/>
                  </a:lnTo>
                  <a:lnTo>
                    <a:pt x="227648" y="1326832"/>
                  </a:lnTo>
                  <a:lnTo>
                    <a:pt x="278130" y="1372553"/>
                  </a:lnTo>
                  <a:lnTo>
                    <a:pt x="331470" y="1413510"/>
                  </a:lnTo>
                  <a:lnTo>
                    <a:pt x="388620" y="1450658"/>
                  </a:lnTo>
                  <a:lnTo>
                    <a:pt x="448627" y="1482090"/>
                  </a:lnTo>
                  <a:lnTo>
                    <a:pt x="511492" y="1507808"/>
                  </a:lnTo>
                  <a:lnTo>
                    <a:pt x="576262" y="1527810"/>
                  </a:lnTo>
                  <a:lnTo>
                    <a:pt x="642938" y="1543050"/>
                  </a:lnTo>
                  <a:lnTo>
                    <a:pt x="709612" y="1551622"/>
                  </a:lnTo>
                  <a:lnTo>
                    <a:pt x="777240" y="1554480"/>
                  </a:lnTo>
                  <a:lnTo>
                    <a:pt x="844867" y="1551622"/>
                  </a:lnTo>
                  <a:lnTo>
                    <a:pt x="912495" y="1543050"/>
                  </a:lnTo>
                  <a:lnTo>
                    <a:pt x="978217" y="1527810"/>
                  </a:lnTo>
                  <a:lnTo>
                    <a:pt x="1042988" y="1507808"/>
                  </a:lnTo>
                  <a:lnTo>
                    <a:pt x="1105852" y="1482090"/>
                  </a:lnTo>
                  <a:lnTo>
                    <a:pt x="1165860" y="1450658"/>
                  </a:lnTo>
                  <a:lnTo>
                    <a:pt x="1223010" y="1413510"/>
                  </a:lnTo>
                  <a:lnTo>
                    <a:pt x="1277303" y="1372553"/>
                  </a:lnTo>
                  <a:lnTo>
                    <a:pt x="1326832" y="1326832"/>
                  </a:lnTo>
                  <a:lnTo>
                    <a:pt x="1372553" y="1276350"/>
                  </a:lnTo>
                  <a:lnTo>
                    <a:pt x="1413510" y="1223010"/>
                  </a:lnTo>
                  <a:lnTo>
                    <a:pt x="1450658" y="1165860"/>
                  </a:lnTo>
                  <a:lnTo>
                    <a:pt x="1481138" y="1105853"/>
                  </a:lnTo>
                  <a:lnTo>
                    <a:pt x="1507808" y="1042988"/>
                  </a:lnTo>
                  <a:lnTo>
                    <a:pt x="1527810" y="978217"/>
                  </a:lnTo>
                  <a:lnTo>
                    <a:pt x="1543050" y="912495"/>
                  </a:lnTo>
                  <a:lnTo>
                    <a:pt x="1551622" y="844867"/>
                  </a:lnTo>
                  <a:lnTo>
                    <a:pt x="1554480" y="777240"/>
                  </a:lnTo>
                  <a:lnTo>
                    <a:pt x="1551622" y="709612"/>
                  </a:lnTo>
                  <a:lnTo>
                    <a:pt x="1544003" y="651510"/>
                  </a:lnTo>
                </a:path>
              </a:pathLst>
            </a:custGeom>
            <a:noFill/>
            <a:ln w="32385">
              <a:solidFill>
                <a:srgbClr val="161514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1319212" y="2195512"/>
              <a:ext cx="1506855" cy="1506855"/>
            </a:xfrm>
            <a:custGeom>
              <a:avLst/>
              <a:gdLst/>
              <a:ahLst/>
              <a:cxnLst/>
              <a:rect l="l" t="t" r="r" b="b"/>
              <a:pathLst>
                <a:path w="1506855" h="1506855">
                  <a:moveTo>
                    <a:pt x="1505903" y="743903"/>
                  </a:moveTo>
                  <a:lnTo>
                    <a:pt x="1503045" y="687705"/>
                  </a:lnTo>
                  <a:lnTo>
                    <a:pt x="1495425" y="622935"/>
                  </a:lnTo>
                  <a:lnTo>
                    <a:pt x="1480185" y="558165"/>
                  </a:lnTo>
                  <a:lnTo>
                    <a:pt x="1461135" y="496253"/>
                  </a:lnTo>
                  <a:lnTo>
                    <a:pt x="1435418" y="435292"/>
                  </a:lnTo>
                  <a:lnTo>
                    <a:pt x="1404938" y="377190"/>
                  </a:lnTo>
                  <a:lnTo>
                    <a:pt x="1369695" y="321945"/>
                  </a:lnTo>
                  <a:lnTo>
                    <a:pt x="1329690" y="269558"/>
                  </a:lnTo>
                  <a:lnTo>
                    <a:pt x="1285875" y="220980"/>
                  </a:lnTo>
                  <a:lnTo>
                    <a:pt x="1237297" y="176212"/>
                  </a:lnTo>
                  <a:lnTo>
                    <a:pt x="1184910" y="137160"/>
                  </a:lnTo>
                  <a:lnTo>
                    <a:pt x="1129665" y="100965"/>
                  </a:lnTo>
                  <a:lnTo>
                    <a:pt x="1071562" y="71438"/>
                  </a:lnTo>
                  <a:lnTo>
                    <a:pt x="1010602" y="45720"/>
                  </a:lnTo>
                  <a:lnTo>
                    <a:pt x="947738" y="25717"/>
                  </a:lnTo>
                  <a:lnTo>
                    <a:pt x="883920" y="12383"/>
                  </a:lnTo>
                  <a:lnTo>
                    <a:pt x="819150" y="3810"/>
                  </a:lnTo>
                  <a:lnTo>
                    <a:pt x="753428" y="0"/>
                  </a:lnTo>
                  <a:lnTo>
                    <a:pt x="687705" y="3810"/>
                  </a:lnTo>
                  <a:lnTo>
                    <a:pt x="622935" y="12383"/>
                  </a:lnTo>
                  <a:lnTo>
                    <a:pt x="558165" y="25717"/>
                  </a:lnTo>
                  <a:lnTo>
                    <a:pt x="496252" y="45720"/>
                  </a:lnTo>
                  <a:lnTo>
                    <a:pt x="435292" y="71438"/>
                  </a:lnTo>
                  <a:lnTo>
                    <a:pt x="377190" y="100965"/>
                  </a:lnTo>
                  <a:lnTo>
                    <a:pt x="321945" y="137160"/>
                  </a:lnTo>
                  <a:lnTo>
                    <a:pt x="269558" y="176212"/>
                  </a:lnTo>
                  <a:lnTo>
                    <a:pt x="220980" y="220980"/>
                  </a:lnTo>
                  <a:lnTo>
                    <a:pt x="176212" y="269558"/>
                  </a:lnTo>
                  <a:lnTo>
                    <a:pt x="136208" y="321945"/>
                  </a:lnTo>
                  <a:lnTo>
                    <a:pt x="101917" y="377190"/>
                  </a:lnTo>
                  <a:lnTo>
                    <a:pt x="71438" y="435292"/>
                  </a:lnTo>
                  <a:lnTo>
                    <a:pt x="45720" y="496253"/>
                  </a:lnTo>
                  <a:lnTo>
                    <a:pt x="26670" y="558165"/>
                  </a:lnTo>
                  <a:lnTo>
                    <a:pt x="11430" y="622935"/>
                  </a:lnTo>
                  <a:lnTo>
                    <a:pt x="3810" y="687705"/>
                  </a:lnTo>
                  <a:lnTo>
                    <a:pt x="0" y="753428"/>
                  </a:lnTo>
                  <a:lnTo>
                    <a:pt x="3810" y="819150"/>
                  </a:lnTo>
                  <a:lnTo>
                    <a:pt x="11430" y="883920"/>
                  </a:lnTo>
                  <a:lnTo>
                    <a:pt x="26670" y="948690"/>
                  </a:lnTo>
                  <a:lnTo>
                    <a:pt x="45720" y="1010603"/>
                  </a:lnTo>
                  <a:lnTo>
                    <a:pt x="71438" y="1071562"/>
                  </a:lnTo>
                  <a:lnTo>
                    <a:pt x="101917" y="1129665"/>
                  </a:lnTo>
                  <a:lnTo>
                    <a:pt x="136208" y="1184910"/>
                  </a:lnTo>
                  <a:lnTo>
                    <a:pt x="176212" y="1237297"/>
                  </a:lnTo>
                  <a:lnTo>
                    <a:pt x="220980" y="1285875"/>
                  </a:lnTo>
                  <a:lnTo>
                    <a:pt x="269558" y="1330642"/>
                  </a:lnTo>
                  <a:lnTo>
                    <a:pt x="321945" y="1370647"/>
                  </a:lnTo>
                  <a:lnTo>
                    <a:pt x="377190" y="1405890"/>
                  </a:lnTo>
                  <a:lnTo>
                    <a:pt x="435292" y="1435418"/>
                  </a:lnTo>
                  <a:lnTo>
                    <a:pt x="496252" y="1461135"/>
                  </a:lnTo>
                  <a:lnTo>
                    <a:pt x="558165" y="1480185"/>
                  </a:lnTo>
                  <a:lnTo>
                    <a:pt x="622935" y="1495425"/>
                  </a:lnTo>
                  <a:lnTo>
                    <a:pt x="687705" y="1503997"/>
                  </a:lnTo>
                  <a:lnTo>
                    <a:pt x="753428" y="1506855"/>
                  </a:lnTo>
                  <a:lnTo>
                    <a:pt x="819150" y="1503997"/>
                  </a:lnTo>
                  <a:lnTo>
                    <a:pt x="883920" y="1495425"/>
                  </a:lnTo>
                  <a:lnTo>
                    <a:pt x="947738" y="1480185"/>
                  </a:lnTo>
                  <a:lnTo>
                    <a:pt x="1010602" y="1461135"/>
                  </a:lnTo>
                  <a:lnTo>
                    <a:pt x="1071562" y="1435418"/>
                  </a:lnTo>
                  <a:lnTo>
                    <a:pt x="1129665" y="1405890"/>
                  </a:lnTo>
                  <a:lnTo>
                    <a:pt x="1184910" y="1370647"/>
                  </a:lnTo>
                  <a:lnTo>
                    <a:pt x="1237297" y="1330642"/>
                  </a:lnTo>
                  <a:lnTo>
                    <a:pt x="1285875" y="1285875"/>
                  </a:lnTo>
                  <a:lnTo>
                    <a:pt x="1329690" y="1237297"/>
                  </a:lnTo>
                  <a:lnTo>
                    <a:pt x="1369695" y="1184910"/>
                  </a:lnTo>
                  <a:lnTo>
                    <a:pt x="1404938" y="1129665"/>
                  </a:lnTo>
                  <a:lnTo>
                    <a:pt x="1435418" y="1071562"/>
                  </a:lnTo>
                  <a:lnTo>
                    <a:pt x="1461135" y="1010603"/>
                  </a:lnTo>
                  <a:lnTo>
                    <a:pt x="1480185" y="948690"/>
                  </a:lnTo>
                  <a:lnTo>
                    <a:pt x="1495425" y="883920"/>
                  </a:lnTo>
                  <a:lnTo>
                    <a:pt x="1503045" y="819150"/>
                  </a:lnTo>
                  <a:lnTo>
                    <a:pt x="1506855" y="753428"/>
                  </a:lnTo>
                  <a:lnTo>
                    <a:pt x="1503045" y="687705"/>
                  </a:lnTo>
                  <a:lnTo>
                    <a:pt x="1496378" y="632460"/>
                  </a:lnTo>
                </a:path>
              </a:pathLst>
            </a:custGeom>
            <a:noFill/>
            <a:ln w="32385">
              <a:solidFill>
                <a:srgbClr val="22211C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1343978" y="2220278"/>
              <a:ext cx="1457325" cy="1457325"/>
            </a:xfrm>
            <a:custGeom>
              <a:avLst/>
              <a:gdLst/>
              <a:ahLst/>
              <a:cxnLst/>
              <a:rect l="l" t="t" r="r" b="b"/>
              <a:pathLst>
                <a:path w="1457325" h="1457325">
                  <a:moveTo>
                    <a:pt x="1457325" y="719138"/>
                  </a:moveTo>
                  <a:lnTo>
                    <a:pt x="1454468" y="664845"/>
                  </a:lnTo>
                  <a:lnTo>
                    <a:pt x="1445895" y="601980"/>
                  </a:lnTo>
                  <a:lnTo>
                    <a:pt x="1432560" y="540068"/>
                  </a:lnTo>
                  <a:lnTo>
                    <a:pt x="1413510" y="479107"/>
                  </a:lnTo>
                  <a:lnTo>
                    <a:pt x="1388745" y="421005"/>
                  </a:lnTo>
                  <a:lnTo>
                    <a:pt x="1359218" y="364807"/>
                  </a:lnTo>
                  <a:lnTo>
                    <a:pt x="1324928" y="310515"/>
                  </a:lnTo>
                  <a:lnTo>
                    <a:pt x="1286828" y="260032"/>
                  </a:lnTo>
                  <a:lnTo>
                    <a:pt x="1243965" y="213360"/>
                  </a:lnTo>
                  <a:lnTo>
                    <a:pt x="1197293" y="170498"/>
                  </a:lnTo>
                  <a:lnTo>
                    <a:pt x="1146810" y="131445"/>
                  </a:lnTo>
                  <a:lnTo>
                    <a:pt x="1092518" y="97155"/>
                  </a:lnTo>
                  <a:lnTo>
                    <a:pt x="1036320" y="68580"/>
                  </a:lnTo>
                  <a:lnTo>
                    <a:pt x="978218" y="43815"/>
                  </a:lnTo>
                  <a:lnTo>
                    <a:pt x="917258" y="24765"/>
                  </a:lnTo>
                  <a:lnTo>
                    <a:pt x="855345" y="10477"/>
                  </a:lnTo>
                  <a:lnTo>
                    <a:pt x="791528" y="2858"/>
                  </a:lnTo>
                  <a:lnTo>
                    <a:pt x="728662" y="0"/>
                  </a:lnTo>
                  <a:lnTo>
                    <a:pt x="665798" y="2858"/>
                  </a:lnTo>
                  <a:lnTo>
                    <a:pt x="601980" y="10477"/>
                  </a:lnTo>
                  <a:lnTo>
                    <a:pt x="540068" y="24765"/>
                  </a:lnTo>
                  <a:lnTo>
                    <a:pt x="479108" y="43815"/>
                  </a:lnTo>
                  <a:lnTo>
                    <a:pt x="421005" y="68580"/>
                  </a:lnTo>
                  <a:lnTo>
                    <a:pt x="364808" y="97155"/>
                  </a:lnTo>
                  <a:lnTo>
                    <a:pt x="310515" y="131445"/>
                  </a:lnTo>
                  <a:lnTo>
                    <a:pt x="260033" y="170498"/>
                  </a:lnTo>
                  <a:lnTo>
                    <a:pt x="213360" y="213360"/>
                  </a:lnTo>
                  <a:lnTo>
                    <a:pt x="170498" y="260032"/>
                  </a:lnTo>
                  <a:lnTo>
                    <a:pt x="131445" y="310515"/>
                  </a:lnTo>
                  <a:lnTo>
                    <a:pt x="98108" y="364807"/>
                  </a:lnTo>
                  <a:lnTo>
                    <a:pt x="67627" y="421005"/>
                  </a:lnTo>
                  <a:lnTo>
                    <a:pt x="43815" y="479107"/>
                  </a:lnTo>
                  <a:lnTo>
                    <a:pt x="24765" y="540068"/>
                  </a:lnTo>
                  <a:lnTo>
                    <a:pt x="11430" y="601980"/>
                  </a:lnTo>
                  <a:lnTo>
                    <a:pt x="2858" y="664845"/>
                  </a:lnTo>
                  <a:lnTo>
                    <a:pt x="0" y="728663"/>
                  </a:lnTo>
                  <a:lnTo>
                    <a:pt x="2858" y="792480"/>
                  </a:lnTo>
                  <a:lnTo>
                    <a:pt x="11430" y="855345"/>
                  </a:lnTo>
                  <a:lnTo>
                    <a:pt x="24765" y="917257"/>
                  </a:lnTo>
                  <a:lnTo>
                    <a:pt x="43815" y="978218"/>
                  </a:lnTo>
                  <a:lnTo>
                    <a:pt x="67627" y="1036320"/>
                  </a:lnTo>
                  <a:lnTo>
                    <a:pt x="98108" y="1093470"/>
                  </a:lnTo>
                  <a:lnTo>
                    <a:pt x="131445" y="1146810"/>
                  </a:lnTo>
                  <a:lnTo>
                    <a:pt x="170498" y="1197293"/>
                  </a:lnTo>
                  <a:lnTo>
                    <a:pt x="213360" y="1243965"/>
                  </a:lnTo>
                  <a:lnTo>
                    <a:pt x="260033" y="1286828"/>
                  </a:lnTo>
                  <a:lnTo>
                    <a:pt x="310515" y="1325880"/>
                  </a:lnTo>
                  <a:lnTo>
                    <a:pt x="364808" y="1359218"/>
                  </a:lnTo>
                  <a:lnTo>
                    <a:pt x="421005" y="1388745"/>
                  </a:lnTo>
                  <a:lnTo>
                    <a:pt x="479108" y="1413510"/>
                  </a:lnTo>
                  <a:lnTo>
                    <a:pt x="540068" y="1432560"/>
                  </a:lnTo>
                  <a:lnTo>
                    <a:pt x="601980" y="1445895"/>
                  </a:lnTo>
                  <a:lnTo>
                    <a:pt x="665798" y="1454468"/>
                  </a:lnTo>
                  <a:lnTo>
                    <a:pt x="728662" y="1457325"/>
                  </a:lnTo>
                  <a:lnTo>
                    <a:pt x="791528" y="1454468"/>
                  </a:lnTo>
                  <a:lnTo>
                    <a:pt x="855345" y="1445895"/>
                  </a:lnTo>
                  <a:lnTo>
                    <a:pt x="917258" y="1432560"/>
                  </a:lnTo>
                  <a:lnTo>
                    <a:pt x="978218" y="1413510"/>
                  </a:lnTo>
                  <a:lnTo>
                    <a:pt x="1036320" y="1388745"/>
                  </a:lnTo>
                  <a:lnTo>
                    <a:pt x="1092518" y="1359218"/>
                  </a:lnTo>
                  <a:lnTo>
                    <a:pt x="1146810" y="1325880"/>
                  </a:lnTo>
                  <a:lnTo>
                    <a:pt x="1197293" y="1286828"/>
                  </a:lnTo>
                  <a:lnTo>
                    <a:pt x="1243965" y="1243965"/>
                  </a:lnTo>
                  <a:lnTo>
                    <a:pt x="1286828" y="1197293"/>
                  </a:lnTo>
                  <a:lnTo>
                    <a:pt x="1324928" y="1146810"/>
                  </a:lnTo>
                  <a:lnTo>
                    <a:pt x="1359218" y="1093470"/>
                  </a:lnTo>
                  <a:lnTo>
                    <a:pt x="1388745" y="1036320"/>
                  </a:lnTo>
                  <a:lnTo>
                    <a:pt x="1413510" y="978218"/>
                  </a:lnTo>
                  <a:lnTo>
                    <a:pt x="1432560" y="917257"/>
                  </a:lnTo>
                  <a:lnTo>
                    <a:pt x="1445895" y="855345"/>
                  </a:lnTo>
                  <a:lnTo>
                    <a:pt x="1454468" y="792480"/>
                  </a:lnTo>
                  <a:lnTo>
                    <a:pt x="1457325" y="728663"/>
                  </a:lnTo>
                  <a:lnTo>
                    <a:pt x="1454468" y="664845"/>
                  </a:lnTo>
                  <a:lnTo>
                    <a:pt x="1446848" y="611505"/>
                  </a:lnTo>
                </a:path>
              </a:pathLst>
            </a:custGeom>
            <a:noFill/>
            <a:ln w="32385">
              <a:solidFill>
                <a:srgbClr val="2D2B23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1367790" y="2245042"/>
              <a:ext cx="1408748" cy="1408748"/>
            </a:xfrm>
            <a:custGeom>
              <a:avLst/>
              <a:gdLst/>
              <a:ahLst/>
              <a:cxnLst/>
              <a:rect l="l" t="t" r="r" b="b"/>
              <a:pathLst>
                <a:path w="1408748" h="1408748">
                  <a:moveTo>
                    <a:pt x="1408748" y="694373"/>
                  </a:moveTo>
                  <a:lnTo>
                    <a:pt x="1406843" y="642938"/>
                  </a:lnTo>
                  <a:lnTo>
                    <a:pt x="1398270" y="581978"/>
                  </a:lnTo>
                  <a:lnTo>
                    <a:pt x="1385888" y="521970"/>
                  </a:lnTo>
                  <a:lnTo>
                    <a:pt x="1366838" y="462915"/>
                  </a:lnTo>
                  <a:lnTo>
                    <a:pt x="1343025" y="405765"/>
                  </a:lnTo>
                  <a:lnTo>
                    <a:pt x="1315402" y="351473"/>
                  </a:lnTo>
                  <a:lnTo>
                    <a:pt x="1282065" y="300038"/>
                  </a:lnTo>
                  <a:lnTo>
                    <a:pt x="1243965" y="251460"/>
                  </a:lnTo>
                  <a:lnTo>
                    <a:pt x="1203007" y="205740"/>
                  </a:lnTo>
                  <a:lnTo>
                    <a:pt x="1157288" y="164783"/>
                  </a:lnTo>
                  <a:lnTo>
                    <a:pt x="1108710" y="126683"/>
                  </a:lnTo>
                  <a:lnTo>
                    <a:pt x="1057275" y="94298"/>
                  </a:lnTo>
                  <a:lnTo>
                    <a:pt x="1002030" y="65723"/>
                  </a:lnTo>
                  <a:lnTo>
                    <a:pt x="945833" y="41910"/>
                  </a:lnTo>
                  <a:lnTo>
                    <a:pt x="886778" y="23812"/>
                  </a:lnTo>
                  <a:lnTo>
                    <a:pt x="826770" y="10478"/>
                  </a:lnTo>
                  <a:lnTo>
                    <a:pt x="766762" y="1905"/>
                  </a:lnTo>
                  <a:lnTo>
                    <a:pt x="704850" y="0"/>
                  </a:lnTo>
                  <a:lnTo>
                    <a:pt x="643890" y="1905"/>
                  </a:lnTo>
                  <a:lnTo>
                    <a:pt x="582930" y="10478"/>
                  </a:lnTo>
                  <a:lnTo>
                    <a:pt x="522923" y="23812"/>
                  </a:lnTo>
                  <a:lnTo>
                    <a:pt x="463868" y="41910"/>
                  </a:lnTo>
                  <a:lnTo>
                    <a:pt x="407670" y="65723"/>
                  </a:lnTo>
                  <a:lnTo>
                    <a:pt x="352425" y="94298"/>
                  </a:lnTo>
                  <a:lnTo>
                    <a:pt x="300990" y="126683"/>
                  </a:lnTo>
                  <a:lnTo>
                    <a:pt x="252412" y="164783"/>
                  </a:lnTo>
                  <a:lnTo>
                    <a:pt x="206693" y="205740"/>
                  </a:lnTo>
                  <a:lnTo>
                    <a:pt x="165735" y="251460"/>
                  </a:lnTo>
                  <a:lnTo>
                    <a:pt x="127635" y="300038"/>
                  </a:lnTo>
                  <a:lnTo>
                    <a:pt x="95250" y="351473"/>
                  </a:lnTo>
                  <a:lnTo>
                    <a:pt x="66675" y="405765"/>
                  </a:lnTo>
                  <a:lnTo>
                    <a:pt x="42862" y="462915"/>
                  </a:lnTo>
                  <a:lnTo>
                    <a:pt x="23812" y="521970"/>
                  </a:lnTo>
                  <a:lnTo>
                    <a:pt x="11430" y="581978"/>
                  </a:lnTo>
                  <a:lnTo>
                    <a:pt x="2858" y="642938"/>
                  </a:lnTo>
                  <a:lnTo>
                    <a:pt x="0" y="703898"/>
                  </a:lnTo>
                  <a:lnTo>
                    <a:pt x="2858" y="764858"/>
                  </a:lnTo>
                  <a:lnTo>
                    <a:pt x="11430" y="825817"/>
                  </a:lnTo>
                  <a:lnTo>
                    <a:pt x="23812" y="885825"/>
                  </a:lnTo>
                  <a:lnTo>
                    <a:pt x="42862" y="944880"/>
                  </a:lnTo>
                  <a:lnTo>
                    <a:pt x="66675" y="1002030"/>
                  </a:lnTo>
                  <a:lnTo>
                    <a:pt x="95250" y="1056323"/>
                  </a:lnTo>
                  <a:lnTo>
                    <a:pt x="127635" y="1107758"/>
                  </a:lnTo>
                  <a:lnTo>
                    <a:pt x="165735" y="1156335"/>
                  </a:lnTo>
                  <a:lnTo>
                    <a:pt x="206693" y="1202055"/>
                  </a:lnTo>
                  <a:lnTo>
                    <a:pt x="252412" y="1243965"/>
                  </a:lnTo>
                  <a:lnTo>
                    <a:pt x="300990" y="1281112"/>
                  </a:lnTo>
                  <a:lnTo>
                    <a:pt x="352425" y="1313498"/>
                  </a:lnTo>
                  <a:lnTo>
                    <a:pt x="407670" y="1342073"/>
                  </a:lnTo>
                  <a:lnTo>
                    <a:pt x="463868" y="1365885"/>
                  </a:lnTo>
                  <a:lnTo>
                    <a:pt x="522923" y="1383982"/>
                  </a:lnTo>
                  <a:lnTo>
                    <a:pt x="582930" y="1397318"/>
                  </a:lnTo>
                  <a:lnTo>
                    <a:pt x="643890" y="1405890"/>
                  </a:lnTo>
                  <a:lnTo>
                    <a:pt x="704850" y="1408748"/>
                  </a:lnTo>
                  <a:lnTo>
                    <a:pt x="766762" y="1405890"/>
                  </a:lnTo>
                  <a:lnTo>
                    <a:pt x="826770" y="1397318"/>
                  </a:lnTo>
                  <a:lnTo>
                    <a:pt x="886778" y="1383982"/>
                  </a:lnTo>
                  <a:lnTo>
                    <a:pt x="945833" y="1365885"/>
                  </a:lnTo>
                  <a:lnTo>
                    <a:pt x="1002030" y="1342073"/>
                  </a:lnTo>
                  <a:lnTo>
                    <a:pt x="1057275" y="1313498"/>
                  </a:lnTo>
                  <a:lnTo>
                    <a:pt x="1108710" y="1281112"/>
                  </a:lnTo>
                  <a:lnTo>
                    <a:pt x="1157288" y="1243965"/>
                  </a:lnTo>
                  <a:lnTo>
                    <a:pt x="1203007" y="1202055"/>
                  </a:lnTo>
                  <a:lnTo>
                    <a:pt x="1243965" y="1156335"/>
                  </a:lnTo>
                  <a:lnTo>
                    <a:pt x="1282065" y="1107758"/>
                  </a:lnTo>
                  <a:lnTo>
                    <a:pt x="1315402" y="1056323"/>
                  </a:lnTo>
                  <a:lnTo>
                    <a:pt x="1343025" y="1002030"/>
                  </a:lnTo>
                  <a:lnTo>
                    <a:pt x="1366838" y="944880"/>
                  </a:lnTo>
                  <a:lnTo>
                    <a:pt x="1385888" y="885825"/>
                  </a:lnTo>
                  <a:lnTo>
                    <a:pt x="1398270" y="825817"/>
                  </a:lnTo>
                  <a:lnTo>
                    <a:pt x="1406843" y="764858"/>
                  </a:lnTo>
                  <a:lnTo>
                    <a:pt x="1408748" y="703898"/>
                  </a:lnTo>
                  <a:lnTo>
                    <a:pt x="1406843" y="642938"/>
                  </a:lnTo>
                  <a:lnTo>
                    <a:pt x="1399222" y="591503"/>
                  </a:lnTo>
                </a:path>
              </a:pathLst>
            </a:custGeom>
            <a:noFill/>
            <a:ln w="32385">
              <a:solidFill>
                <a:srgbClr val="353228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1392555" y="2268855"/>
              <a:ext cx="1360170" cy="1360170"/>
            </a:xfrm>
            <a:custGeom>
              <a:avLst/>
              <a:gdLst/>
              <a:ahLst/>
              <a:cxnLst/>
              <a:rect l="l" t="t" r="r" b="b"/>
              <a:pathLst>
                <a:path w="1360170" h="1360170">
                  <a:moveTo>
                    <a:pt x="1359218" y="670560"/>
                  </a:moveTo>
                  <a:lnTo>
                    <a:pt x="1357312" y="621030"/>
                  </a:lnTo>
                  <a:lnTo>
                    <a:pt x="1349692" y="561975"/>
                  </a:lnTo>
                  <a:lnTo>
                    <a:pt x="1337310" y="503873"/>
                  </a:lnTo>
                  <a:lnTo>
                    <a:pt x="1319212" y="447675"/>
                  </a:lnTo>
                  <a:lnTo>
                    <a:pt x="1296353" y="392430"/>
                  </a:lnTo>
                  <a:lnTo>
                    <a:pt x="1269682" y="340042"/>
                  </a:lnTo>
                  <a:lnTo>
                    <a:pt x="1237298" y="289560"/>
                  </a:lnTo>
                  <a:lnTo>
                    <a:pt x="1201103" y="242888"/>
                  </a:lnTo>
                  <a:lnTo>
                    <a:pt x="1161098" y="199073"/>
                  </a:lnTo>
                  <a:lnTo>
                    <a:pt x="1117282" y="159068"/>
                  </a:lnTo>
                  <a:lnTo>
                    <a:pt x="1069658" y="122873"/>
                  </a:lnTo>
                  <a:lnTo>
                    <a:pt x="1020128" y="91440"/>
                  </a:lnTo>
                  <a:lnTo>
                    <a:pt x="967740" y="63818"/>
                  </a:lnTo>
                  <a:lnTo>
                    <a:pt x="912495" y="40958"/>
                  </a:lnTo>
                  <a:lnTo>
                    <a:pt x="856298" y="22860"/>
                  </a:lnTo>
                  <a:lnTo>
                    <a:pt x="798195" y="10478"/>
                  </a:lnTo>
                  <a:lnTo>
                    <a:pt x="739140" y="2858"/>
                  </a:lnTo>
                  <a:lnTo>
                    <a:pt x="680085" y="0"/>
                  </a:lnTo>
                  <a:lnTo>
                    <a:pt x="621030" y="2858"/>
                  </a:lnTo>
                  <a:lnTo>
                    <a:pt x="561975" y="10478"/>
                  </a:lnTo>
                  <a:lnTo>
                    <a:pt x="503873" y="22860"/>
                  </a:lnTo>
                  <a:lnTo>
                    <a:pt x="447675" y="40958"/>
                  </a:lnTo>
                  <a:lnTo>
                    <a:pt x="392430" y="63818"/>
                  </a:lnTo>
                  <a:lnTo>
                    <a:pt x="340043" y="91440"/>
                  </a:lnTo>
                  <a:lnTo>
                    <a:pt x="289560" y="122873"/>
                  </a:lnTo>
                  <a:lnTo>
                    <a:pt x="242888" y="159068"/>
                  </a:lnTo>
                  <a:lnTo>
                    <a:pt x="199073" y="199073"/>
                  </a:lnTo>
                  <a:lnTo>
                    <a:pt x="159068" y="242888"/>
                  </a:lnTo>
                  <a:lnTo>
                    <a:pt x="122873" y="289560"/>
                  </a:lnTo>
                  <a:lnTo>
                    <a:pt x="90488" y="340042"/>
                  </a:lnTo>
                  <a:lnTo>
                    <a:pt x="63818" y="392430"/>
                  </a:lnTo>
                  <a:lnTo>
                    <a:pt x="40958" y="447675"/>
                  </a:lnTo>
                  <a:lnTo>
                    <a:pt x="22860" y="503873"/>
                  </a:lnTo>
                  <a:lnTo>
                    <a:pt x="10478" y="561975"/>
                  </a:lnTo>
                  <a:lnTo>
                    <a:pt x="2858" y="621030"/>
                  </a:lnTo>
                  <a:lnTo>
                    <a:pt x="0" y="680085"/>
                  </a:lnTo>
                  <a:lnTo>
                    <a:pt x="2858" y="739140"/>
                  </a:lnTo>
                  <a:lnTo>
                    <a:pt x="10478" y="798195"/>
                  </a:lnTo>
                  <a:lnTo>
                    <a:pt x="22860" y="856298"/>
                  </a:lnTo>
                  <a:lnTo>
                    <a:pt x="40958" y="912495"/>
                  </a:lnTo>
                  <a:lnTo>
                    <a:pt x="63818" y="967740"/>
                  </a:lnTo>
                  <a:lnTo>
                    <a:pt x="90488" y="1020128"/>
                  </a:lnTo>
                  <a:lnTo>
                    <a:pt x="122873" y="1069658"/>
                  </a:lnTo>
                  <a:lnTo>
                    <a:pt x="159068" y="1117282"/>
                  </a:lnTo>
                  <a:lnTo>
                    <a:pt x="199073" y="1161098"/>
                  </a:lnTo>
                  <a:lnTo>
                    <a:pt x="242888" y="1201103"/>
                  </a:lnTo>
                  <a:lnTo>
                    <a:pt x="289560" y="1237298"/>
                  </a:lnTo>
                  <a:lnTo>
                    <a:pt x="340043" y="1268730"/>
                  </a:lnTo>
                  <a:lnTo>
                    <a:pt x="392430" y="1296353"/>
                  </a:lnTo>
                  <a:lnTo>
                    <a:pt x="447675" y="1319212"/>
                  </a:lnTo>
                  <a:lnTo>
                    <a:pt x="503873" y="1337310"/>
                  </a:lnTo>
                  <a:lnTo>
                    <a:pt x="561975" y="1349692"/>
                  </a:lnTo>
                  <a:lnTo>
                    <a:pt x="621030" y="1357312"/>
                  </a:lnTo>
                  <a:lnTo>
                    <a:pt x="680085" y="1360170"/>
                  </a:lnTo>
                  <a:lnTo>
                    <a:pt x="739140" y="1357312"/>
                  </a:lnTo>
                  <a:lnTo>
                    <a:pt x="798195" y="1349692"/>
                  </a:lnTo>
                  <a:lnTo>
                    <a:pt x="856298" y="1337310"/>
                  </a:lnTo>
                  <a:lnTo>
                    <a:pt x="912495" y="1319212"/>
                  </a:lnTo>
                  <a:lnTo>
                    <a:pt x="967740" y="1296353"/>
                  </a:lnTo>
                  <a:lnTo>
                    <a:pt x="1020128" y="1268730"/>
                  </a:lnTo>
                  <a:lnTo>
                    <a:pt x="1069658" y="1237298"/>
                  </a:lnTo>
                  <a:lnTo>
                    <a:pt x="1117282" y="1201103"/>
                  </a:lnTo>
                  <a:lnTo>
                    <a:pt x="1161098" y="1161098"/>
                  </a:lnTo>
                  <a:lnTo>
                    <a:pt x="1201103" y="1117282"/>
                  </a:lnTo>
                  <a:lnTo>
                    <a:pt x="1237298" y="1069658"/>
                  </a:lnTo>
                  <a:lnTo>
                    <a:pt x="1269682" y="1020128"/>
                  </a:lnTo>
                  <a:lnTo>
                    <a:pt x="1296353" y="967740"/>
                  </a:lnTo>
                  <a:lnTo>
                    <a:pt x="1319212" y="912495"/>
                  </a:lnTo>
                  <a:lnTo>
                    <a:pt x="1337310" y="856298"/>
                  </a:lnTo>
                  <a:lnTo>
                    <a:pt x="1349692" y="798195"/>
                  </a:lnTo>
                  <a:lnTo>
                    <a:pt x="1357312" y="739140"/>
                  </a:lnTo>
                  <a:lnTo>
                    <a:pt x="1360170" y="680085"/>
                  </a:lnTo>
                  <a:lnTo>
                    <a:pt x="1357312" y="621030"/>
                  </a:lnTo>
                  <a:lnTo>
                    <a:pt x="1350645" y="571500"/>
                  </a:lnTo>
                </a:path>
              </a:pathLst>
            </a:custGeom>
            <a:noFill/>
            <a:ln w="32385">
              <a:solidFill>
                <a:srgbClr val="3B372B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1417320" y="2293620"/>
              <a:ext cx="1310640" cy="1311592"/>
            </a:xfrm>
            <a:custGeom>
              <a:avLst/>
              <a:gdLst/>
              <a:ahLst/>
              <a:cxnLst/>
              <a:rect l="l" t="t" r="r" b="b"/>
              <a:pathLst>
                <a:path w="1310640" h="1311592">
                  <a:moveTo>
                    <a:pt x="1310640" y="645795"/>
                  </a:moveTo>
                  <a:lnTo>
                    <a:pt x="1308735" y="598170"/>
                  </a:lnTo>
                  <a:lnTo>
                    <a:pt x="1301115" y="541020"/>
                  </a:lnTo>
                  <a:lnTo>
                    <a:pt x="1288732" y="485775"/>
                  </a:lnTo>
                  <a:lnTo>
                    <a:pt x="1271588" y="431483"/>
                  </a:lnTo>
                  <a:lnTo>
                    <a:pt x="1249680" y="378142"/>
                  </a:lnTo>
                  <a:lnTo>
                    <a:pt x="1223010" y="327660"/>
                  </a:lnTo>
                  <a:lnTo>
                    <a:pt x="1192530" y="279083"/>
                  </a:lnTo>
                  <a:lnTo>
                    <a:pt x="1158240" y="234315"/>
                  </a:lnTo>
                  <a:lnTo>
                    <a:pt x="1119188" y="191452"/>
                  </a:lnTo>
                  <a:lnTo>
                    <a:pt x="1076325" y="153352"/>
                  </a:lnTo>
                  <a:lnTo>
                    <a:pt x="1031558" y="118110"/>
                  </a:lnTo>
                  <a:lnTo>
                    <a:pt x="982980" y="87630"/>
                  </a:lnTo>
                  <a:lnTo>
                    <a:pt x="932497" y="60960"/>
                  </a:lnTo>
                  <a:lnTo>
                    <a:pt x="880110" y="39052"/>
                  </a:lnTo>
                  <a:lnTo>
                    <a:pt x="824865" y="21907"/>
                  </a:lnTo>
                  <a:lnTo>
                    <a:pt x="769620" y="9525"/>
                  </a:lnTo>
                  <a:lnTo>
                    <a:pt x="712470" y="1905"/>
                  </a:lnTo>
                  <a:lnTo>
                    <a:pt x="655320" y="0"/>
                  </a:lnTo>
                  <a:lnTo>
                    <a:pt x="598170" y="1905"/>
                  </a:lnTo>
                  <a:lnTo>
                    <a:pt x="541972" y="9525"/>
                  </a:lnTo>
                  <a:lnTo>
                    <a:pt x="485775" y="21907"/>
                  </a:lnTo>
                  <a:lnTo>
                    <a:pt x="430530" y="39052"/>
                  </a:lnTo>
                  <a:lnTo>
                    <a:pt x="378142" y="60960"/>
                  </a:lnTo>
                  <a:lnTo>
                    <a:pt x="327660" y="87630"/>
                  </a:lnTo>
                  <a:lnTo>
                    <a:pt x="279082" y="118110"/>
                  </a:lnTo>
                  <a:lnTo>
                    <a:pt x="233362" y="153352"/>
                  </a:lnTo>
                  <a:lnTo>
                    <a:pt x="191452" y="191452"/>
                  </a:lnTo>
                  <a:lnTo>
                    <a:pt x="153352" y="234315"/>
                  </a:lnTo>
                  <a:lnTo>
                    <a:pt x="118110" y="279083"/>
                  </a:lnTo>
                  <a:lnTo>
                    <a:pt x="87630" y="327660"/>
                  </a:lnTo>
                  <a:lnTo>
                    <a:pt x="60960" y="378142"/>
                  </a:lnTo>
                  <a:lnTo>
                    <a:pt x="39052" y="431483"/>
                  </a:lnTo>
                  <a:lnTo>
                    <a:pt x="21907" y="485775"/>
                  </a:lnTo>
                  <a:lnTo>
                    <a:pt x="9525" y="541020"/>
                  </a:lnTo>
                  <a:lnTo>
                    <a:pt x="1905" y="598170"/>
                  </a:lnTo>
                  <a:lnTo>
                    <a:pt x="0" y="655320"/>
                  </a:lnTo>
                  <a:lnTo>
                    <a:pt x="1905" y="712470"/>
                  </a:lnTo>
                  <a:lnTo>
                    <a:pt x="9525" y="769620"/>
                  </a:lnTo>
                  <a:lnTo>
                    <a:pt x="21907" y="824865"/>
                  </a:lnTo>
                  <a:lnTo>
                    <a:pt x="39052" y="880110"/>
                  </a:lnTo>
                  <a:lnTo>
                    <a:pt x="60960" y="932497"/>
                  </a:lnTo>
                  <a:lnTo>
                    <a:pt x="87630" y="982980"/>
                  </a:lnTo>
                  <a:lnTo>
                    <a:pt x="118110" y="1031558"/>
                  </a:lnTo>
                  <a:lnTo>
                    <a:pt x="153352" y="1077277"/>
                  </a:lnTo>
                  <a:lnTo>
                    <a:pt x="191452" y="1119188"/>
                  </a:lnTo>
                  <a:lnTo>
                    <a:pt x="233362" y="1158240"/>
                  </a:lnTo>
                  <a:lnTo>
                    <a:pt x="279082" y="1192530"/>
                  </a:lnTo>
                  <a:lnTo>
                    <a:pt x="327660" y="1223010"/>
                  </a:lnTo>
                  <a:lnTo>
                    <a:pt x="378142" y="1249680"/>
                  </a:lnTo>
                  <a:lnTo>
                    <a:pt x="430530" y="1271588"/>
                  </a:lnTo>
                  <a:lnTo>
                    <a:pt x="485775" y="1288732"/>
                  </a:lnTo>
                  <a:lnTo>
                    <a:pt x="541972" y="1301115"/>
                  </a:lnTo>
                  <a:lnTo>
                    <a:pt x="598170" y="1308735"/>
                  </a:lnTo>
                  <a:lnTo>
                    <a:pt x="655320" y="1311592"/>
                  </a:lnTo>
                  <a:lnTo>
                    <a:pt x="712470" y="1308735"/>
                  </a:lnTo>
                  <a:lnTo>
                    <a:pt x="769620" y="1301115"/>
                  </a:lnTo>
                  <a:lnTo>
                    <a:pt x="824865" y="1288732"/>
                  </a:lnTo>
                  <a:lnTo>
                    <a:pt x="880110" y="1271588"/>
                  </a:lnTo>
                  <a:lnTo>
                    <a:pt x="932497" y="1249680"/>
                  </a:lnTo>
                  <a:lnTo>
                    <a:pt x="982980" y="1223010"/>
                  </a:lnTo>
                  <a:lnTo>
                    <a:pt x="1031558" y="1192530"/>
                  </a:lnTo>
                  <a:lnTo>
                    <a:pt x="1076325" y="1158240"/>
                  </a:lnTo>
                  <a:lnTo>
                    <a:pt x="1119188" y="1119188"/>
                  </a:lnTo>
                  <a:lnTo>
                    <a:pt x="1158240" y="1077277"/>
                  </a:lnTo>
                  <a:lnTo>
                    <a:pt x="1192530" y="1031558"/>
                  </a:lnTo>
                  <a:lnTo>
                    <a:pt x="1223010" y="982980"/>
                  </a:lnTo>
                  <a:lnTo>
                    <a:pt x="1249680" y="932497"/>
                  </a:lnTo>
                  <a:lnTo>
                    <a:pt x="1271588" y="880110"/>
                  </a:lnTo>
                  <a:lnTo>
                    <a:pt x="1288732" y="824865"/>
                  </a:lnTo>
                  <a:lnTo>
                    <a:pt x="1301115" y="769620"/>
                  </a:lnTo>
                  <a:lnTo>
                    <a:pt x="1308735" y="712470"/>
                  </a:lnTo>
                  <a:lnTo>
                    <a:pt x="1310640" y="655320"/>
                  </a:lnTo>
                  <a:lnTo>
                    <a:pt x="1308735" y="598170"/>
                  </a:lnTo>
                  <a:lnTo>
                    <a:pt x="1302068" y="550545"/>
                  </a:lnTo>
                </a:path>
              </a:pathLst>
            </a:custGeom>
            <a:noFill/>
            <a:ln w="32385">
              <a:solidFill>
                <a:srgbClr val="3E392D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1441132" y="2317432"/>
              <a:ext cx="1263015" cy="1263015"/>
            </a:xfrm>
            <a:custGeom>
              <a:avLst/>
              <a:gdLst/>
              <a:ahLst/>
              <a:cxnLst/>
              <a:rect l="l" t="t" r="r" b="b"/>
              <a:pathLst>
                <a:path w="1263015" h="1263015">
                  <a:moveTo>
                    <a:pt x="1262062" y="621983"/>
                  </a:moveTo>
                  <a:lnTo>
                    <a:pt x="1261110" y="576262"/>
                  </a:lnTo>
                  <a:lnTo>
                    <a:pt x="1253490" y="521970"/>
                  </a:lnTo>
                  <a:lnTo>
                    <a:pt x="1242060" y="468630"/>
                  </a:lnTo>
                  <a:lnTo>
                    <a:pt x="1224915" y="415290"/>
                  </a:lnTo>
                  <a:lnTo>
                    <a:pt x="1203960" y="364808"/>
                  </a:lnTo>
                  <a:lnTo>
                    <a:pt x="1178242" y="316230"/>
                  </a:lnTo>
                  <a:lnTo>
                    <a:pt x="1148715" y="269558"/>
                  </a:lnTo>
                  <a:lnTo>
                    <a:pt x="1115377" y="225742"/>
                  </a:lnTo>
                  <a:lnTo>
                    <a:pt x="1078230" y="184785"/>
                  </a:lnTo>
                  <a:lnTo>
                    <a:pt x="1037272" y="147638"/>
                  </a:lnTo>
                  <a:lnTo>
                    <a:pt x="994410" y="114300"/>
                  </a:lnTo>
                  <a:lnTo>
                    <a:pt x="947738" y="84772"/>
                  </a:lnTo>
                  <a:lnTo>
                    <a:pt x="898207" y="59055"/>
                  </a:lnTo>
                  <a:lnTo>
                    <a:pt x="847725" y="38100"/>
                  </a:lnTo>
                  <a:lnTo>
                    <a:pt x="794385" y="21907"/>
                  </a:lnTo>
                  <a:lnTo>
                    <a:pt x="741045" y="9525"/>
                  </a:lnTo>
                  <a:lnTo>
                    <a:pt x="686752" y="2857"/>
                  </a:lnTo>
                  <a:lnTo>
                    <a:pt x="631507" y="0"/>
                  </a:lnTo>
                  <a:lnTo>
                    <a:pt x="576262" y="2857"/>
                  </a:lnTo>
                  <a:lnTo>
                    <a:pt x="521970" y="9525"/>
                  </a:lnTo>
                  <a:lnTo>
                    <a:pt x="467677" y="21907"/>
                  </a:lnTo>
                  <a:lnTo>
                    <a:pt x="415290" y="38100"/>
                  </a:lnTo>
                  <a:lnTo>
                    <a:pt x="364807" y="59055"/>
                  </a:lnTo>
                  <a:lnTo>
                    <a:pt x="315277" y="84772"/>
                  </a:lnTo>
                  <a:lnTo>
                    <a:pt x="269557" y="114300"/>
                  </a:lnTo>
                  <a:lnTo>
                    <a:pt x="225742" y="147638"/>
                  </a:lnTo>
                  <a:lnTo>
                    <a:pt x="184785" y="184785"/>
                  </a:lnTo>
                  <a:lnTo>
                    <a:pt x="147638" y="225742"/>
                  </a:lnTo>
                  <a:lnTo>
                    <a:pt x="114300" y="269558"/>
                  </a:lnTo>
                  <a:lnTo>
                    <a:pt x="84772" y="316230"/>
                  </a:lnTo>
                  <a:lnTo>
                    <a:pt x="59055" y="364808"/>
                  </a:lnTo>
                  <a:lnTo>
                    <a:pt x="38100" y="415290"/>
                  </a:lnTo>
                  <a:lnTo>
                    <a:pt x="21907" y="468630"/>
                  </a:lnTo>
                  <a:lnTo>
                    <a:pt x="9525" y="521970"/>
                  </a:lnTo>
                  <a:lnTo>
                    <a:pt x="1905" y="576262"/>
                  </a:lnTo>
                  <a:lnTo>
                    <a:pt x="0" y="631508"/>
                  </a:lnTo>
                  <a:lnTo>
                    <a:pt x="1905" y="686752"/>
                  </a:lnTo>
                  <a:lnTo>
                    <a:pt x="9525" y="741045"/>
                  </a:lnTo>
                  <a:lnTo>
                    <a:pt x="21907" y="795338"/>
                  </a:lnTo>
                  <a:lnTo>
                    <a:pt x="38100" y="847725"/>
                  </a:lnTo>
                  <a:lnTo>
                    <a:pt x="59055" y="898208"/>
                  </a:lnTo>
                  <a:lnTo>
                    <a:pt x="84772" y="946785"/>
                  </a:lnTo>
                  <a:lnTo>
                    <a:pt x="114300" y="993458"/>
                  </a:lnTo>
                  <a:lnTo>
                    <a:pt x="147638" y="1037272"/>
                  </a:lnTo>
                  <a:lnTo>
                    <a:pt x="184785" y="1078230"/>
                  </a:lnTo>
                  <a:lnTo>
                    <a:pt x="225742" y="1115377"/>
                  </a:lnTo>
                  <a:lnTo>
                    <a:pt x="269557" y="1148715"/>
                  </a:lnTo>
                  <a:lnTo>
                    <a:pt x="315277" y="1178242"/>
                  </a:lnTo>
                  <a:lnTo>
                    <a:pt x="364807" y="1203960"/>
                  </a:lnTo>
                  <a:lnTo>
                    <a:pt x="415290" y="1224915"/>
                  </a:lnTo>
                  <a:lnTo>
                    <a:pt x="467677" y="1241108"/>
                  </a:lnTo>
                  <a:lnTo>
                    <a:pt x="521970" y="1253490"/>
                  </a:lnTo>
                  <a:lnTo>
                    <a:pt x="576262" y="1260158"/>
                  </a:lnTo>
                  <a:lnTo>
                    <a:pt x="631507" y="1263015"/>
                  </a:lnTo>
                  <a:lnTo>
                    <a:pt x="686752" y="1260158"/>
                  </a:lnTo>
                  <a:lnTo>
                    <a:pt x="741045" y="1253490"/>
                  </a:lnTo>
                  <a:lnTo>
                    <a:pt x="794385" y="1241108"/>
                  </a:lnTo>
                  <a:lnTo>
                    <a:pt x="847725" y="1224915"/>
                  </a:lnTo>
                  <a:lnTo>
                    <a:pt x="898207" y="1203960"/>
                  </a:lnTo>
                  <a:lnTo>
                    <a:pt x="947738" y="1178242"/>
                  </a:lnTo>
                  <a:lnTo>
                    <a:pt x="994410" y="1148715"/>
                  </a:lnTo>
                  <a:lnTo>
                    <a:pt x="1037272" y="1115377"/>
                  </a:lnTo>
                  <a:lnTo>
                    <a:pt x="1078230" y="1078230"/>
                  </a:lnTo>
                  <a:lnTo>
                    <a:pt x="1115377" y="1037272"/>
                  </a:lnTo>
                  <a:lnTo>
                    <a:pt x="1148715" y="993458"/>
                  </a:lnTo>
                  <a:lnTo>
                    <a:pt x="1178242" y="946785"/>
                  </a:lnTo>
                  <a:lnTo>
                    <a:pt x="1203960" y="898208"/>
                  </a:lnTo>
                  <a:lnTo>
                    <a:pt x="1224915" y="847725"/>
                  </a:lnTo>
                  <a:lnTo>
                    <a:pt x="1242060" y="795338"/>
                  </a:lnTo>
                  <a:lnTo>
                    <a:pt x="1253490" y="741045"/>
                  </a:lnTo>
                  <a:lnTo>
                    <a:pt x="1261110" y="686752"/>
                  </a:lnTo>
                  <a:lnTo>
                    <a:pt x="1263015" y="631508"/>
                  </a:lnTo>
                  <a:lnTo>
                    <a:pt x="1261110" y="576262"/>
                  </a:lnTo>
                  <a:lnTo>
                    <a:pt x="1254442" y="531495"/>
                  </a:lnTo>
                </a:path>
              </a:pathLst>
            </a:custGeom>
            <a:noFill/>
            <a:ln w="32385">
              <a:solidFill>
                <a:srgbClr val="3E3A2D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1465898" y="2342198"/>
              <a:ext cx="1213485" cy="1213485"/>
            </a:xfrm>
            <a:custGeom>
              <a:avLst/>
              <a:gdLst/>
              <a:ahLst/>
              <a:cxnLst/>
              <a:rect l="l" t="t" r="r" b="b"/>
              <a:pathLst>
                <a:path w="1213485" h="1213485">
                  <a:moveTo>
                    <a:pt x="1213485" y="597218"/>
                  </a:moveTo>
                  <a:lnTo>
                    <a:pt x="1211580" y="553402"/>
                  </a:lnTo>
                  <a:lnTo>
                    <a:pt x="1204912" y="501015"/>
                  </a:lnTo>
                  <a:lnTo>
                    <a:pt x="1193482" y="449580"/>
                  </a:lnTo>
                  <a:lnTo>
                    <a:pt x="1177290" y="399098"/>
                  </a:lnTo>
                  <a:lnTo>
                    <a:pt x="1157287" y="350520"/>
                  </a:lnTo>
                  <a:lnTo>
                    <a:pt x="1132522" y="302895"/>
                  </a:lnTo>
                  <a:lnTo>
                    <a:pt x="1103948" y="258127"/>
                  </a:lnTo>
                  <a:lnTo>
                    <a:pt x="1071562" y="216218"/>
                  </a:lnTo>
                  <a:lnTo>
                    <a:pt x="1036320" y="177165"/>
                  </a:lnTo>
                  <a:lnTo>
                    <a:pt x="997268" y="141923"/>
                  </a:lnTo>
                  <a:lnTo>
                    <a:pt x="955357" y="109537"/>
                  </a:lnTo>
                  <a:lnTo>
                    <a:pt x="910590" y="80962"/>
                  </a:lnTo>
                  <a:lnTo>
                    <a:pt x="862965" y="56198"/>
                  </a:lnTo>
                  <a:lnTo>
                    <a:pt x="814388" y="36195"/>
                  </a:lnTo>
                  <a:lnTo>
                    <a:pt x="763905" y="20002"/>
                  </a:lnTo>
                  <a:lnTo>
                    <a:pt x="712470" y="8573"/>
                  </a:lnTo>
                  <a:lnTo>
                    <a:pt x="660082" y="1905"/>
                  </a:lnTo>
                  <a:lnTo>
                    <a:pt x="606742" y="0"/>
                  </a:lnTo>
                  <a:lnTo>
                    <a:pt x="553402" y="1905"/>
                  </a:lnTo>
                  <a:lnTo>
                    <a:pt x="501015" y="8573"/>
                  </a:lnTo>
                  <a:lnTo>
                    <a:pt x="449580" y="20002"/>
                  </a:lnTo>
                  <a:lnTo>
                    <a:pt x="399098" y="36195"/>
                  </a:lnTo>
                  <a:lnTo>
                    <a:pt x="350520" y="56198"/>
                  </a:lnTo>
                  <a:lnTo>
                    <a:pt x="302895" y="80962"/>
                  </a:lnTo>
                  <a:lnTo>
                    <a:pt x="258127" y="109537"/>
                  </a:lnTo>
                  <a:lnTo>
                    <a:pt x="216217" y="141923"/>
                  </a:lnTo>
                  <a:lnTo>
                    <a:pt x="177165" y="177165"/>
                  </a:lnTo>
                  <a:lnTo>
                    <a:pt x="140970" y="216218"/>
                  </a:lnTo>
                  <a:lnTo>
                    <a:pt x="109538" y="258127"/>
                  </a:lnTo>
                  <a:lnTo>
                    <a:pt x="80962" y="302895"/>
                  </a:lnTo>
                  <a:lnTo>
                    <a:pt x="56198" y="350520"/>
                  </a:lnTo>
                  <a:lnTo>
                    <a:pt x="36195" y="399098"/>
                  </a:lnTo>
                  <a:lnTo>
                    <a:pt x="20002" y="449580"/>
                  </a:lnTo>
                  <a:lnTo>
                    <a:pt x="8573" y="501015"/>
                  </a:lnTo>
                  <a:lnTo>
                    <a:pt x="1905" y="553402"/>
                  </a:lnTo>
                  <a:lnTo>
                    <a:pt x="0" y="606743"/>
                  </a:lnTo>
                  <a:lnTo>
                    <a:pt x="1905" y="659130"/>
                  </a:lnTo>
                  <a:lnTo>
                    <a:pt x="8573" y="712470"/>
                  </a:lnTo>
                  <a:lnTo>
                    <a:pt x="20002" y="763905"/>
                  </a:lnTo>
                  <a:lnTo>
                    <a:pt x="36195" y="814387"/>
                  </a:lnTo>
                  <a:lnTo>
                    <a:pt x="56198" y="862965"/>
                  </a:lnTo>
                  <a:lnTo>
                    <a:pt x="80962" y="910590"/>
                  </a:lnTo>
                  <a:lnTo>
                    <a:pt x="109538" y="955357"/>
                  </a:lnTo>
                  <a:lnTo>
                    <a:pt x="140970" y="997268"/>
                  </a:lnTo>
                  <a:lnTo>
                    <a:pt x="177165" y="1036320"/>
                  </a:lnTo>
                  <a:lnTo>
                    <a:pt x="216217" y="1071562"/>
                  </a:lnTo>
                  <a:lnTo>
                    <a:pt x="258127" y="1103948"/>
                  </a:lnTo>
                  <a:lnTo>
                    <a:pt x="302895" y="1132522"/>
                  </a:lnTo>
                  <a:lnTo>
                    <a:pt x="350520" y="1157287"/>
                  </a:lnTo>
                  <a:lnTo>
                    <a:pt x="399098" y="1177290"/>
                  </a:lnTo>
                  <a:lnTo>
                    <a:pt x="449580" y="1193482"/>
                  </a:lnTo>
                  <a:lnTo>
                    <a:pt x="501015" y="1204912"/>
                  </a:lnTo>
                  <a:lnTo>
                    <a:pt x="553402" y="1211580"/>
                  </a:lnTo>
                  <a:lnTo>
                    <a:pt x="606742" y="1213485"/>
                  </a:lnTo>
                  <a:lnTo>
                    <a:pt x="660082" y="1211580"/>
                  </a:lnTo>
                  <a:lnTo>
                    <a:pt x="712470" y="1204912"/>
                  </a:lnTo>
                  <a:lnTo>
                    <a:pt x="763905" y="1193482"/>
                  </a:lnTo>
                  <a:lnTo>
                    <a:pt x="814388" y="1177290"/>
                  </a:lnTo>
                  <a:lnTo>
                    <a:pt x="862965" y="1157287"/>
                  </a:lnTo>
                  <a:lnTo>
                    <a:pt x="910590" y="1132522"/>
                  </a:lnTo>
                  <a:lnTo>
                    <a:pt x="955357" y="1103948"/>
                  </a:lnTo>
                  <a:lnTo>
                    <a:pt x="997268" y="1071562"/>
                  </a:lnTo>
                  <a:lnTo>
                    <a:pt x="1036320" y="1036320"/>
                  </a:lnTo>
                  <a:lnTo>
                    <a:pt x="1071562" y="997268"/>
                  </a:lnTo>
                  <a:lnTo>
                    <a:pt x="1103948" y="955357"/>
                  </a:lnTo>
                  <a:lnTo>
                    <a:pt x="1132522" y="910590"/>
                  </a:lnTo>
                  <a:lnTo>
                    <a:pt x="1157287" y="862965"/>
                  </a:lnTo>
                  <a:lnTo>
                    <a:pt x="1177290" y="814387"/>
                  </a:lnTo>
                  <a:lnTo>
                    <a:pt x="1193482" y="763905"/>
                  </a:lnTo>
                  <a:lnTo>
                    <a:pt x="1204912" y="712470"/>
                  </a:lnTo>
                  <a:lnTo>
                    <a:pt x="1211580" y="659130"/>
                  </a:lnTo>
                  <a:lnTo>
                    <a:pt x="1213485" y="606743"/>
                  </a:lnTo>
                  <a:lnTo>
                    <a:pt x="1211580" y="553402"/>
                  </a:lnTo>
                  <a:lnTo>
                    <a:pt x="1205865" y="510540"/>
                  </a:lnTo>
                </a:path>
              </a:pathLst>
            </a:custGeom>
            <a:noFill/>
            <a:ln w="32385">
              <a:solidFill>
                <a:srgbClr val="3B372C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1489710" y="2366010"/>
              <a:ext cx="1165860" cy="1165860"/>
            </a:xfrm>
            <a:custGeom>
              <a:avLst/>
              <a:gdLst/>
              <a:ahLst/>
              <a:cxnLst/>
              <a:rect l="l" t="t" r="r" b="b"/>
              <a:pathLst>
                <a:path w="1165860" h="1165860">
                  <a:moveTo>
                    <a:pt x="1165860" y="573405"/>
                  </a:moveTo>
                  <a:lnTo>
                    <a:pt x="1163002" y="532448"/>
                  </a:lnTo>
                  <a:lnTo>
                    <a:pt x="1157287" y="481965"/>
                  </a:lnTo>
                  <a:lnTo>
                    <a:pt x="1145857" y="432435"/>
                  </a:lnTo>
                  <a:lnTo>
                    <a:pt x="1130618" y="383857"/>
                  </a:lnTo>
                  <a:lnTo>
                    <a:pt x="1111568" y="336232"/>
                  </a:lnTo>
                  <a:lnTo>
                    <a:pt x="1087755" y="291465"/>
                  </a:lnTo>
                  <a:lnTo>
                    <a:pt x="1061085" y="248602"/>
                  </a:lnTo>
                  <a:lnTo>
                    <a:pt x="1029652" y="208598"/>
                  </a:lnTo>
                  <a:lnTo>
                    <a:pt x="995362" y="170498"/>
                  </a:lnTo>
                  <a:lnTo>
                    <a:pt x="958215" y="136207"/>
                  </a:lnTo>
                  <a:lnTo>
                    <a:pt x="917257" y="105727"/>
                  </a:lnTo>
                  <a:lnTo>
                    <a:pt x="874395" y="78105"/>
                  </a:lnTo>
                  <a:lnTo>
                    <a:pt x="828675" y="54292"/>
                  </a:lnTo>
                  <a:lnTo>
                    <a:pt x="782955" y="35242"/>
                  </a:lnTo>
                  <a:lnTo>
                    <a:pt x="733425" y="20002"/>
                  </a:lnTo>
                  <a:lnTo>
                    <a:pt x="683895" y="8573"/>
                  </a:lnTo>
                  <a:lnTo>
                    <a:pt x="633412" y="1905"/>
                  </a:lnTo>
                  <a:lnTo>
                    <a:pt x="582930" y="0"/>
                  </a:lnTo>
                  <a:lnTo>
                    <a:pt x="532448" y="1905"/>
                  </a:lnTo>
                  <a:lnTo>
                    <a:pt x="481965" y="8573"/>
                  </a:lnTo>
                  <a:lnTo>
                    <a:pt x="431482" y="20002"/>
                  </a:lnTo>
                  <a:lnTo>
                    <a:pt x="383857" y="35242"/>
                  </a:lnTo>
                  <a:lnTo>
                    <a:pt x="337185" y="54292"/>
                  </a:lnTo>
                  <a:lnTo>
                    <a:pt x="291465" y="78105"/>
                  </a:lnTo>
                  <a:lnTo>
                    <a:pt x="248602" y="105727"/>
                  </a:lnTo>
                  <a:lnTo>
                    <a:pt x="207645" y="136207"/>
                  </a:lnTo>
                  <a:lnTo>
                    <a:pt x="170498" y="170498"/>
                  </a:lnTo>
                  <a:lnTo>
                    <a:pt x="136207" y="208598"/>
                  </a:lnTo>
                  <a:lnTo>
                    <a:pt x="104775" y="248602"/>
                  </a:lnTo>
                  <a:lnTo>
                    <a:pt x="78105" y="291465"/>
                  </a:lnTo>
                  <a:lnTo>
                    <a:pt x="55245" y="336232"/>
                  </a:lnTo>
                  <a:lnTo>
                    <a:pt x="35242" y="383857"/>
                  </a:lnTo>
                  <a:lnTo>
                    <a:pt x="20002" y="432435"/>
                  </a:lnTo>
                  <a:lnTo>
                    <a:pt x="8573" y="481965"/>
                  </a:lnTo>
                  <a:lnTo>
                    <a:pt x="1905" y="532448"/>
                  </a:lnTo>
                  <a:lnTo>
                    <a:pt x="0" y="582930"/>
                  </a:lnTo>
                  <a:lnTo>
                    <a:pt x="1905" y="633412"/>
                  </a:lnTo>
                  <a:lnTo>
                    <a:pt x="8573" y="683895"/>
                  </a:lnTo>
                  <a:lnTo>
                    <a:pt x="20002" y="733425"/>
                  </a:lnTo>
                  <a:lnTo>
                    <a:pt x="35242" y="782002"/>
                  </a:lnTo>
                  <a:lnTo>
                    <a:pt x="55245" y="829628"/>
                  </a:lnTo>
                  <a:lnTo>
                    <a:pt x="78105" y="874395"/>
                  </a:lnTo>
                  <a:lnTo>
                    <a:pt x="104775" y="917257"/>
                  </a:lnTo>
                  <a:lnTo>
                    <a:pt x="136207" y="957262"/>
                  </a:lnTo>
                  <a:lnTo>
                    <a:pt x="170498" y="995362"/>
                  </a:lnTo>
                  <a:lnTo>
                    <a:pt x="207645" y="1029652"/>
                  </a:lnTo>
                  <a:lnTo>
                    <a:pt x="248602" y="1060132"/>
                  </a:lnTo>
                  <a:lnTo>
                    <a:pt x="291465" y="1087755"/>
                  </a:lnTo>
                  <a:lnTo>
                    <a:pt x="337185" y="1111568"/>
                  </a:lnTo>
                  <a:lnTo>
                    <a:pt x="383857" y="1130618"/>
                  </a:lnTo>
                  <a:lnTo>
                    <a:pt x="431482" y="1145857"/>
                  </a:lnTo>
                  <a:lnTo>
                    <a:pt x="481965" y="1157287"/>
                  </a:lnTo>
                  <a:lnTo>
                    <a:pt x="532448" y="1163955"/>
                  </a:lnTo>
                  <a:lnTo>
                    <a:pt x="582930" y="1165860"/>
                  </a:lnTo>
                  <a:lnTo>
                    <a:pt x="633412" y="1163955"/>
                  </a:lnTo>
                  <a:lnTo>
                    <a:pt x="683895" y="1157287"/>
                  </a:lnTo>
                  <a:lnTo>
                    <a:pt x="733425" y="1145857"/>
                  </a:lnTo>
                  <a:lnTo>
                    <a:pt x="782955" y="1130618"/>
                  </a:lnTo>
                  <a:lnTo>
                    <a:pt x="828675" y="1111568"/>
                  </a:lnTo>
                  <a:lnTo>
                    <a:pt x="874395" y="1087755"/>
                  </a:lnTo>
                  <a:lnTo>
                    <a:pt x="917257" y="1060132"/>
                  </a:lnTo>
                  <a:lnTo>
                    <a:pt x="958215" y="1029652"/>
                  </a:lnTo>
                  <a:lnTo>
                    <a:pt x="995362" y="995362"/>
                  </a:lnTo>
                  <a:lnTo>
                    <a:pt x="1029652" y="957262"/>
                  </a:lnTo>
                  <a:lnTo>
                    <a:pt x="1061085" y="917257"/>
                  </a:lnTo>
                  <a:lnTo>
                    <a:pt x="1087755" y="874395"/>
                  </a:lnTo>
                  <a:lnTo>
                    <a:pt x="1111568" y="829628"/>
                  </a:lnTo>
                  <a:lnTo>
                    <a:pt x="1130618" y="782002"/>
                  </a:lnTo>
                  <a:lnTo>
                    <a:pt x="1145857" y="733425"/>
                  </a:lnTo>
                  <a:lnTo>
                    <a:pt x="1157287" y="683895"/>
                  </a:lnTo>
                  <a:lnTo>
                    <a:pt x="1163002" y="633412"/>
                  </a:lnTo>
                  <a:lnTo>
                    <a:pt x="1165860" y="582930"/>
                  </a:lnTo>
                  <a:lnTo>
                    <a:pt x="1163002" y="532448"/>
                  </a:lnTo>
                  <a:lnTo>
                    <a:pt x="1158240" y="491490"/>
                  </a:lnTo>
                </a:path>
              </a:pathLst>
            </a:custGeom>
            <a:noFill/>
            <a:ln w="32385">
              <a:solidFill>
                <a:srgbClr val="353228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1514475" y="2389822"/>
              <a:ext cx="1117282" cy="1117282"/>
            </a:xfrm>
            <a:custGeom>
              <a:avLst/>
              <a:gdLst/>
              <a:ahLst/>
              <a:cxnLst/>
              <a:rect l="l" t="t" r="r" b="b"/>
              <a:pathLst>
                <a:path w="1117282" h="1117282">
                  <a:moveTo>
                    <a:pt x="1116330" y="549593"/>
                  </a:moveTo>
                  <a:lnTo>
                    <a:pt x="1114425" y="510540"/>
                  </a:lnTo>
                  <a:lnTo>
                    <a:pt x="1108710" y="461962"/>
                  </a:lnTo>
                  <a:lnTo>
                    <a:pt x="1097280" y="414337"/>
                  </a:lnTo>
                  <a:lnTo>
                    <a:pt x="1082992" y="367665"/>
                  </a:lnTo>
                  <a:lnTo>
                    <a:pt x="1064895" y="322898"/>
                  </a:lnTo>
                  <a:lnTo>
                    <a:pt x="1042035" y="280035"/>
                  </a:lnTo>
                  <a:lnTo>
                    <a:pt x="1015365" y="239077"/>
                  </a:lnTo>
                  <a:lnTo>
                    <a:pt x="985838" y="200025"/>
                  </a:lnTo>
                  <a:lnTo>
                    <a:pt x="953453" y="163830"/>
                  </a:lnTo>
                  <a:lnTo>
                    <a:pt x="917258" y="131445"/>
                  </a:lnTo>
                  <a:lnTo>
                    <a:pt x="878205" y="101918"/>
                  </a:lnTo>
                  <a:lnTo>
                    <a:pt x="837248" y="75248"/>
                  </a:lnTo>
                  <a:lnTo>
                    <a:pt x="794385" y="52387"/>
                  </a:lnTo>
                  <a:lnTo>
                    <a:pt x="748665" y="34290"/>
                  </a:lnTo>
                  <a:lnTo>
                    <a:pt x="702945" y="20002"/>
                  </a:lnTo>
                  <a:lnTo>
                    <a:pt x="655320" y="8573"/>
                  </a:lnTo>
                  <a:lnTo>
                    <a:pt x="606742" y="2857"/>
                  </a:lnTo>
                  <a:lnTo>
                    <a:pt x="558165" y="0"/>
                  </a:lnTo>
                  <a:lnTo>
                    <a:pt x="509588" y="2857"/>
                  </a:lnTo>
                  <a:lnTo>
                    <a:pt x="461010" y="8573"/>
                  </a:lnTo>
                  <a:lnTo>
                    <a:pt x="413385" y="20002"/>
                  </a:lnTo>
                  <a:lnTo>
                    <a:pt x="366712" y="34290"/>
                  </a:lnTo>
                  <a:lnTo>
                    <a:pt x="321945" y="52387"/>
                  </a:lnTo>
                  <a:lnTo>
                    <a:pt x="279083" y="75248"/>
                  </a:lnTo>
                  <a:lnTo>
                    <a:pt x="238125" y="101918"/>
                  </a:lnTo>
                  <a:lnTo>
                    <a:pt x="199073" y="131445"/>
                  </a:lnTo>
                  <a:lnTo>
                    <a:pt x="162877" y="163830"/>
                  </a:lnTo>
                  <a:lnTo>
                    <a:pt x="130492" y="200025"/>
                  </a:lnTo>
                  <a:lnTo>
                    <a:pt x="100012" y="239077"/>
                  </a:lnTo>
                  <a:lnTo>
                    <a:pt x="74295" y="280035"/>
                  </a:lnTo>
                  <a:lnTo>
                    <a:pt x="51435" y="322898"/>
                  </a:lnTo>
                  <a:lnTo>
                    <a:pt x="33338" y="367665"/>
                  </a:lnTo>
                  <a:lnTo>
                    <a:pt x="19050" y="414337"/>
                  </a:lnTo>
                  <a:lnTo>
                    <a:pt x="7620" y="461962"/>
                  </a:lnTo>
                  <a:lnTo>
                    <a:pt x="952" y="510540"/>
                  </a:lnTo>
                  <a:lnTo>
                    <a:pt x="0" y="559118"/>
                  </a:lnTo>
                  <a:lnTo>
                    <a:pt x="952" y="607695"/>
                  </a:lnTo>
                  <a:lnTo>
                    <a:pt x="7620" y="656272"/>
                  </a:lnTo>
                  <a:lnTo>
                    <a:pt x="19050" y="703898"/>
                  </a:lnTo>
                  <a:lnTo>
                    <a:pt x="33338" y="749618"/>
                  </a:lnTo>
                  <a:lnTo>
                    <a:pt x="51435" y="795337"/>
                  </a:lnTo>
                  <a:lnTo>
                    <a:pt x="74295" y="838200"/>
                  </a:lnTo>
                  <a:lnTo>
                    <a:pt x="100012" y="880110"/>
                  </a:lnTo>
                  <a:lnTo>
                    <a:pt x="130492" y="918210"/>
                  </a:lnTo>
                  <a:lnTo>
                    <a:pt x="162877" y="954405"/>
                  </a:lnTo>
                  <a:lnTo>
                    <a:pt x="199073" y="986790"/>
                  </a:lnTo>
                  <a:lnTo>
                    <a:pt x="238125" y="1016318"/>
                  </a:lnTo>
                  <a:lnTo>
                    <a:pt x="279083" y="1042987"/>
                  </a:lnTo>
                  <a:lnTo>
                    <a:pt x="321945" y="1064895"/>
                  </a:lnTo>
                  <a:lnTo>
                    <a:pt x="366712" y="1083945"/>
                  </a:lnTo>
                  <a:lnTo>
                    <a:pt x="413385" y="1099185"/>
                  </a:lnTo>
                  <a:lnTo>
                    <a:pt x="461010" y="1108710"/>
                  </a:lnTo>
                  <a:lnTo>
                    <a:pt x="509588" y="1115378"/>
                  </a:lnTo>
                  <a:lnTo>
                    <a:pt x="558165" y="1117282"/>
                  </a:lnTo>
                  <a:lnTo>
                    <a:pt x="606742" y="1115378"/>
                  </a:lnTo>
                  <a:lnTo>
                    <a:pt x="655320" y="1108710"/>
                  </a:lnTo>
                  <a:lnTo>
                    <a:pt x="702945" y="1099185"/>
                  </a:lnTo>
                  <a:lnTo>
                    <a:pt x="748665" y="1083945"/>
                  </a:lnTo>
                  <a:lnTo>
                    <a:pt x="794385" y="1064895"/>
                  </a:lnTo>
                  <a:lnTo>
                    <a:pt x="837248" y="1042987"/>
                  </a:lnTo>
                  <a:lnTo>
                    <a:pt x="878205" y="1016318"/>
                  </a:lnTo>
                  <a:lnTo>
                    <a:pt x="917258" y="986790"/>
                  </a:lnTo>
                  <a:lnTo>
                    <a:pt x="953453" y="954405"/>
                  </a:lnTo>
                  <a:lnTo>
                    <a:pt x="985838" y="918210"/>
                  </a:lnTo>
                  <a:lnTo>
                    <a:pt x="1015365" y="880110"/>
                  </a:lnTo>
                  <a:lnTo>
                    <a:pt x="1042035" y="838200"/>
                  </a:lnTo>
                  <a:lnTo>
                    <a:pt x="1064895" y="795337"/>
                  </a:lnTo>
                  <a:lnTo>
                    <a:pt x="1082992" y="749618"/>
                  </a:lnTo>
                  <a:lnTo>
                    <a:pt x="1097280" y="703898"/>
                  </a:lnTo>
                  <a:lnTo>
                    <a:pt x="1108710" y="656272"/>
                  </a:lnTo>
                  <a:lnTo>
                    <a:pt x="1114425" y="607695"/>
                  </a:lnTo>
                  <a:lnTo>
                    <a:pt x="1117282" y="559118"/>
                  </a:lnTo>
                  <a:lnTo>
                    <a:pt x="1114425" y="510540"/>
                  </a:lnTo>
                  <a:lnTo>
                    <a:pt x="1109662" y="471487"/>
                  </a:lnTo>
                </a:path>
              </a:pathLst>
            </a:custGeom>
            <a:noFill/>
            <a:ln w="32385">
              <a:solidFill>
                <a:srgbClr val="2B2821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1538288" y="2414588"/>
              <a:ext cx="1068705" cy="1068705"/>
            </a:xfrm>
            <a:custGeom>
              <a:avLst/>
              <a:gdLst/>
              <a:ahLst/>
              <a:cxnLst/>
              <a:rect l="l" t="t" r="r" b="b"/>
              <a:pathLst>
                <a:path w="1068705" h="1068705">
                  <a:moveTo>
                    <a:pt x="1068705" y="524828"/>
                  </a:moveTo>
                  <a:lnTo>
                    <a:pt x="1066800" y="487680"/>
                  </a:lnTo>
                  <a:lnTo>
                    <a:pt x="1061085" y="441960"/>
                  </a:lnTo>
                  <a:lnTo>
                    <a:pt x="1050608" y="396240"/>
                  </a:lnTo>
                  <a:lnTo>
                    <a:pt x="1036320" y="351472"/>
                  </a:lnTo>
                  <a:lnTo>
                    <a:pt x="1018222" y="308610"/>
                  </a:lnTo>
                  <a:lnTo>
                    <a:pt x="997267" y="266700"/>
                  </a:lnTo>
                  <a:lnTo>
                    <a:pt x="971550" y="227647"/>
                  </a:lnTo>
                  <a:lnTo>
                    <a:pt x="943928" y="190500"/>
                  </a:lnTo>
                  <a:lnTo>
                    <a:pt x="911542" y="156210"/>
                  </a:lnTo>
                  <a:lnTo>
                    <a:pt x="878205" y="124778"/>
                  </a:lnTo>
                  <a:lnTo>
                    <a:pt x="841058" y="96203"/>
                  </a:lnTo>
                  <a:lnTo>
                    <a:pt x="802005" y="71438"/>
                  </a:lnTo>
                  <a:lnTo>
                    <a:pt x="760095" y="50483"/>
                  </a:lnTo>
                  <a:lnTo>
                    <a:pt x="717233" y="32385"/>
                  </a:lnTo>
                  <a:lnTo>
                    <a:pt x="672465" y="18098"/>
                  </a:lnTo>
                  <a:lnTo>
                    <a:pt x="627698" y="8573"/>
                  </a:lnTo>
                  <a:lnTo>
                    <a:pt x="581025" y="1905"/>
                  </a:lnTo>
                  <a:lnTo>
                    <a:pt x="534352" y="0"/>
                  </a:lnTo>
                  <a:lnTo>
                    <a:pt x="487680" y="1905"/>
                  </a:lnTo>
                  <a:lnTo>
                    <a:pt x="441960" y="8573"/>
                  </a:lnTo>
                  <a:lnTo>
                    <a:pt x="396240" y="18098"/>
                  </a:lnTo>
                  <a:lnTo>
                    <a:pt x="351473" y="32385"/>
                  </a:lnTo>
                  <a:lnTo>
                    <a:pt x="308610" y="50483"/>
                  </a:lnTo>
                  <a:lnTo>
                    <a:pt x="266700" y="71438"/>
                  </a:lnTo>
                  <a:lnTo>
                    <a:pt x="227648" y="96203"/>
                  </a:lnTo>
                  <a:lnTo>
                    <a:pt x="190500" y="124778"/>
                  </a:lnTo>
                  <a:lnTo>
                    <a:pt x="156210" y="156210"/>
                  </a:lnTo>
                  <a:lnTo>
                    <a:pt x="124777" y="190500"/>
                  </a:lnTo>
                  <a:lnTo>
                    <a:pt x="96202" y="227647"/>
                  </a:lnTo>
                  <a:lnTo>
                    <a:pt x="71438" y="266700"/>
                  </a:lnTo>
                  <a:lnTo>
                    <a:pt x="50483" y="308610"/>
                  </a:lnTo>
                  <a:lnTo>
                    <a:pt x="32385" y="351472"/>
                  </a:lnTo>
                  <a:lnTo>
                    <a:pt x="18098" y="396240"/>
                  </a:lnTo>
                  <a:lnTo>
                    <a:pt x="7620" y="441960"/>
                  </a:lnTo>
                  <a:lnTo>
                    <a:pt x="1905" y="487680"/>
                  </a:lnTo>
                  <a:lnTo>
                    <a:pt x="0" y="534353"/>
                  </a:lnTo>
                  <a:lnTo>
                    <a:pt x="1905" y="581025"/>
                  </a:lnTo>
                  <a:lnTo>
                    <a:pt x="7620" y="627697"/>
                  </a:lnTo>
                  <a:lnTo>
                    <a:pt x="18098" y="672465"/>
                  </a:lnTo>
                  <a:lnTo>
                    <a:pt x="32385" y="717233"/>
                  </a:lnTo>
                  <a:lnTo>
                    <a:pt x="50483" y="760095"/>
                  </a:lnTo>
                  <a:lnTo>
                    <a:pt x="71438" y="801053"/>
                  </a:lnTo>
                  <a:lnTo>
                    <a:pt x="96202" y="841058"/>
                  </a:lnTo>
                  <a:lnTo>
                    <a:pt x="124777" y="878205"/>
                  </a:lnTo>
                  <a:lnTo>
                    <a:pt x="156210" y="912495"/>
                  </a:lnTo>
                  <a:lnTo>
                    <a:pt x="190500" y="943928"/>
                  </a:lnTo>
                  <a:lnTo>
                    <a:pt x="227648" y="972503"/>
                  </a:lnTo>
                  <a:lnTo>
                    <a:pt x="266700" y="997267"/>
                  </a:lnTo>
                  <a:lnTo>
                    <a:pt x="308610" y="1018222"/>
                  </a:lnTo>
                  <a:lnTo>
                    <a:pt x="351473" y="1036320"/>
                  </a:lnTo>
                  <a:lnTo>
                    <a:pt x="396240" y="1050608"/>
                  </a:lnTo>
                  <a:lnTo>
                    <a:pt x="441960" y="1060132"/>
                  </a:lnTo>
                  <a:lnTo>
                    <a:pt x="487680" y="1066800"/>
                  </a:lnTo>
                  <a:lnTo>
                    <a:pt x="534352" y="1068705"/>
                  </a:lnTo>
                  <a:lnTo>
                    <a:pt x="581025" y="1066800"/>
                  </a:lnTo>
                  <a:lnTo>
                    <a:pt x="627698" y="1060132"/>
                  </a:lnTo>
                  <a:lnTo>
                    <a:pt x="672465" y="1050608"/>
                  </a:lnTo>
                  <a:lnTo>
                    <a:pt x="717233" y="1036320"/>
                  </a:lnTo>
                  <a:lnTo>
                    <a:pt x="760095" y="1018222"/>
                  </a:lnTo>
                  <a:lnTo>
                    <a:pt x="802005" y="997267"/>
                  </a:lnTo>
                  <a:lnTo>
                    <a:pt x="841058" y="972503"/>
                  </a:lnTo>
                  <a:lnTo>
                    <a:pt x="878205" y="943928"/>
                  </a:lnTo>
                  <a:lnTo>
                    <a:pt x="911542" y="912495"/>
                  </a:lnTo>
                  <a:lnTo>
                    <a:pt x="943928" y="878205"/>
                  </a:lnTo>
                  <a:lnTo>
                    <a:pt x="971550" y="841058"/>
                  </a:lnTo>
                  <a:lnTo>
                    <a:pt x="997267" y="801053"/>
                  </a:lnTo>
                  <a:lnTo>
                    <a:pt x="1018222" y="760095"/>
                  </a:lnTo>
                  <a:lnTo>
                    <a:pt x="1036320" y="717233"/>
                  </a:lnTo>
                  <a:lnTo>
                    <a:pt x="1050608" y="672465"/>
                  </a:lnTo>
                  <a:lnTo>
                    <a:pt x="1061085" y="627697"/>
                  </a:lnTo>
                  <a:lnTo>
                    <a:pt x="1066800" y="581025"/>
                  </a:lnTo>
                  <a:lnTo>
                    <a:pt x="1068705" y="534353"/>
                  </a:lnTo>
                  <a:lnTo>
                    <a:pt x="1066800" y="487680"/>
                  </a:lnTo>
                  <a:lnTo>
                    <a:pt x="1062038" y="450533"/>
                  </a:lnTo>
                </a:path>
              </a:pathLst>
            </a:custGeom>
            <a:noFill/>
            <a:ln w="32385">
              <a:solidFill>
                <a:srgbClr val="131312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1562100" y="2438400"/>
              <a:ext cx="1021080" cy="1020128"/>
            </a:xfrm>
            <a:custGeom>
              <a:avLst/>
              <a:gdLst/>
              <a:ahLst/>
              <a:cxnLst/>
              <a:rect l="l" t="t" r="r" b="b"/>
              <a:pathLst>
                <a:path w="1021080" h="1020128">
                  <a:moveTo>
                    <a:pt x="1020128" y="501015"/>
                  </a:moveTo>
                  <a:lnTo>
                    <a:pt x="1018222" y="465772"/>
                  </a:lnTo>
                  <a:lnTo>
                    <a:pt x="1013460" y="421958"/>
                  </a:lnTo>
                  <a:lnTo>
                    <a:pt x="1002983" y="378142"/>
                  </a:lnTo>
                  <a:lnTo>
                    <a:pt x="989647" y="336233"/>
                  </a:lnTo>
                  <a:lnTo>
                    <a:pt x="973455" y="295275"/>
                  </a:lnTo>
                  <a:lnTo>
                    <a:pt x="952500" y="255270"/>
                  </a:lnTo>
                  <a:lnTo>
                    <a:pt x="927735" y="218122"/>
                  </a:lnTo>
                  <a:lnTo>
                    <a:pt x="901065" y="182880"/>
                  </a:lnTo>
                  <a:lnTo>
                    <a:pt x="871538" y="149542"/>
                  </a:lnTo>
                  <a:lnTo>
                    <a:pt x="838200" y="120015"/>
                  </a:lnTo>
                  <a:lnTo>
                    <a:pt x="802958" y="92392"/>
                  </a:lnTo>
                  <a:lnTo>
                    <a:pt x="764858" y="68580"/>
                  </a:lnTo>
                  <a:lnTo>
                    <a:pt x="726758" y="48578"/>
                  </a:lnTo>
                  <a:lnTo>
                    <a:pt x="684848" y="31433"/>
                  </a:lnTo>
                  <a:lnTo>
                    <a:pt x="642938" y="18097"/>
                  </a:lnTo>
                  <a:lnTo>
                    <a:pt x="599122" y="8572"/>
                  </a:lnTo>
                  <a:lnTo>
                    <a:pt x="555308" y="2858"/>
                  </a:lnTo>
                  <a:lnTo>
                    <a:pt x="510540" y="0"/>
                  </a:lnTo>
                  <a:lnTo>
                    <a:pt x="465773" y="2858"/>
                  </a:lnTo>
                  <a:lnTo>
                    <a:pt x="421958" y="8572"/>
                  </a:lnTo>
                  <a:lnTo>
                    <a:pt x="378142" y="18097"/>
                  </a:lnTo>
                  <a:lnTo>
                    <a:pt x="336233" y="31433"/>
                  </a:lnTo>
                  <a:lnTo>
                    <a:pt x="295275" y="48578"/>
                  </a:lnTo>
                  <a:lnTo>
                    <a:pt x="255270" y="68580"/>
                  </a:lnTo>
                  <a:lnTo>
                    <a:pt x="218123" y="92392"/>
                  </a:lnTo>
                  <a:lnTo>
                    <a:pt x="182880" y="120015"/>
                  </a:lnTo>
                  <a:lnTo>
                    <a:pt x="149542" y="149542"/>
                  </a:lnTo>
                  <a:lnTo>
                    <a:pt x="120015" y="182880"/>
                  </a:lnTo>
                  <a:lnTo>
                    <a:pt x="92392" y="218122"/>
                  </a:lnTo>
                  <a:lnTo>
                    <a:pt x="68580" y="255270"/>
                  </a:lnTo>
                  <a:lnTo>
                    <a:pt x="48577" y="295275"/>
                  </a:lnTo>
                  <a:lnTo>
                    <a:pt x="31433" y="336233"/>
                  </a:lnTo>
                  <a:lnTo>
                    <a:pt x="18098" y="378142"/>
                  </a:lnTo>
                  <a:lnTo>
                    <a:pt x="8573" y="421958"/>
                  </a:lnTo>
                  <a:lnTo>
                    <a:pt x="2858" y="465772"/>
                  </a:lnTo>
                  <a:lnTo>
                    <a:pt x="0" y="510540"/>
                  </a:lnTo>
                  <a:lnTo>
                    <a:pt x="2858" y="555308"/>
                  </a:lnTo>
                  <a:lnTo>
                    <a:pt x="8573" y="599122"/>
                  </a:lnTo>
                  <a:lnTo>
                    <a:pt x="18098" y="641985"/>
                  </a:lnTo>
                  <a:lnTo>
                    <a:pt x="31433" y="684847"/>
                  </a:lnTo>
                  <a:lnTo>
                    <a:pt x="48577" y="725805"/>
                  </a:lnTo>
                  <a:lnTo>
                    <a:pt x="68580" y="765810"/>
                  </a:lnTo>
                  <a:lnTo>
                    <a:pt x="92392" y="802958"/>
                  </a:lnTo>
                  <a:lnTo>
                    <a:pt x="120015" y="838200"/>
                  </a:lnTo>
                  <a:lnTo>
                    <a:pt x="149542" y="871538"/>
                  </a:lnTo>
                  <a:lnTo>
                    <a:pt x="182880" y="901065"/>
                  </a:lnTo>
                  <a:lnTo>
                    <a:pt x="218123" y="928688"/>
                  </a:lnTo>
                  <a:lnTo>
                    <a:pt x="255270" y="952500"/>
                  </a:lnTo>
                  <a:lnTo>
                    <a:pt x="295275" y="972503"/>
                  </a:lnTo>
                  <a:lnTo>
                    <a:pt x="336233" y="989647"/>
                  </a:lnTo>
                  <a:lnTo>
                    <a:pt x="378142" y="1002983"/>
                  </a:lnTo>
                  <a:lnTo>
                    <a:pt x="421958" y="1012508"/>
                  </a:lnTo>
                  <a:lnTo>
                    <a:pt x="465773" y="1018222"/>
                  </a:lnTo>
                  <a:lnTo>
                    <a:pt x="510540" y="1020128"/>
                  </a:lnTo>
                  <a:lnTo>
                    <a:pt x="555308" y="1018222"/>
                  </a:lnTo>
                  <a:lnTo>
                    <a:pt x="599122" y="1012508"/>
                  </a:lnTo>
                  <a:lnTo>
                    <a:pt x="642938" y="1002983"/>
                  </a:lnTo>
                  <a:lnTo>
                    <a:pt x="684848" y="989647"/>
                  </a:lnTo>
                  <a:lnTo>
                    <a:pt x="726758" y="972503"/>
                  </a:lnTo>
                  <a:lnTo>
                    <a:pt x="764858" y="952500"/>
                  </a:lnTo>
                  <a:lnTo>
                    <a:pt x="802958" y="928688"/>
                  </a:lnTo>
                  <a:lnTo>
                    <a:pt x="838200" y="901065"/>
                  </a:lnTo>
                  <a:lnTo>
                    <a:pt x="871538" y="871538"/>
                  </a:lnTo>
                  <a:lnTo>
                    <a:pt x="901065" y="838200"/>
                  </a:lnTo>
                  <a:lnTo>
                    <a:pt x="927735" y="802958"/>
                  </a:lnTo>
                  <a:lnTo>
                    <a:pt x="952500" y="765810"/>
                  </a:lnTo>
                  <a:lnTo>
                    <a:pt x="973455" y="725805"/>
                  </a:lnTo>
                  <a:lnTo>
                    <a:pt x="989647" y="684847"/>
                  </a:lnTo>
                  <a:lnTo>
                    <a:pt x="1002983" y="641985"/>
                  </a:lnTo>
                  <a:lnTo>
                    <a:pt x="1013460" y="599122"/>
                  </a:lnTo>
                  <a:lnTo>
                    <a:pt x="1018222" y="555308"/>
                  </a:lnTo>
                  <a:lnTo>
                    <a:pt x="1021080" y="510540"/>
                  </a:lnTo>
                  <a:lnTo>
                    <a:pt x="1018222" y="465772"/>
                  </a:lnTo>
                  <a:lnTo>
                    <a:pt x="1014412" y="431483"/>
                  </a:lnTo>
                </a:path>
              </a:pathLst>
            </a:custGeom>
            <a:noFill/>
            <a:ln w="32385">
              <a:solidFill>
                <a:srgbClr val="2C2922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1586865" y="2463165"/>
              <a:ext cx="971550" cy="971550"/>
            </a:xfrm>
            <a:custGeom>
              <a:avLst/>
              <a:gdLst/>
              <a:ahLst/>
              <a:cxnLst/>
              <a:rect l="l" t="t" r="r" b="b"/>
              <a:pathLst>
                <a:path w="971550" h="971550">
                  <a:moveTo>
                    <a:pt x="971550" y="476250"/>
                  </a:moveTo>
                  <a:lnTo>
                    <a:pt x="969645" y="443865"/>
                  </a:lnTo>
                  <a:lnTo>
                    <a:pt x="963930" y="401955"/>
                  </a:lnTo>
                  <a:lnTo>
                    <a:pt x="954405" y="360045"/>
                  </a:lnTo>
                  <a:lnTo>
                    <a:pt x="942022" y="319088"/>
                  </a:lnTo>
                  <a:lnTo>
                    <a:pt x="925830" y="280035"/>
                  </a:lnTo>
                  <a:lnTo>
                    <a:pt x="906780" y="242888"/>
                  </a:lnTo>
                  <a:lnTo>
                    <a:pt x="883920" y="206692"/>
                  </a:lnTo>
                  <a:lnTo>
                    <a:pt x="858202" y="173355"/>
                  </a:lnTo>
                  <a:lnTo>
                    <a:pt x="829628" y="141922"/>
                  </a:lnTo>
                  <a:lnTo>
                    <a:pt x="798195" y="113347"/>
                  </a:lnTo>
                  <a:lnTo>
                    <a:pt x="763905" y="87630"/>
                  </a:lnTo>
                  <a:lnTo>
                    <a:pt x="728662" y="64770"/>
                  </a:lnTo>
                  <a:lnTo>
                    <a:pt x="691515" y="45720"/>
                  </a:lnTo>
                  <a:lnTo>
                    <a:pt x="651510" y="29527"/>
                  </a:lnTo>
                  <a:lnTo>
                    <a:pt x="611505" y="16192"/>
                  </a:lnTo>
                  <a:lnTo>
                    <a:pt x="570548" y="7620"/>
                  </a:lnTo>
                  <a:lnTo>
                    <a:pt x="527685" y="1905"/>
                  </a:lnTo>
                  <a:lnTo>
                    <a:pt x="485775" y="0"/>
                  </a:lnTo>
                  <a:lnTo>
                    <a:pt x="443865" y="1905"/>
                  </a:lnTo>
                  <a:lnTo>
                    <a:pt x="401002" y="7620"/>
                  </a:lnTo>
                  <a:lnTo>
                    <a:pt x="360045" y="16192"/>
                  </a:lnTo>
                  <a:lnTo>
                    <a:pt x="320040" y="29527"/>
                  </a:lnTo>
                  <a:lnTo>
                    <a:pt x="280988" y="45720"/>
                  </a:lnTo>
                  <a:lnTo>
                    <a:pt x="242888" y="64770"/>
                  </a:lnTo>
                  <a:lnTo>
                    <a:pt x="206693" y="87630"/>
                  </a:lnTo>
                  <a:lnTo>
                    <a:pt x="173355" y="113347"/>
                  </a:lnTo>
                  <a:lnTo>
                    <a:pt x="141923" y="141922"/>
                  </a:lnTo>
                  <a:lnTo>
                    <a:pt x="113348" y="173355"/>
                  </a:lnTo>
                  <a:lnTo>
                    <a:pt x="87630" y="206692"/>
                  </a:lnTo>
                  <a:lnTo>
                    <a:pt x="64770" y="242888"/>
                  </a:lnTo>
                  <a:lnTo>
                    <a:pt x="45720" y="280035"/>
                  </a:lnTo>
                  <a:lnTo>
                    <a:pt x="29527" y="319088"/>
                  </a:lnTo>
                  <a:lnTo>
                    <a:pt x="17145" y="360045"/>
                  </a:lnTo>
                  <a:lnTo>
                    <a:pt x="7620" y="401955"/>
                  </a:lnTo>
                  <a:lnTo>
                    <a:pt x="1905" y="443865"/>
                  </a:lnTo>
                  <a:lnTo>
                    <a:pt x="0" y="485775"/>
                  </a:lnTo>
                  <a:lnTo>
                    <a:pt x="1905" y="528638"/>
                  </a:lnTo>
                  <a:lnTo>
                    <a:pt x="7620" y="570547"/>
                  </a:lnTo>
                  <a:lnTo>
                    <a:pt x="17145" y="611505"/>
                  </a:lnTo>
                  <a:lnTo>
                    <a:pt x="29527" y="651510"/>
                  </a:lnTo>
                  <a:lnTo>
                    <a:pt x="45720" y="691515"/>
                  </a:lnTo>
                  <a:lnTo>
                    <a:pt x="64770" y="728662"/>
                  </a:lnTo>
                  <a:lnTo>
                    <a:pt x="87630" y="763905"/>
                  </a:lnTo>
                  <a:lnTo>
                    <a:pt x="113348" y="798195"/>
                  </a:lnTo>
                  <a:lnTo>
                    <a:pt x="141923" y="829627"/>
                  </a:lnTo>
                  <a:lnTo>
                    <a:pt x="173355" y="858202"/>
                  </a:lnTo>
                  <a:lnTo>
                    <a:pt x="206693" y="883920"/>
                  </a:lnTo>
                  <a:lnTo>
                    <a:pt x="242888" y="906780"/>
                  </a:lnTo>
                  <a:lnTo>
                    <a:pt x="280988" y="925830"/>
                  </a:lnTo>
                  <a:lnTo>
                    <a:pt x="320040" y="942022"/>
                  </a:lnTo>
                  <a:lnTo>
                    <a:pt x="360045" y="955357"/>
                  </a:lnTo>
                  <a:lnTo>
                    <a:pt x="401002" y="963930"/>
                  </a:lnTo>
                  <a:lnTo>
                    <a:pt x="443865" y="969645"/>
                  </a:lnTo>
                  <a:lnTo>
                    <a:pt x="485775" y="971550"/>
                  </a:lnTo>
                  <a:lnTo>
                    <a:pt x="527685" y="969645"/>
                  </a:lnTo>
                  <a:lnTo>
                    <a:pt x="570548" y="963930"/>
                  </a:lnTo>
                  <a:lnTo>
                    <a:pt x="611505" y="955357"/>
                  </a:lnTo>
                  <a:lnTo>
                    <a:pt x="651510" y="942022"/>
                  </a:lnTo>
                  <a:lnTo>
                    <a:pt x="691515" y="925830"/>
                  </a:lnTo>
                  <a:lnTo>
                    <a:pt x="728662" y="906780"/>
                  </a:lnTo>
                  <a:lnTo>
                    <a:pt x="763905" y="883920"/>
                  </a:lnTo>
                  <a:lnTo>
                    <a:pt x="798195" y="858202"/>
                  </a:lnTo>
                  <a:lnTo>
                    <a:pt x="829628" y="829627"/>
                  </a:lnTo>
                  <a:lnTo>
                    <a:pt x="858202" y="798195"/>
                  </a:lnTo>
                  <a:lnTo>
                    <a:pt x="883920" y="763905"/>
                  </a:lnTo>
                  <a:lnTo>
                    <a:pt x="906780" y="728662"/>
                  </a:lnTo>
                  <a:lnTo>
                    <a:pt x="925830" y="691515"/>
                  </a:lnTo>
                  <a:lnTo>
                    <a:pt x="942022" y="651510"/>
                  </a:lnTo>
                  <a:lnTo>
                    <a:pt x="954405" y="611505"/>
                  </a:lnTo>
                  <a:lnTo>
                    <a:pt x="963930" y="570547"/>
                  </a:lnTo>
                  <a:lnTo>
                    <a:pt x="969645" y="528638"/>
                  </a:lnTo>
                  <a:lnTo>
                    <a:pt x="971550" y="485775"/>
                  </a:lnTo>
                  <a:lnTo>
                    <a:pt x="969645" y="443865"/>
                  </a:lnTo>
                  <a:lnTo>
                    <a:pt x="964882" y="410527"/>
                  </a:lnTo>
                </a:path>
              </a:pathLst>
            </a:custGeom>
            <a:noFill/>
            <a:ln w="32385">
              <a:solidFill>
                <a:srgbClr val="3B372C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1610678" y="2486978"/>
              <a:ext cx="922972" cy="923925"/>
            </a:xfrm>
            <a:custGeom>
              <a:avLst/>
              <a:gdLst/>
              <a:ahLst/>
              <a:cxnLst/>
              <a:rect l="l" t="t" r="r" b="b"/>
              <a:pathLst>
                <a:path w="922972" h="923925">
                  <a:moveTo>
                    <a:pt x="922972" y="452438"/>
                  </a:moveTo>
                  <a:lnTo>
                    <a:pt x="922020" y="421957"/>
                  </a:lnTo>
                  <a:lnTo>
                    <a:pt x="916305" y="381952"/>
                  </a:lnTo>
                  <a:lnTo>
                    <a:pt x="907732" y="342900"/>
                  </a:lnTo>
                  <a:lnTo>
                    <a:pt x="895350" y="303847"/>
                  </a:lnTo>
                  <a:lnTo>
                    <a:pt x="880110" y="266700"/>
                  </a:lnTo>
                  <a:lnTo>
                    <a:pt x="862013" y="231457"/>
                  </a:lnTo>
                  <a:lnTo>
                    <a:pt x="840105" y="197167"/>
                  </a:lnTo>
                  <a:lnTo>
                    <a:pt x="815340" y="165735"/>
                  </a:lnTo>
                  <a:lnTo>
                    <a:pt x="787718" y="135255"/>
                  </a:lnTo>
                  <a:lnTo>
                    <a:pt x="758190" y="108585"/>
                  </a:lnTo>
                  <a:lnTo>
                    <a:pt x="726758" y="83820"/>
                  </a:lnTo>
                  <a:lnTo>
                    <a:pt x="692468" y="61912"/>
                  </a:lnTo>
                  <a:lnTo>
                    <a:pt x="657225" y="43815"/>
                  </a:lnTo>
                  <a:lnTo>
                    <a:pt x="620078" y="28575"/>
                  </a:lnTo>
                  <a:lnTo>
                    <a:pt x="581025" y="16192"/>
                  </a:lnTo>
                  <a:lnTo>
                    <a:pt x="541972" y="7620"/>
                  </a:lnTo>
                  <a:lnTo>
                    <a:pt x="501968" y="1905"/>
                  </a:lnTo>
                  <a:lnTo>
                    <a:pt x="461962" y="0"/>
                  </a:lnTo>
                  <a:lnTo>
                    <a:pt x="421958" y="1905"/>
                  </a:lnTo>
                  <a:lnTo>
                    <a:pt x="381952" y="7620"/>
                  </a:lnTo>
                  <a:lnTo>
                    <a:pt x="341948" y="16192"/>
                  </a:lnTo>
                  <a:lnTo>
                    <a:pt x="303848" y="28575"/>
                  </a:lnTo>
                  <a:lnTo>
                    <a:pt x="266700" y="43815"/>
                  </a:lnTo>
                  <a:lnTo>
                    <a:pt x="231458" y="61912"/>
                  </a:lnTo>
                  <a:lnTo>
                    <a:pt x="197168" y="83820"/>
                  </a:lnTo>
                  <a:lnTo>
                    <a:pt x="165735" y="108585"/>
                  </a:lnTo>
                  <a:lnTo>
                    <a:pt x="135255" y="135255"/>
                  </a:lnTo>
                  <a:lnTo>
                    <a:pt x="108585" y="165735"/>
                  </a:lnTo>
                  <a:lnTo>
                    <a:pt x="83820" y="197167"/>
                  </a:lnTo>
                  <a:lnTo>
                    <a:pt x="61912" y="231457"/>
                  </a:lnTo>
                  <a:lnTo>
                    <a:pt x="43815" y="266700"/>
                  </a:lnTo>
                  <a:lnTo>
                    <a:pt x="28575" y="303847"/>
                  </a:lnTo>
                  <a:lnTo>
                    <a:pt x="16193" y="342900"/>
                  </a:lnTo>
                  <a:lnTo>
                    <a:pt x="7620" y="381952"/>
                  </a:lnTo>
                  <a:lnTo>
                    <a:pt x="1905" y="421957"/>
                  </a:lnTo>
                  <a:lnTo>
                    <a:pt x="0" y="461962"/>
                  </a:lnTo>
                  <a:lnTo>
                    <a:pt x="1905" y="501967"/>
                  </a:lnTo>
                  <a:lnTo>
                    <a:pt x="7620" y="541972"/>
                  </a:lnTo>
                  <a:lnTo>
                    <a:pt x="16193" y="581025"/>
                  </a:lnTo>
                  <a:lnTo>
                    <a:pt x="28575" y="620077"/>
                  </a:lnTo>
                  <a:lnTo>
                    <a:pt x="43815" y="657225"/>
                  </a:lnTo>
                  <a:lnTo>
                    <a:pt x="61912" y="692467"/>
                  </a:lnTo>
                  <a:lnTo>
                    <a:pt x="83820" y="726757"/>
                  </a:lnTo>
                  <a:lnTo>
                    <a:pt x="108585" y="759142"/>
                  </a:lnTo>
                  <a:lnTo>
                    <a:pt x="135255" y="788670"/>
                  </a:lnTo>
                  <a:lnTo>
                    <a:pt x="165735" y="815340"/>
                  </a:lnTo>
                  <a:lnTo>
                    <a:pt x="197168" y="840105"/>
                  </a:lnTo>
                  <a:lnTo>
                    <a:pt x="231458" y="862012"/>
                  </a:lnTo>
                  <a:lnTo>
                    <a:pt x="266700" y="880110"/>
                  </a:lnTo>
                  <a:lnTo>
                    <a:pt x="303848" y="895350"/>
                  </a:lnTo>
                  <a:lnTo>
                    <a:pt x="341948" y="907732"/>
                  </a:lnTo>
                  <a:lnTo>
                    <a:pt x="381952" y="916305"/>
                  </a:lnTo>
                  <a:lnTo>
                    <a:pt x="421958" y="922020"/>
                  </a:lnTo>
                  <a:lnTo>
                    <a:pt x="461962" y="923925"/>
                  </a:lnTo>
                  <a:lnTo>
                    <a:pt x="501968" y="922020"/>
                  </a:lnTo>
                  <a:lnTo>
                    <a:pt x="541972" y="916305"/>
                  </a:lnTo>
                  <a:lnTo>
                    <a:pt x="581025" y="907732"/>
                  </a:lnTo>
                  <a:lnTo>
                    <a:pt x="620078" y="895350"/>
                  </a:lnTo>
                  <a:lnTo>
                    <a:pt x="657225" y="880110"/>
                  </a:lnTo>
                  <a:lnTo>
                    <a:pt x="692468" y="862012"/>
                  </a:lnTo>
                  <a:lnTo>
                    <a:pt x="726758" y="840105"/>
                  </a:lnTo>
                  <a:lnTo>
                    <a:pt x="758190" y="815340"/>
                  </a:lnTo>
                  <a:lnTo>
                    <a:pt x="787718" y="788670"/>
                  </a:lnTo>
                  <a:lnTo>
                    <a:pt x="815340" y="759142"/>
                  </a:lnTo>
                  <a:lnTo>
                    <a:pt x="840105" y="726757"/>
                  </a:lnTo>
                  <a:lnTo>
                    <a:pt x="862013" y="692467"/>
                  </a:lnTo>
                  <a:lnTo>
                    <a:pt x="880110" y="657225"/>
                  </a:lnTo>
                  <a:lnTo>
                    <a:pt x="895350" y="620077"/>
                  </a:lnTo>
                  <a:lnTo>
                    <a:pt x="907732" y="581025"/>
                  </a:lnTo>
                  <a:lnTo>
                    <a:pt x="916305" y="541972"/>
                  </a:lnTo>
                  <a:lnTo>
                    <a:pt x="922020" y="501967"/>
                  </a:lnTo>
                  <a:lnTo>
                    <a:pt x="922972" y="461962"/>
                  </a:lnTo>
                  <a:lnTo>
                    <a:pt x="922020" y="421957"/>
                  </a:lnTo>
                  <a:lnTo>
                    <a:pt x="917257" y="391477"/>
                  </a:lnTo>
                </a:path>
              </a:pathLst>
            </a:custGeom>
            <a:noFill/>
            <a:ln w="32385">
              <a:solidFill>
                <a:srgbClr val="474233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1635442" y="2511742"/>
              <a:ext cx="874395" cy="874395"/>
            </a:xfrm>
            <a:custGeom>
              <a:avLst/>
              <a:gdLst/>
              <a:ahLst/>
              <a:cxnLst/>
              <a:rect l="l" t="t" r="r" b="b"/>
              <a:pathLst>
                <a:path w="874395" h="874395">
                  <a:moveTo>
                    <a:pt x="873442" y="427673"/>
                  </a:moveTo>
                  <a:lnTo>
                    <a:pt x="872490" y="399098"/>
                  </a:lnTo>
                  <a:lnTo>
                    <a:pt x="867728" y="360998"/>
                  </a:lnTo>
                  <a:lnTo>
                    <a:pt x="860108" y="323850"/>
                  </a:lnTo>
                  <a:lnTo>
                    <a:pt x="847725" y="287655"/>
                  </a:lnTo>
                  <a:lnTo>
                    <a:pt x="833438" y="252412"/>
                  </a:lnTo>
                  <a:lnTo>
                    <a:pt x="816292" y="218123"/>
                  </a:lnTo>
                  <a:lnTo>
                    <a:pt x="795338" y="186690"/>
                  </a:lnTo>
                  <a:lnTo>
                    <a:pt x="772478" y="156210"/>
                  </a:lnTo>
                  <a:lnTo>
                    <a:pt x="745808" y="127635"/>
                  </a:lnTo>
                  <a:lnTo>
                    <a:pt x="718185" y="101917"/>
                  </a:lnTo>
                  <a:lnTo>
                    <a:pt x="688658" y="79058"/>
                  </a:lnTo>
                  <a:lnTo>
                    <a:pt x="655320" y="58103"/>
                  </a:lnTo>
                  <a:lnTo>
                    <a:pt x="621983" y="40958"/>
                  </a:lnTo>
                  <a:lnTo>
                    <a:pt x="586740" y="26670"/>
                  </a:lnTo>
                  <a:lnTo>
                    <a:pt x="550545" y="15240"/>
                  </a:lnTo>
                  <a:lnTo>
                    <a:pt x="512445" y="6667"/>
                  </a:lnTo>
                  <a:lnTo>
                    <a:pt x="475298" y="1905"/>
                  </a:lnTo>
                  <a:lnTo>
                    <a:pt x="437198" y="0"/>
                  </a:lnTo>
                  <a:lnTo>
                    <a:pt x="399098" y="1905"/>
                  </a:lnTo>
                  <a:lnTo>
                    <a:pt x="360998" y="6667"/>
                  </a:lnTo>
                  <a:lnTo>
                    <a:pt x="323850" y="15240"/>
                  </a:lnTo>
                  <a:lnTo>
                    <a:pt x="287655" y="26670"/>
                  </a:lnTo>
                  <a:lnTo>
                    <a:pt x="252412" y="40958"/>
                  </a:lnTo>
                  <a:lnTo>
                    <a:pt x="218123" y="58103"/>
                  </a:lnTo>
                  <a:lnTo>
                    <a:pt x="186690" y="79058"/>
                  </a:lnTo>
                  <a:lnTo>
                    <a:pt x="156210" y="101917"/>
                  </a:lnTo>
                  <a:lnTo>
                    <a:pt x="128588" y="127635"/>
                  </a:lnTo>
                  <a:lnTo>
                    <a:pt x="101918" y="156210"/>
                  </a:lnTo>
                  <a:lnTo>
                    <a:pt x="79058" y="186690"/>
                  </a:lnTo>
                  <a:lnTo>
                    <a:pt x="58103" y="218123"/>
                  </a:lnTo>
                  <a:lnTo>
                    <a:pt x="40958" y="252412"/>
                  </a:lnTo>
                  <a:lnTo>
                    <a:pt x="26670" y="287655"/>
                  </a:lnTo>
                  <a:lnTo>
                    <a:pt x="15240" y="323850"/>
                  </a:lnTo>
                  <a:lnTo>
                    <a:pt x="6668" y="360998"/>
                  </a:lnTo>
                  <a:lnTo>
                    <a:pt x="1905" y="399098"/>
                  </a:lnTo>
                  <a:lnTo>
                    <a:pt x="0" y="437198"/>
                  </a:lnTo>
                  <a:lnTo>
                    <a:pt x="1905" y="475298"/>
                  </a:lnTo>
                  <a:lnTo>
                    <a:pt x="6668" y="513398"/>
                  </a:lnTo>
                  <a:lnTo>
                    <a:pt x="15240" y="550545"/>
                  </a:lnTo>
                  <a:lnTo>
                    <a:pt x="26670" y="586740"/>
                  </a:lnTo>
                  <a:lnTo>
                    <a:pt x="40958" y="621983"/>
                  </a:lnTo>
                  <a:lnTo>
                    <a:pt x="58103" y="656273"/>
                  </a:lnTo>
                  <a:lnTo>
                    <a:pt x="79058" y="687705"/>
                  </a:lnTo>
                  <a:lnTo>
                    <a:pt x="101918" y="718185"/>
                  </a:lnTo>
                  <a:lnTo>
                    <a:pt x="128588" y="745808"/>
                  </a:lnTo>
                  <a:lnTo>
                    <a:pt x="156210" y="772478"/>
                  </a:lnTo>
                  <a:lnTo>
                    <a:pt x="186690" y="795338"/>
                  </a:lnTo>
                  <a:lnTo>
                    <a:pt x="218123" y="815340"/>
                  </a:lnTo>
                  <a:lnTo>
                    <a:pt x="252412" y="833438"/>
                  </a:lnTo>
                  <a:lnTo>
                    <a:pt x="287655" y="847725"/>
                  </a:lnTo>
                  <a:lnTo>
                    <a:pt x="323850" y="859155"/>
                  </a:lnTo>
                  <a:lnTo>
                    <a:pt x="360998" y="867728"/>
                  </a:lnTo>
                  <a:lnTo>
                    <a:pt x="399098" y="872490"/>
                  </a:lnTo>
                  <a:lnTo>
                    <a:pt x="437198" y="874395"/>
                  </a:lnTo>
                  <a:lnTo>
                    <a:pt x="475298" y="872490"/>
                  </a:lnTo>
                  <a:lnTo>
                    <a:pt x="512445" y="867728"/>
                  </a:lnTo>
                  <a:lnTo>
                    <a:pt x="550545" y="859155"/>
                  </a:lnTo>
                  <a:lnTo>
                    <a:pt x="586740" y="847725"/>
                  </a:lnTo>
                  <a:lnTo>
                    <a:pt x="621983" y="833438"/>
                  </a:lnTo>
                  <a:lnTo>
                    <a:pt x="655320" y="815340"/>
                  </a:lnTo>
                  <a:lnTo>
                    <a:pt x="688658" y="795338"/>
                  </a:lnTo>
                  <a:lnTo>
                    <a:pt x="718185" y="772478"/>
                  </a:lnTo>
                  <a:lnTo>
                    <a:pt x="745808" y="745808"/>
                  </a:lnTo>
                  <a:lnTo>
                    <a:pt x="772478" y="718185"/>
                  </a:lnTo>
                  <a:lnTo>
                    <a:pt x="795338" y="687705"/>
                  </a:lnTo>
                  <a:lnTo>
                    <a:pt x="816292" y="656273"/>
                  </a:lnTo>
                  <a:lnTo>
                    <a:pt x="833438" y="621983"/>
                  </a:lnTo>
                  <a:lnTo>
                    <a:pt x="847725" y="586740"/>
                  </a:lnTo>
                  <a:lnTo>
                    <a:pt x="860108" y="550545"/>
                  </a:lnTo>
                  <a:lnTo>
                    <a:pt x="867728" y="513398"/>
                  </a:lnTo>
                  <a:lnTo>
                    <a:pt x="872490" y="475298"/>
                  </a:lnTo>
                  <a:lnTo>
                    <a:pt x="874395" y="437198"/>
                  </a:lnTo>
                  <a:lnTo>
                    <a:pt x="872490" y="399098"/>
                  </a:lnTo>
                  <a:lnTo>
                    <a:pt x="868680" y="370523"/>
                  </a:lnTo>
                </a:path>
              </a:pathLst>
            </a:custGeom>
            <a:noFill/>
            <a:ln w="32385">
              <a:solidFill>
                <a:srgbClr val="504A39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1660208" y="2536508"/>
              <a:ext cx="824865" cy="825817"/>
            </a:xfrm>
            <a:custGeom>
              <a:avLst/>
              <a:gdLst/>
              <a:ahLst/>
              <a:cxnLst/>
              <a:rect l="l" t="t" r="r" b="b"/>
              <a:pathLst>
                <a:path w="824865" h="825817">
                  <a:moveTo>
                    <a:pt x="824865" y="402908"/>
                  </a:moveTo>
                  <a:lnTo>
                    <a:pt x="823912" y="376238"/>
                  </a:lnTo>
                  <a:lnTo>
                    <a:pt x="819150" y="340995"/>
                  </a:lnTo>
                  <a:lnTo>
                    <a:pt x="811530" y="305752"/>
                  </a:lnTo>
                  <a:lnTo>
                    <a:pt x="800100" y="271462"/>
                  </a:lnTo>
                  <a:lnTo>
                    <a:pt x="786765" y="238125"/>
                  </a:lnTo>
                  <a:lnTo>
                    <a:pt x="769620" y="205740"/>
                  </a:lnTo>
                  <a:lnTo>
                    <a:pt x="750570" y="175260"/>
                  </a:lnTo>
                  <a:lnTo>
                    <a:pt x="728662" y="146685"/>
                  </a:lnTo>
                  <a:lnTo>
                    <a:pt x="704850" y="120967"/>
                  </a:lnTo>
                  <a:lnTo>
                    <a:pt x="678180" y="96202"/>
                  </a:lnTo>
                  <a:lnTo>
                    <a:pt x="649605" y="74295"/>
                  </a:lnTo>
                  <a:lnTo>
                    <a:pt x="619125" y="55245"/>
                  </a:lnTo>
                  <a:lnTo>
                    <a:pt x="586740" y="38100"/>
                  </a:lnTo>
                  <a:lnTo>
                    <a:pt x="553402" y="24765"/>
                  </a:lnTo>
                  <a:lnTo>
                    <a:pt x="519112" y="13335"/>
                  </a:lnTo>
                  <a:lnTo>
                    <a:pt x="484822" y="5715"/>
                  </a:lnTo>
                  <a:lnTo>
                    <a:pt x="448627" y="952"/>
                  </a:lnTo>
                  <a:lnTo>
                    <a:pt x="412432" y="0"/>
                  </a:lnTo>
                  <a:lnTo>
                    <a:pt x="376238" y="952"/>
                  </a:lnTo>
                  <a:lnTo>
                    <a:pt x="340995" y="5715"/>
                  </a:lnTo>
                  <a:lnTo>
                    <a:pt x="305752" y="13335"/>
                  </a:lnTo>
                  <a:lnTo>
                    <a:pt x="271462" y="24765"/>
                  </a:lnTo>
                  <a:lnTo>
                    <a:pt x="238125" y="38100"/>
                  </a:lnTo>
                  <a:lnTo>
                    <a:pt x="205740" y="55245"/>
                  </a:lnTo>
                  <a:lnTo>
                    <a:pt x="175260" y="74295"/>
                  </a:lnTo>
                  <a:lnTo>
                    <a:pt x="146685" y="96202"/>
                  </a:lnTo>
                  <a:lnTo>
                    <a:pt x="120015" y="120967"/>
                  </a:lnTo>
                  <a:lnTo>
                    <a:pt x="96202" y="146685"/>
                  </a:lnTo>
                  <a:lnTo>
                    <a:pt x="74295" y="175260"/>
                  </a:lnTo>
                  <a:lnTo>
                    <a:pt x="55245" y="205740"/>
                  </a:lnTo>
                  <a:lnTo>
                    <a:pt x="38100" y="238125"/>
                  </a:lnTo>
                  <a:lnTo>
                    <a:pt x="24765" y="271462"/>
                  </a:lnTo>
                  <a:lnTo>
                    <a:pt x="13335" y="305752"/>
                  </a:lnTo>
                  <a:lnTo>
                    <a:pt x="5715" y="340995"/>
                  </a:lnTo>
                  <a:lnTo>
                    <a:pt x="952" y="376238"/>
                  </a:lnTo>
                  <a:lnTo>
                    <a:pt x="0" y="412433"/>
                  </a:lnTo>
                  <a:lnTo>
                    <a:pt x="952" y="448627"/>
                  </a:lnTo>
                  <a:lnTo>
                    <a:pt x="5715" y="483870"/>
                  </a:lnTo>
                  <a:lnTo>
                    <a:pt x="13335" y="519112"/>
                  </a:lnTo>
                  <a:lnTo>
                    <a:pt x="24765" y="553402"/>
                  </a:lnTo>
                  <a:lnTo>
                    <a:pt x="38100" y="586740"/>
                  </a:lnTo>
                  <a:lnTo>
                    <a:pt x="55245" y="619125"/>
                  </a:lnTo>
                  <a:lnTo>
                    <a:pt x="74295" y="649605"/>
                  </a:lnTo>
                  <a:lnTo>
                    <a:pt x="96202" y="678180"/>
                  </a:lnTo>
                  <a:lnTo>
                    <a:pt x="120015" y="703897"/>
                  </a:lnTo>
                  <a:lnTo>
                    <a:pt x="146685" y="728662"/>
                  </a:lnTo>
                  <a:lnTo>
                    <a:pt x="175260" y="750570"/>
                  </a:lnTo>
                  <a:lnTo>
                    <a:pt x="205740" y="769620"/>
                  </a:lnTo>
                  <a:lnTo>
                    <a:pt x="238125" y="786765"/>
                  </a:lnTo>
                  <a:lnTo>
                    <a:pt x="271462" y="800100"/>
                  </a:lnTo>
                  <a:lnTo>
                    <a:pt x="305752" y="811530"/>
                  </a:lnTo>
                  <a:lnTo>
                    <a:pt x="340995" y="819150"/>
                  </a:lnTo>
                  <a:lnTo>
                    <a:pt x="376238" y="823912"/>
                  </a:lnTo>
                  <a:lnTo>
                    <a:pt x="412432" y="825817"/>
                  </a:lnTo>
                  <a:lnTo>
                    <a:pt x="448627" y="823912"/>
                  </a:lnTo>
                  <a:lnTo>
                    <a:pt x="484822" y="819150"/>
                  </a:lnTo>
                  <a:lnTo>
                    <a:pt x="519112" y="811530"/>
                  </a:lnTo>
                  <a:lnTo>
                    <a:pt x="553402" y="800100"/>
                  </a:lnTo>
                  <a:lnTo>
                    <a:pt x="586740" y="786765"/>
                  </a:lnTo>
                  <a:lnTo>
                    <a:pt x="619125" y="769620"/>
                  </a:lnTo>
                  <a:lnTo>
                    <a:pt x="649605" y="750570"/>
                  </a:lnTo>
                  <a:lnTo>
                    <a:pt x="678180" y="728662"/>
                  </a:lnTo>
                  <a:lnTo>
                    <a:pt x="704850" y="703897"/>
                  </a:lnTo>
                  <a:lnTo>
                    <a:pt x="728662" y="678180"/>
                  </a:lnTo>
                  <a:lnTo>
                    <a:pt x="750570" y="649605"/>
                  </a:lnTo>
                  <a:lnTo>
                    <a:pt x="769620" y="619125"/>
                  </a:lnTo>
                  <a:lnTo>
                    <a:pt x="786765" y="586740"/>
                  </a:lnTo>
                  <a:lnTo>
                    <a:pt x="800100" y="553402"/>
                  </a:lnTo>
                  <a:lnTo>
                    <a:pt x="811530" y="519112"/>
                  </a:lnTo>
                  <a:lnTo>
                    <a:pt x="819150" y="483870"/>
                  </a:lnTo>
                  <a:lnTo>
                    <a:pt x="823912" y="448627"/>
                  </a:lnTo>
                  <a:lnTo>
                    <a:pt x="824865" y="412433"/>
                  </a:lnTo>
                  <a:lnTo>
                    <a:pt x="823912" y="376238"/>
                  </a:lnTo>
                  <a:lnTo>
                    <a:pt x="820102" y="350520"/>
                  </a:lnTo>
                </a:path>
              </a:pathLst>
            </a:custGeom>
            <a:noFill/>
            <a:ln w="32385">
              <a:solidFill>
                <a:srgbClr val="554F3C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1684020" y="2560320"/>
              <a:ext cx="777240" cy="777240"/>
            </a:xfrm>
            <a:custGeom>
              <a:avLst/>
              <a:gdLst/>
              <a:ahLst/>
              <a:cxnLst/>
              <a:rect l="l" t="t" r="r" b="b"/>
              <a:pathLst>
                <a:path w="777240" h="777240">
                  <a:moveTo>
                    <a:pt x="776288" y="379095"/>
                  </a:moveTo>
                  <a:lnTo>
                    <a:pt x="776288" y="355283"/>
                  </a:lnTo>
                  <a:lnTo>
                    <a:pt x="771525" y="320992"/>
                  </a:lnTo>
                  <a:lnTo>
                    <a:pt x="763905" y="287655"/>
                  </a:lnTo>
                  <a:lnTo>
                    <a:pt x="753428" y="255270"/>
                  </a:lnTo>
                  <a:lnTo>
                    <a:pt x="741045" y="224790"/>
                  </a:lnTo>
                  <a:lnTo>
                    <a:pt x="724852" y="194310"/>
                  </a:lnTo>
                  <a:lnTo>
                    <a:pt x="706755" y="165735"/>
                  </a:lnTo>
                  <a:lnTo>
                    <a:pt x="685800" y="139065"/>
                  </a:lnTo>
                  <a:lnTo>
                    <a:pt x="663892" y="114300"/>
                  </a:lnTo>
                  <a:lnTo>
                    <a:pt x="638175" y="90488"/>
                  </a:lnTo>
                  <a:lnTo>
                    <a:pt x="611505" y="70485"/>
                  </a:lnTo>
                  <a:lnTo>
                    <a:pt x="582930" y="52388"/>
                  </a:lnTo>
                  <a:lnTo>
                    <a:pt x="553402" y="36195"/>
                  </a:lnTo>
                  <a:lnTo>
                    <a:pt x="521970" y="23812"/>
                  </a:lnTo>
                  <a:lnTo>
                    <a:pt x="489585" y="13335"/>
                  </a:lnTo>
                  <a:lnTo>
                    <a:pt x="456247" y="5715"/>
                  </a:lnTo>
                  <a:lnTo>
                    <a:pt x="422910" y="952"/>
                  </a:lnTo>
                  <a:lnTo>
                    <a:pt x="388620" y="0"/>
                  </a:lnTo>
                  <a:lnTo>
                    <a:pt x="354330" y="952"/>
                  </a:lnTo>
                  <a:lnTo>
                    <a:pt x="320992" y="5715"/>
                  </a:lnTo>
                  <a:lnTo>
                    <a:pt x="287655" y="13335"/>
                  </a:lnTo>
                  <a:lnTo>
                    <a:pt x="255270" y="23812"/>
                  </a:lnTo>
                  <a:lnTo>
                    <a:pt x="223838" y="36195"/>
                  </a:lnTo>
                  <a:lnTo>
                    <a:pt x="194310" y="52388"/>
                  </a:lnTo>
                  <a:lnTo>
                    <a:pt x="165735" y="70485"/>
                  </a:lnTo>
                  <a:lnTo>
                    <a:pt x="139065" y="90488"/>
                  </a:lnTo>
                  <a:lnTo>
                    <a:pt x="113347" y="114300"/>
                  </a:lnTo>
                  <a:lnTo>
                    <a:pt x="91440" y="139065"/>
                  </a:lnTo>
                  <a:lnTo>
                    <a:pt x="70485" y="165735"/>
                  </a:lnTo>
                  <a:lnTo>
                    <a:pt x="52388" y="194310"/>
                  </a:lnTo>
                  <a:lnTo>
                    <a:pt x="36195" y="224790"/>
                  </a:lnTo>
                  <a:lnTo>
                    <a:pt x="23812" y="255270"/>
                  </a:lnTo>
                  <a:lnTo>
                    <a:pt x="13335" y="287655"/>
                  </a:lnTo>
                  <a:lnTo>
                    <a:pt x="5715" y="320992"/>
                  </a:lnTo>
                  <a:lnTo>
                    <a:pt x="952" y="355283"/>
                  </a:lnTo>
                  <a:lnTo>
                    <a:pt x="0" y="388620"/>
                  </a:lnTo>
                  <a:lnTo>
                    <a:pt x="952" y="422910"/>
                  </a:lnTo>
                  <a:lnTo>
                    <a:pt x="5715" y="456247"/>
                  </a:lnTo>
                  <a:lnTo>
                    <a:pt x="13335" y="489585"/>
                  </a:lnTo>
                  <a:lnTo>
                    <a:pt x="23812" y="521970"/>
                  </a:lnTo>
                  <a:lnTo>
                    <a:pt x="36195" y="552450"/>
                  </a:lnTo>
                  <a:lnTo>
                    <a:pt x="52388" y="582930"/>
                  </a:lnTo>
                  <a:lnTo>
                    <a:pt x="70485" y="611505"/>
                  </a:lnTo>
                  <a:lnTo>
                    <a:pt x="91440" y="638175"/>
                  </a:lnTo>
                  <a:lnTo>
                    <a:pt x="113347" y="663892"/>
                  </a:lnTo>
                  <a:lnTo>
                    <a:pt x="139065" y="686752"/>
                  </a:lnTo>
                  <a:lnTo>
                    <a:pt x="165735" y="706755"/>
                  </a:lnTo>
                  <a:lnTo>
                    <a:pt x="194310" y="724852"/>
                  </a:lnTo>
                  <a:lnTo>
                    <a:pt x="223838" y="741045"/>
                  </a:lnTo>
                  <a:lnTo>
                    <a:pt x="255270" y="753427"/>
                  </a:lnTo>
                  <a:lnTo>
                    <a:pt x="287655" y="763905"/>
                  </a:lnTo>
                  <a:lnTo>
                    <a:pt x="320992" y="771525"/>
                  </a:lnTo>
                  <a:lnTo>
                    <a:pt x="354330" y="775335"/>
                  </a:lnTo>
                  <a:lnTo>
                    <a:pt x="388620" y="777240"/>
                  </a:lnTo>
                  <a:lnTo>
                    <a:pt x="422910" y="775335"/>
                  </a:lnTo>
                  <a:lnTo>
                    <a:pt x="456247" y="771525"/>
                  </a:lnTo>
                  <a:lnTo>
                    <a:pt x="489585" y="763905"/>
                  </a:lnTo>
                  <a:lnTo>
                    <a:pt x="521970" y="753427"/>
                  </a:lnTo>
                  <a:lnTo>
                    <a:pt x="553402" y="741045"/>
                  </a:lnTo>
                  <a:lnTo>
                    <a:pt x="582930" y="724852"/>
                  </a:lnTo>
                  <a:lnTo>
                    <a:pt x="611505" y="706755"/>
                  </a:lnTo>
                  <a:lnTo>
                    <a:pt x="638175" y="686752"/>
                  </a:lnTo>
                  <a:lnTo>
                    <a:pt x="663892" y="663892"/>
                  </a:lnTo>
                  <a:lnTo>
                    <a:pt x="685800" y="638175"/>
                  </a:lnTo>
                  <a:lnTo>
                    <a:pt x="706755" y="611505"/>
                  </a:lnTo>
                  <a:lnTo>
                    <a:pt x="724852" y="582930"/>
                  </a:lnTo>
                  <a:lnTo>
                    <a:pt x="741045" y="552450"/>
                  </a:lnTo>
                  <a:lnTo>
                    <a:pt x="753428" y="521970"/>
                  </a:lnTo>
                  <a:lnTo>
                    <a:pt x="763905" y="489585"/>
                  </a:lnTo>
                  <a:lnTo>
                    <a:pt x="771525" y="456247"/>
                  </a:lnTo>
                  <a:lnTo>
                    <a:pt x="776288" y="422910"/>
                  </a:lnTo>
                  <a:lnTo>
                    <a:pt x="777240" y="388620"/>
                  </a:lnTo>
                  <a:lnTo>
                    <a:pt x="776288" y="355283"/>
                  </a:lnTo>
                  <a:lnTo>
                    <a:pt x="772477" y="330517"/>
                  </a:lnTo>
                </a:path>
              </a:pathLst>
            </a:custGeom>
            <a:noFill/>
            <a:ln w="32385">
              <a:solidFill>
                <a:srgbClr val="57503D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1708785" y="2585085"/>
              <a:ext cx="727710" cy="728662"/>
            </a:xfrm>
            <a:custGeom>
              <a:avLst/>
              <a:gdLst/>
              <a:ahLst/>
              <a:cxnLst/>
              <a:rect l="l" t="t" r="r" b="b"/>
              <a:pathLst>
                <a:path w="727710" h="728662">
                  <a:moveTo>
                    <a:pt x="727710" y="354330"/>
                  </a:moveTo>
                  <a:lnTo>
                    <a:pt x="726757" y="332423"/>
                  </a:lnTo>
                  <a:lnTo>
                    <a:pt x="722948" y="300990"/>
                  </a:lnTo>
                  <a:lnTo>
                    <a:pt x="716280" y="269558"/>
                  </a:lnTo>
                  <a:lnTo>
                    <a:pt x="706755" y="239078"/>
                  </a:lnTo>
                  <a:lnTo>
                    <a:pt x="693420" y="209550"/>
                  </a:lnTo>
                  <a:lnTo>
                    <a:pt x="679132" y="181928"/>
                  </a:lnTo>
                  <a:lnTo>
                    <a:pt x="661988" y="155258"/>
                  </a:lnTo>
                  <a:lnTo>
                    <a:pt x="642938" y="129540"/>
                  </a:lnTo>
                  <a:lnTo>
                    <a:pt x="621030" y="106680"/>
                  </a:lnTo>
                  <a:lnTo>
                    <a:pt x="598170" y="84773"/>
                  </a:lnTo>
                  <a:lnTo>
                    <a:pt x="572452" y="65723"/>
                  </a:lnTo>
                  <a:lnTo>
                    <a:pt x="545782" y="48578"/>
                  </a:lnTo>
                  <a:lnTo>
                    <a:pt x="518160" y="33338"/>
                  </a:lnTo>
                  <a:lnTo>
                    <a:pt x="488632" y="21908"/>
                  </a:lnTo>
                  <a:lnTo>
                    <a:pt x="458152" y="11430"/>
                  </a:lnTo>
                  <a:lnTo>
                    <a:pt x="426720" y="4762"/>
                  </a:lnTo>
                  <a:lnTo>
                    <a:pt x="395288" y="953"/>
                  </a:lnTo>
                  <a:lnTo>
                    <a:pt x="363855" y="0"/>
                  </a:lnTo>
                  <a:lnTo>
                    <a:pt x="331470" y="953"/>
                  </a:lnTo>
                  <a:lnTo>
                    <a:pt x="300990" y="4762"/>
                  </a:lnTo>
                  <a:lnTo>
                    <a:pt x="269557" y="11430"/>
                  </a:lnTo>
                  <a:lnTo>
                    <a:pt x="239077" y="21908"/>
                  </a:lnTo>
                  <a:lnTo>
                    <a:pt x="209550" y="33338"/>
                  </a:lnTo>
                  <a:lnTo>
                    <a:pt x="181927" y="48578"/>
                  </a:lnTo>
                  <a:lnTo>
                    <a:pt x="155257" y="65723"/>
                  </a:lnTo>
                  <a:lnTo>
                    <a:pt x="129540" y="84773"/>
                  </a:lnTo>
                  <a:lnTo>
                    <a:pt x="106680" y="106680"/>
                  </a:lnTo>
                  <a:lnTo>
                    <a:pt x="84773" y="129540"/>
                  </a:lnTo>
                  <a:lnTo>
                    <a:pt x="64770" y="155258"/>
                  </a:lnTo>
                  <a:lnTo>
                    <a:pt x="48577" y="181928"/>
                  </a:lnTo>
                  <a:lnTo>
                    <a:pt x="33338" y="209550"/>
                  </a:lnTo>
                  <a:lnTo>
                    <a:pt x="20955" y="239078"/>
                  </a:lnTo>
                  <a:lnTo>
                    <a:pt x="12382" y="269558"/>
                  </a:lnTo>
                  <a:lnTo>
                    <a:pt x="4762" y="300990"/>
                  </a:lnTo>
                  <a:lnTo>
                    <a:pt x="952" y="332423"/>
                  </a:lnTo>
                  <a:lnTo>
                    <a:pt x="0" y="363855"/>
                  </a:lnTo>
                  <a:lnTo>
                    <a:pt x="952" y="395288"/>
                  </a:lnTo>
                  <a:lnTo>
                    <a:pt x="4762" y="426720"/>
                  </a:lnTo>
                  <a:lnTo>
                    <a:pt x="12382" y="458153"/>
                  </a:lnTo>
                  <a:lnTo>
                    <a:pt x="20955" y="488633"/>
                  </a:lnTo>
                  <a:lnTo>
                    <a:pt x="33338" y="518160"/>
                  </a:lnTo>
                  <a:lnTo>
                    <a:pt x="48577" y="545783"/>
                  </a:lnTo>
                  <a:lnTo>
                    <a:pt x="64770" y="572453"/>
                  </a:lnTo>
                  <a:lnTo>
                    <a:pt x="84773" y="598170"/>
                  </a:lnTo>
                  <a:lnTo>
                    <a:pt x="106680" y="621983"/>
                  </a:lnTo>
                  <a:lnTo>
                    <a:pt x="129540" y="642938"/>
                  </a:lnTo>
                  <a:lnTo>
                    <a:pt x="155257" y="661988"/>
                  </a:lnTo>
                  <a:lnTo>
                    <a:pt x="181927" y="679133"/>
                  </a:lnTo>
                  <a:lnTo>
                    <a:pt x="209550" y="694373"/>
                  </a:lnTo>
                  <a:lnTo>
                    <a:pt x="239077" y="706755"/>
                  </a:lnTo>
                  <a:lnTo>
                    <a:pt x="269557" y="716280"/>
                  </a:lnTo>
                  <a:lnTo>
                    <a:pt x="300990" y="722948"/>
                  </a:lnTo>
                  <a:lnTo>
                    <a:pt x="331470" y="726758"/>
                  </a:lnTo>
                  <a:lnTo>
                    <a:pt x="363855" y="728662"/>
                  </a:lnTo>
                  <a:lnTo>
                    <a:pt x="395288" y="726758"/>
                  </a:lnTo>
                  <a:lnTo>
                    <a:pt x="426720" y="722948"/>
                  </a:lnTo>
                  <a:lnTo>
                    <a:pt x="458152" y="716280"/>
                  </a:lnTo>
                  <a:lnTo>
                    <a:pt x="488632" y="706755"/>
                  </a:lnTo>
                  <a:lnTo>
                    <a:pt x="518160" y="694373"/>
                  </a:lnTo>
                  <a:lnTo>
                    <a:pt x="545782" y="679133"/>
                  </a:lnTo>
                  <a:lnTo>
                    <a:pt x="572452" y="661988"/>
                  </a:lnTo>
                  <a:lnTo>
                    <a:pt x="598170" y="642938"/>
                  </a:lnTo>
                  <a:lnTo>
                    <a:pt x="621030" y="621983"/>
                  </a:lnTo>
                  <a:lnTo>
                    <a:pt x="642938" y="598170"/>
                  </a:lnTo>
                  <a:lnTo>
                    <a:pt x="661988" y="572453"/>
                  </a:lnTo>
                  <a:lnTo>
                    <a:pt x="679132" y="545783"/>
                  </a:lnTo>
                  <a:lnTo>
                    <a:pt x="693420" y="518160"/>
                  </a:lnTo>
                  <a:lnTo>
                    <a:pt x="706755" y="488633"/>
                  </a:lnTo>
                  <a:lnTo>
                    <a:pt x="716280" y="458153"/>
                  </a:lnTo>
                  <a:lnTo>
                    <a:pt x="722948" y="426720"/>
                  </a:lnTo>
                  <a:lnTo>
                    <a:pt x="726757" y="395288"/>
                  </a:lnTo>
                  <a:lnTo>
                    <a:pt x="727710" y="363855"/>
                  </a:lnTo>
                  <a:lnTo>
                    <a:pt x="726757" y="332423"/>
                  </a:lnTo>
                  <a:lnTo>
                    <a:pt x="723900" y="310515"/>
                  </a:lnTo>
                </a:path>
              </a:pathLst>
            </a:custGeom>
            <a:noFill/>
            <a:ln w="32385">
              <a:solidFill>
                <a:srgbClr val="544E3B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1732598" y="2608898"/>
              <a:ext cx="680085" cy="680085"/>
            </a:xfrm>
            <a:custGeom>
              <a:avLst/>
              <a:gdLst/>
              <a:ahLst/>
              <a:cxnLst/>
              <a:rect l="l" t="t" r="r" b="b"/>
              <a:pathLst>
                <a:path w="680085" h="680085">
                  <a:moveTo>
                    <a:pt x="680085" y="330518"/>
                  </a:moveTo>
                  <a:lnTo>
                    <a:pt x="679132" y="310515"/>
                  </a:lnTo>
                  <a:lnTo>
                    <a:pt x="675322" y="280988"/>
                  </a:lnTo>
                  <a:lnTo>
                    <a:pt x="668655" y="252412"/>
                  </a:lnTo>
                  <a:lnTo>
                    <a:pt x="660082" y="223838"/>
                  </a:lnTo>
                  <a:lnTo>
                    <a:pt x="648652" y="196215"/>
                  </a:lnTo>
                  <a:lnTo>
                    <a:pt x="634365" y="170498"/>
                  </a:lnTo>
                  <a:lnTo>
                    <a:pt x="618172" y="144780"/>
                  </a:lnTo>
                  <a:lnTo>
                    <a:pt x="601028" y="120968"/>
                  </a:lnTo>
                  <a:lnTo>
                    <a:pt x="581025" y="99060"/>
                  </a:lnTo>
                  <a:lnTo>
                    <a:pt x="558165" y="79058"/>
                  </a:lnTo>
                  <a:lnTo>
                    <a:pt x="535305" y="61912"/>
                  </a:lnTo>
                  <a:lnTo>
                    <a:pt x="509588" y="45720"/>
                  </a:lnTo>
                  <a:lnTo>
                    <a:pt x="483870" y="31433"/>
                  </a:lnTo>
                  <a:lnTo>
                    <a:pt x="456248" y="20003"/>
                  </a:lnTo>
                  <a:lnTo>
                    <a:pt x="428625" y="11430"/>
                  </a:lnTo>
                  <a:lnTo>
                    <a:pt x="399098" y="4762"/>
                  </a:lnTo>
                  <a:lnTo>
                    <a:pt x="369570" y="953"/>
                  </a:lnTo>
                  <a:lnTo>
                    <a:pt x="340042" y="0"/>
                  </a:lnTo>
                  <a:lnTo>
                    <a:pt x="310515" y="953"/>
                  </a:lnTo>
                  <a:lnTo>
                    <a:pt x="280988" y="4762"/>
                  </a:lnTo>
                  <a:lnTo>
                    <a:pt x="251460" y="11430"/>
                  </a:lnTo>
                  <a:lnTo>
                    <a:pt x="223838" y="20003"/>
                  </a:lnTo>
                  <a:lnTo>
                    <a:pt x="196215" y="31433"/>
                  </a:lnTo>
                  <a:lnTo>
                    <a:pt x="170498" y="45720"/>
                  </a:lnTo>
                  <a:lnTo>
                    <a:pt x="144780" y="61912"/>
                  </a:lnTo>
                  <a:lnTo>
                    <a:pt x="120967" y="79058"/>
                  </a:lnTo>
                  <a:lnTo>
                    <a:pt x="100012" y="99060"/>
                  </a:lnTo>
                  <a:lnTo>
                    <a:pt x="80010" y="120968"/>
                  </a:lnTo>
                  <a:lnTo>
                    <a:pt x="60960" y="144780"/>
                  </a:lnTo>
                  <a:lnTo>
                    <a:pt x="45720" y="170498"/>
                  </a:lnTo>
                  <a:lnTo>
                    <a:pt x="31432" y="196215"/>
                  </a:lnTo>
                  <a:lnTo>
                    <a:pt x="20002" y="223838"/>
                  </a:lnTo>
                  <a:lnTo>
                    <a:pt x="11430" y="252412"/>
                  </a:lnTo>
                  <a:lnTo>
                    <a:pt x="4762" y="280988"/>
                  </a:lnTo>
                  <a:lnTo>
                    <a:pt x="952" y="310515"/>
                  </a:lnTo>
                  <a:lnTo>
                    <a:pt x="0" y="340043"/>
                  </a:lnTo>
                  <a:lnTo>
                    <a:pt x="952" y="369570"/>
                  </a:lnTo>
                  <a:lnTo>
                    <a:pt x="4762" y="399098"/>
                  </a:lnTo>
                  <a:lnTo>
                    <a:pt x="11430" y="427673"/>
                  </a:lnTo>
                  <a:lnTo>
                    <a:pt x="20002" y="456248"/>
                  </a:lnTo>
                  <a:lnTo>
                    <a:pt x="31432" y="483870"/>
                  </a:lnTo>
                  <a:lnTo>
                    <a:pt x="45720" y="510540"/>
                  </a:lnTo>
                  <a:lnTo>
                    <a:pt x="60960" y="535305"/>
                  </a:lnTo>
                  <a:lnTo>
                    <a:pt x="80010" y="558165"/>
                  </a:lnTo>
                  <a:lnTo>
                    <a:pt x="100012" y="580073"/>
                  </a:lnTo>
                  <a:lnTo>
                    <a:pt x="120967" y="600075"/>
                  </a:lnTo>
                  <a:lnTo>
                    <a:pt x="144780" y="618173"/>
                  </a:lnTo>
                  <a:lnTo>
                    <a:pt x="170498" y="634365"/>
                  </a:lnTo>
                  <a:lnTo>
                    <a:pt x="196215" y="648653"/>
                  </a:lnTo>
                  <a:lnTo>
                    <a:pt x="223838" y="659130"/>
                  </a:lnTo>
                  <a:lnTo>
                    <a:pt x="251460" y="668655"/>
                  </a:lnTo>
                  <a:lnTo>
                    <a:pt x="280988" y="675323"/>
                  </a:lnTo>
                  <a:lnTo>
                    <a:pt x="310515" y="679133"/>
                  </a:lnTo>
                  <a:lnTo>
                    <a:pt x="340042" y="680085"/>
                  </a:lnTo>
                  <a:lnTo>
                    <a:pt x="369570" y="679133"/>
                  </a:lnTo>
                  <a:lnTo>
                    <a:pt x="399098" y="675323"/>
                  </a:lnTo>
                  <a:lnTo>
                    <a:pt x="428625" y="668655"/>
                  </a:lnTo>
                  <a:lnTo>
                    <a:pt x="456248" y="659130"/>
                  </a:lnTo>
                  <a:lnTo>
                    <a:pt x="483870" y="648653"/>
                  </a:lnTo>
                  <a:lnTo>
                    <a:pt x="509588" y="634365"/>
                  </a:lnTo>
                  <a:lnTo>
                    <a:pt x="535305" y="618173"/>
                  </a:lnTo>
                  <a:lnTo>
                    <a:pt x="558165" y="600075"/>
                  </a:lnTo>
                  <a:lnTo>
                    <a:pt x="581025" y="580073"/>
                  </a:lnTo>
                  <a:lnTo>
                    <a:pt x="601028" y="558165"/>
                  </a:lnTo>
                  <a:lnTo>
                    <a:pt x="618172" y="535305"/>
                  </a:lnTo>
                  <a:lnTo>
                    <a:pt x="634365" y="510540"/>
                  </a:lnTo>
                  <a:lnTo>
                    <a:pt x="648652" y="483870"/>
                  </a:lnTo>
                  <a:lnTo>
                    <a:pt x="660082" y="456248"/>
                  </a:lnTo>
                  <a:lnTo>
                    <a:pt x="668655" y="427673"/>
                  </a:lnTo>
                  <a:lnTo>
                    <a:pt x="675322" y="399098"/>
                  </a:lnTo>
                  <a:lnTo>
                    <a:pt x="679132" y="369570"/>
                  </a:lnTo>
                  <a:lnTo>
                    <a:pt x="680085" y="340043"/>
                  </a:lnTo>
                  <a:lnTo>
                    <a:pt x="679132" y="310515"/>
                  </a:lnTo>
                  <a:lnTo>
                    <a:pt x="676275" y="290512"/>
                  </a:lnTo>
                </a:path>
              </a:pathLst>
            </a:custGeom>
            <a:noFill/>
            <a:ln w="32385">
              <a:solidFill>
                <a:srgbClr val="4C4636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1756410" y="2633662"/>
              <a:ext cx="632460" cy="630555"/>
            </a:xfrm>
            <a:custGeom>
              <a:avLst/>
              <a:gdLst/>
              <a:ahLst/>
              <a:cxnLst/>
              <a:rect l="l" t="t" r="r" b="b"/>
              <a:pathLst>
                <a:path w="632460" h="630555">
                  <a:moveTo>
                    <a:pt x="631507" y="305753"/>
                  </a:moveTo>
                  <a:lnTo>
                    <a:pt x="630555" y="287655"/>
                  </a:lnTo>
                  <a:lnTo>
                    <a:pt x="627698" y="260033"/>
                  </a:lnTo>
                  <a:lnTo>
                    <a:pt x="621030" y="233362"/>
                  </a:lnTo>
                  <a:lnTo>
                    <a:pt x="613410" y="207645"/>
                  </a:lnTo>
                  <a:lnTo>
                    <a:pt x="601980" y="181928"/>
                  </a:lnTo>
                  <a:lnTo>
                    <a:pt x="589598" y="157162"/>
                  </a:lnTo>
                  <a:lnTo>
                    <a:pt x="574357" y="134303"/>
                  </a:lnTo>
                  <a:lnTo>
                    <a:pt x="558165" y="112395"/>
                  </a:lnTo>
                  <a:lnTo>
                    <a:pt x="540067" y="92392"/>
                  </a:lnTo>
                  <a:lnTo>
                    <a:pt x="519112" y="73342"/>
                  </a:lnTo>
                  <a:lnTo>
                    <a:pt x="497205" y="56197"/>
                  </a:lnTo>
                  <a:lnTo>
                    <a:pt x="474345" y="41910"/>
                  </a:lnTo>
                  <a:lnTo>
                    <a:pt x="449580" y="28575"/>
                  </a:lnTo>
                  <a:lnTo>
                    <a:pt x="424815" y="19050"/>
                  </a:lnTo>
                  <a:lnTo>
                    <a:pt x="398145" y="10478"/>
                  </a:lnTo>
                  <a:lnTo>
                    <a:pt x="370523" y="3810"/>
                  </a:lnTo>
                  <a:lnTo>
                    <a:pt x="343852" y="953"/>
                  </a:lnTo>
                  <a:lnTo>
                    <a:pt x="316230" y="0"/>
                  </a:lnTo>
                  <a:lnTo>
                    <a:pt x="288607" y="953"/>
                  </a:lnTo>
                  <a:lnTo>
                    <a:pt x="261938" y="3810"/>
                  </a:lnTo>
                  <a:lnTo>
                    <a:pt x="234315" y="10478"/>
                  </a:lnTo>
                  <a:lnTo>
                    <a:pt x="207645" y="19050"/>
                  </a:lnTo>
                  <a:lnTo>
                    <a:pt x="182880" y="28575"/>
                  </a:lnTo>
                  <a:lnTo>
                    <a:pt x="158115" y="41910"/>
                  </a:lnTo>
                  <a:lnTo>
                    <a:pt x="135255" y="56197"/>
                  </a:lnTo>
                  <a:lnTo>
                    <a:pt x="113348" y="73342"/>
                  </a:lnTo>
                  <a:lnTo>
                    <a:pt x="92392" y="92392"/>
                  </a:lnTo>
                  <a:lnTo>
                    <a:pt x="74295" y="112395"/>
                  </a:lnTo>
                  <a:lnTo>
                    <a:pt x="57150" y="134303"/>
                  </a:lnTo>
                  <a:lnTo>
                    <a:pt x="42862" y="157162"/>
                  </a:lnTo>
                  <a:lnTo>
                    <a:pt x="29527" y="181928"/>
                  </a:lnTo>
                  <a:lnTo>
                    <a:pt x="20002" y="207645"/>
                  </a:lnTo>
                  <a:lnTo>
                    <a:pt x="11430" y="233362"/>
                  </a:lnTo>
                  <a:lnTo>
                    <a:pt x="4762" y="260033"/>
                  </a:lnTo>
                  <a:lnTo>
                    <a:pt x="1905" y="287655"/>
                  </a:lnTo>
                  <a:lnTo>
                    <a:pt x="0" y="315278"/>
                  </a:lnTo>
                  <a:lnTo>
                    <a:pt x="1905" y="342900"/>
                  </a:lnTo>
                  <a:lnTo>
                    <a:pt x="4762" y="370522"/>
                  </a:lnTo>
                  <a:lnTo>
                    <a:pt x="11430" y="397192"/>
                  </a:lnTo>
                  <a:lnTo>
                    <a:pt x="20002" y="423862"/>
                  </a:lnTo>
                  <a:lnTo>
                    <a:pt x="29527" y="448628"/>
                  </a:lnTo>
                  <a:lnTo>
                    <a:pt x="42862" y="473392"/>
                  </a:lnTo>
                  <a:lnTo>
                    <a:pt x="57150" y="496253"/>
                  </a:lnTo>
                  <a:lnTo>
                    <a:pt x="74295" y="518160"/>
                  </a:lnTo>
                  <a:lnTo>
                    <a:pt x="92392" y="538162"/>
                  </a:lnTo>
                  <a:lnTo>
                    <a:pt x="113348" y="557212"/>
                  </a:lnTo>
                  <a:lnTo>
                    <a:pt x="135255" y="573405"/>
                  </a:lnTo>
                  <a:lnTo>
                    <a:pt x="158115" y="588645"/>
                  </a:lnTo>
                  <a:lnTo>
                    <a:pt x="182880" y="601028"/>
                  </a:lnTo>
                  <a:lnTo>
                    <a:pt x="207645" y="612458"/>
                  </a:lnTo>
                  <a:lnTo>
                    <a:pt x="234315" y="620078"/>
                  </a:lnTo>
                  <a:lnTo>
                    <a:pt x="261938" y="625792"/>
                  </a:lnTo>
                  <a:lnTo>
                    <a:pt x="288607" y="629603"/>
                  </a:lnTo>
                  <a:lnTo>
                    <a:pt x="316230" y="630555"/>
                  </a:lnTo>
                  <a:lnTo>
                    <a:pt x="343852" y="629603"/>
                  </a:lnTo>
                  <a:lnTo>
                    <a:pt x="370523" y="625792"/>
                  </a:lnTo>
                  <a:lnTo>
                    <a:pt x="398145" y="620078"/>
                  </a:lnTo>
                  <a:lnTo>
                    <a:pt x="424815" y="612458"/>
                  </a:lnTo>
                  <a:lnTo>
                    <a:pt x="449580" y="601028"/>
                  </a:lnTo>
                  <a:lnTo>
                    <a:pt x="474345" y="588645"/>
                  </a:lnTo>
                  <a:lnTo>
                    <a:pt x="497205" y="573405"/>
                  </a:lnTo>
                  <a:lnTo>
                    <a:pt x="519112" y="557212"/>
                  </a:lnTo>
                  <a:lnTo>
                    <a:pt x="540067" y="538162"/>
                  </a:lnTo>
                  <a:lnTo>
                    <a:pt x="558165" y="518160"/>
                  </a:lnTo>
                  <a:lnTo>
                    <a:pt x="574357" y="496253"/>
                  </a:lnTo>
                  <a:lnTo>
                    <a:pt x="589598" y="473392"/>
                  </a:lnTo>
                  <a:lnTo>
                    <a:pt x="601980" y="448628"/>
                  </a:lnTo>
                  <a:lnTo>
                    <a:pt x="613410" y="423862"/>
                  </a:lnTo>
                  <a:lnTo>
                    <a:pt x="621030" y="397192"/>
                  </a:lnTo>
                  <a:lnTo>
                    <a:pt x="627698" y="370522"/>
                  </a:lnTo>
                  <a:lnTo>
                    <a:pt x="630555" y="342900"/>
                  </a:lnTo>
                  <a:lnTo>
                    <a:pt x="632460" y="315278"/>
                  </a:lnTo>
                  <a:lnTo>
                    <a:pt x="630555" y="287655"/>
                  </a:lnTo>
                  <a:lnTo>
                    <a:pt x="628650" y="269558"/>
                  </a:lnTo>
                </a:path>
              </a:pathLst>
            </a:custGeom>
            <a:noFill/>
            <a:ln w="32385">
              <a:solidFill>
                <a:srgbClr val="3C382C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1781175" y="2657475"/>
              <a:ext cx="582930" cy="582930"/>
            </a:xfrm>
            <a:custGeom>
              <a:avLst/>
              <a:gdLst/>
              <a:ahLst/>
              <a:cxnLst/>
              <a:rect l="l" t="t" r="r" b="b"/>
              <a:pathLst>
                <a:path w="582930" h="582930">
                  <a:moveTo>
                    <a:pt x="582930" y="281940"/>
                  </a:moveTo>
                  <a:lnTo>
                    <a:pt x="581978" y="265747"/>
                  </a:lnTo>
                  <a:lnTo>
                    <a:pt x="579120" y="240983"/>
                  </a:lnTo>
                  <a:lnTo>
                    <a:pt x="572452" y="216217"/>
                  </a:lnTo>
                  <a:lnTo>
                    <a:pt x="564833" y="191453"/>
                  </a:lnTo>
                  <a:lnTo>
                    <a:pt x="555308" y="168592"/>
                  </a:lnTo>
                  <a:lnTo>
                    <a:pt x="543878" y="145733"/>
                  </a:lnTo>
                  <a:lnTo>
                    <a:pt x="529590" y="124778"/>
                  </a:lnTo>
                  <a:lnTo>
                    <a:pt x="515302" y="103822"/>
                  </a:lnTo>
                  <a:lnTo>
                    <a:pt x="497205" y="85725"/>
                  </a:lnTo>
                  <a:lnTo>
                    <a:pt x="478155" y="68580"/>
                  </a:lnTo>
                  <a:lnTo>
                    <a:pt x="458152" y="52388"/>
                  </a:lnTo>
                  <a:lnTo>
                    <a:pt x="437198" y="39053"/>
                  </a:lnTo>
                  <a:lnTo>
                    <a:pt x="414338" y="27622"/>
                  </a:lnTo>
                  <a:lnTo>
                    <a:pt x="390525" y="17145"/>
                  </a:lnTo>
                  <a:lnTo>
                    <a:pt x="366712" y="10478"/>
                  </a:lnTo>
                  <a:lnTo>
                    <a:pt x="341948" y="4762"/>
                  </a:lnTo>
                  <a:lnTo>
                    <a:pt x="317183" y="953"/>
                  </a:lnTo>
                  <a:lnTo>
                    <a:pt x="291465" y="0"/>
                  </a:lnTo>
                  <a:lnTo>
                    <a:pt x="265748" y="953"/>
                  </a:lnTo>
                  <a:lnTo>
                    <a:pt x="240983" y="4762"/>
                  </a:lnTo>
                  <a:lnTo>
                    <a:pt x="216217" y="10478"/>
                  </a:lnTo>
                  <a:lnTo>
                    <a:pt x="191452" y="17145"/>
                  </a:lnTo>
                  <a:lnTo>
                    <a:pt x="167640" y="27622"/>
                  </a:lnTo>
                  <a:lnTo>
                    <a:pt x="145733" y="39053"/>
                  </a:lnTo>
                  <a:lnTo>
                    <a:pt x="123825" y="52388"/>
                  </a:lnTo>
                  <a:lnTo>
                    <a:pt x="103823" y="68580"/>
                  </a:lnTo>
                  <a:lnTo>
                    <a:pt x="85725" y="85725"/>
                  </a:lnTo>
                  <a:lnTo>
                    <a:pt x="67627" y="103822"/>
                  </a:lnTo>
                  <a:lnTo>
                    <a:pt x="52388" y="124778"/>
                  </a:lnTo>
                  <a:lnTo>
                    <a:pt x="39052" y="145733"/>
                  </a:lnTo>
                  <a:lnTo>
                    <a:pt x="27623" y="168592"/>
                  </a:lnTo>
                  <a:lnTo>
                    <a:pt x="18098" y="191453"/>
                  </a:lnTo>
                  <a:lnTo>
                    <a:pt x="10477" y="216217"/>
                  </a:lnTo>
                  <a:lnTo>
                    <a:pt x="4762" y="240983"/>
                  </a:lnTo>
                  <a:lnTo>
                    <a:pt x="952" y="265747"/>
                  </a:lnTo>
                  <a:lnTo>
                    <a:pt x="0" y="291465"/>
                  </a:lnTo>
                  <a:lnTo>
                    <a:pt x="952" y="317183"/>
                  </a:lnTo>
                  <a:lnTo>
                    <a:pt x="4762" y="341947"/>
                  </a:lnTo>
                  <a:lnTo>
                    <a:pt x="10477" y="366712"/>
                  </a:lnTo>
                  <a:lnTo>
                    <a:pt x="18098" y="391478"/>
                  </a:lnTo>
                  <a:lnTo>
                    <a:pt x="27623" y="414338"/>
                  </a:lnTo>
                  <a:lnTo>
                    <a:pt x="39052" y="437197"/>
                  </a:lnTo>
                  <a:lnTo>
                    <a:pt x="52388" y="458153"/>
                  </a:lnTo>
                  <a:lnTo>
                    <a:pt x="67627" y="479108"/>
                  </a:lnTo>
                  <a:lnTo>
                    <a:pt x="85725" y="497205"/>
                  </a:lnTo>
                  <a:lnTo>
                    <a:pt x="103823" y="514350"/>
                  </a:lnTo>
                  <a:lnTo>
                    <a:pt x="123825" y="530542"/>
                  </a:lnTo>
                  <a:lnTo>
                    <a:pt x="145733" y="543878"/>
                  </a:lnTo>
                  <a:lnTo>
                    <a:pt x="167640" y="555308"/>
                  </a:lnTo>
                  <a:lnTo>
                    <a:pt x="191452" y="564833"/>
                  </a:lnTo>
                  <a:lnTo>
                    <a:pt x="216217" y="573405"/>
                  </a:lnTo>
                  <a:lnTo>
                    <a:pt x="240983" y="578167"/>
                  </a:lnTo>
                  <a:lnTo>
                    <a:pt x="265748" y="581978"/>
                  </a:lnTo>
                  <a:lnTo>
                    <a:pt x="291465" y="582930"/>
                  </a:lnTo>
                  <a:lnTo>
                    <a:pt x="317183" y="581978"/>
                  </a:lnTo>
                  <a:lnTo>
                    <a:pt x="341948" y="578167"/>
                  </a:lnTo>
                  <a:lnTo>
                    <a:pt x="366712" y="573405"/>
                  </a:lnTo>
                  <a:lnTo>
                    <a:pt x="390525" y="564833"/>
                  </a:lnTo>
                  <a:lnTo>
                    <a:pt x="414338" y="555308"/>
                  </a:lnTo>
                  <a:lnTo>
                    <a:pt x="437198" y="543878"/>
                  </a:lnTo>
                  <a:lnTo>
                    <a:pt x="458152" y="530542"/>
                  </a:lnTo>
                  <a:lnTo>
                    <a:pt x="478155" y="514350"/>
                  </a:lnTo>
                  <a:lnTo>
                    <a:pt x="497205" y="497205"/>
                  </a:lnTo>
                  <a:lnTo>
                    <a:pt x="515302" y="479108"/>
                  </a:lnTo>
                  <a:lnTo>
                    <a:pt x="529590" y="458153"/>
                  </a:lnTo>
                  <a:lnTo>
                    <a:pt x="543878" y="437197"/>
                  </a:lnTo>
                  <a:lnTo>
                    <a:pt x="555308" y="414338"/>
                  </a:lnTo>
                  <a:lnTo>
                    <a:pt x="564833" y="391478"/>
                  </a:lnTo>
                  <a:lnTo>
                    <a:pt x="572452" y="366712"/>
                  </a:lnTo>
                  <a:lnTo>
                    <a:pt x="579120" y="341947"/>
                  </a:lnTo>
                  <a:lnTo>
                    <a:pt x="581978" y="317183"/>
                  </a:lnTo>
                  <a:lnTo>
                    <a:pt x="582930" y="291465"/>
                  </a:lnTo>
                  <a:lnTo>
                    <a:pt x="581978" y="265747"/>
                  </a:lnTo>
                  <a:lnTo>
                    <a:pt x="580072" y="250508"/>
                  </a:lnTo>
                </a:path>
              </a:pathLst>
            </a:custGeom>
            <a:noFill/>
            <a:ln w="32385">
              <a:solidFill>
                <a:srgbClr val="101010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1804988" y="2681288"/>
              <a:ext cx="535305" cy="534353"/>
            </a:xfrm>
            <a:custGeom>
              <a:avLst/>
              <a:gdLst/>
              <a:ahLst/>
              <a:cxnLst/>
              <a:rect l="l" t="t" r="r" b="b"/>
              <a:pathLst>
                <a:path w="535305" h="534353">
                  <a:moveTo>
                    <a:pt x="534352" y="258128"/>
                  </a:moveTo>
                  <a:lnTo>
                    <a:pt x="533400" y="244792"/>
                  </a:lnTo>
                  <a:lnTo>
                    <a:pt x="530542" y="220980"/>
                  </a:lnTo>
                  <a:lnTo>
                    <a:pt x="525780" y="199072"/>
                  </a:lnTo>
                  <a:lnTo>
                    <a:pt x="519112" y="176212"/>
                  </a:lnTo>
                  <a:lnTo>
                    <a:pt x="509588" y="155258"/>
                  </a:lnTo>
                  <a:lnTo>
                    <a:pt x="499110" y="134303"/>
                  </a:lnTo>
                  <a:lnTo>
                    <a:pt x="486727" y="114300"/>
                  </a:lnTo>
                  <a:lnTo>
                    <a:pt x="472440" y="96203"/>
                  </a:lnTo>
                  <a:lnTo>
                    <a:pt x="456248" y="79058"/>
                  </a:lnTo>
                  <a:lnTo>
                    <a:pt x="440055" y="62865"/>
                  </a:lnTo>
                  <a:lnTo>
                    <a:pt x="421005" y="48578"/>
                  </a:lnTo>
                  <a:lnTo>
                    <a:pt x="401002" y="36195"/>
                  </a:lnTo>
                  <a:lnTo>
                    <a:pt x="381000" y="25717"/>
                  </a:lnTo>
                  <a:lnTo>
                    <a:pt x="359092" y="17145"/>
                  </a:lnTo>
                  <a:lnTo>
                    <a:pt x="337185" y="9525"/>
                  </a:lnTo>
                  <a:lnTo>
                    <a:pt x="314325" y="4762"/>
                  </a:lnTo>
                  <a:lnTo>
                    <a:pt x="290512" y="1905"/>
                  </a:lnTo>
                  <a:lnTo>
                    <a:pt x="267652" y="0"/>
                  </a:lnTo>
                  <a:lnTo>
                    <a:pt x="244792" y="1905"/>
                  </a:lnTo>
                  <a:lnTo>
                    <a:pt x="220980" y="4762"/>
                  </a:lnTo>
                  <a:lnTo>
                    <a:pt x="198120" y="9525"/>
                  </a:lnTo>
                  <a:lnTo>
                    <a:pt x="176212" y="17145"/>
                  </a:lnTo>
                  <a:lnTo>
                    <a:pt x="154305" y="25717"/>
                  </a:lnTo>
                  <a:lnTo>
                    <a:pt x="134302" y="36195"/>
                  </a:lnTo>
                  <a:lnTo>
                    <a:pt x="114300" y="48578"/>
                  </a:lnTo>
                  <a:lnTo>
                    <a:pt x="96202" y="62865"/>
                  </a:lnTo>
                  <a:lnTo>
                    <a:pt x="79058" y="79058"/>
                  </a:lnTo>
                  <a:lnTo>
                    <a:pt x="62865" y="96203"/>
                  </a:lnTo>
                  <a:lnTo>
                    <a:pt x="48577" y="114300"/>
                  </a:lnTo>
                  <a:lnTo>
                    <a:pt x="36195" y="134303"/>
                  </a:lnTo>
                  <a:lnTo>
                    <a:pt x="25717" y="155258"/>
                  </a:lnTo>
                  <a:lnTo>
                    <a:pt x="16192" y="176212"/>
                  </a:lnTo>
                  <a:lnTo>
                    <a:pt x="9525" y="199072"/>
                  </a:lnTo>
                  <a:lnTo>
                    <a:pt x="4762" y="220980"/>
                  </a:lnTo>
                  <a:lnTo>
                    <a:pt x="1905" y="244792"/>
                  </a:lnTo>
                  <a:lnTo>
                    <a:pt x="0" y="267653"/>
                  </a:lnTo>
                  <a:lnTo>
                    <a:pt x="1905" y="290512"/>
                  </a:lnTo>
                  <a:lnTo>
                    <a:pt x="4762" y="314325"/>
                  </a:lnTo>
                  <a:lnTo>
                    <a:pt x="9525" y="337185"/>
                  </a:lnTo>
                  <a:lnTo>
                    <a:pt x="16192" y="359092"/>
                  </a:lnTo>
                  <a:lnTo>
                    <a:pt x="25717" y="381000"/>
                  </a:lnTo>
                  <a:lnTo>
                    <a:pt x="36195" y="401003"/>
                  </a:lnTo>
                  <a:lnTo>
                    <a:pt x="48577" y="421005"/>
                  </a:lnTo>
                  <a:lnTo>
                    <a:pt x="62865" y="439103"/>
                  </a:lnTo>
                  <a:lnTo>
                    <a:pt x="79058" y="456247"/>
                  </a:lnTo>
                  <a:lnTo>
                    <a:pt x="96202" y="472440"/>
                  </a:lnTo>
                  <a:lnTo>
                    <a:pt x="114300" y="486728"/>
                  </a:lnTo>
                  <a:lnTo>
                    <a:pt x="134302" y="499110"/>
                  </a:lnTo>
                  <a:lnTo>
                    <a:pt x="154305" y="509588"/>
                  </a:lnTo>
                  <a:lnTo>
                    <a:pt x="176212" y="519112"/>
                  </a:lnTo>
                  <a:lnTo>
                    <a:pt x="198120" y="525780"/>
                  </a:lnTo>
                  <a:lnTo>
                    <a:pt x="220980" y="530542"/>
                  </a:lnTo>
                  <a:lnTo>
                    <a:pt x="244792" y="534353"/>
                  </a:lnTo>
                  <a:lnTo>
                    <a:pt x="267652" y="534353"/>
                  </a:lnTo>
                  <a:lnTo>
                    <a:pt x="290512" y="534353"/>
                  </a:lnTo>
                  <a:lnTo>
                    <a:pt x="314325" y="530542"/>
                  </a:lnTo>
                  <a:lnTo>
                    <a:pt x="337185" y="525780"/>
                  </a:lnTo>
                  <a:lnTo>
                    <a:pt x="359092" y="519112"/>
                  </a:lnTo>
                  <a:lnTo>
                    <a:pt x="381000" y="509588"/>
                  </a:lnTo>
                  <a:lnTo>
                    <a:pt x="401002" y="499110"/>
                  </a:lnTo>
                  <a:lnTo>
                    <a:pt x="421005" y="486728"/>
                  </a:lnTo>
                  <a:lnTo>
                    <a:pt x="440055" y="472440"/>
                  </a:lnTo>
                  <a:lnTo>
                    <a:pt x="456248" y="456247"/>
                  </a:lnTo>
                  <a:lnTo>
                    <a:pt x="472440" y="439103"/>
                  </a:lnTo>
                  <a:lnTo>
                    <a:pt x="486727" y="421005"/>
                  </a:lnTo>
                  <a:lnTo>
                    <a:pt x="499110" y="401003"/>
                  </a:lnTo>
                  <a:lnTo>
                    <a:pt x="509588" y="381000"/>
                  </a:lnTo>
                  <a:lnTo>
                    <a:pt x="519112" y="359092"/>
                  </a:lnTo>
                  <a:lnTo>
                    <a:pt x="525780" y="337185"/>
                  </a:lnTo>
                  <a:lnTo>
                    <a:pt x="530542" y="314325"/>
                  </a:lnTo>
                  <a:lnTo>
                    <a:pt x="533400" y="290512"/>
                  </a:lnTo>
                  <a:lnTo>
                    <a:pt x="535305" y="267653"/>
                  </a:lnTo>
                  <a:lnTo>
                    <a:pt x="533400" y="244792"/>
                  </a:lnTo>
                  <a:lnTo>
                    <a:pt x="531495" y="230505"/>
                  </a:lnTo>
                </a:path>
              </a:pathLst>
            </a:custGeom>
            <a:noFill/>
            <a:ln w="32385">
              <a:solidFill>
                <a:srgbClr val="433E30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1829752" y="2706052"/>
              <a:ext cx="485775" cy="485775"/>
            </a:xfrm>
            <a:custGeom>
              <a:avLst/>
              <a:gdLst/>
              <a:ahLst/>
              <a:cxnLst/>
              <a:rect l="l" t="t" r="r" b="b"/>
              <a:pathLst>
                <a:path w="485775" h="485775">
                  <a:moveTo>
                    <a:pt x="484823" y="233362"/>
                  </a:moveTo>
                  <a:lnTo>
                    <a:pt x="484823" y="221932"/>
                  </a:lnTo>
                  <a:lnTo>
                    <a:pt x="481965" y="200977"/>
                  </a:lnTo>
                  <a:lnTo>
                    <a:pt x="477202" y="180022"/>
                  </a:lnTo>
                  <a:lnTo>
                    <a:pt x="471488" y="160020"/>
                  </a:lnTo>
                  <a:lnTo>
                    <a:pt x="462915" y="140017"/>
                  </a:lnTo>
                  <a:lnTo>
                    <a:pt x="453390" y="121920"/>
                  </a:lnTo>
                  <a:lnTo>
                    <a:pt x="441960" y="103822"/>
                  </a:lnTo>
                  <a:lnTo>
                    <a:pt x="428625" y="86677"/>
                  </a:lnTo>
                  <a:lnTo>
                    <a:pt x="415290" y="71438"/>
                  </a:lnTo>
                  <a:lnTo>
                    <a:pt x="399098" y="57150"/>
                  </a:lnTo>
                  <a:lnTo>
                    <a:pt x="382905" y="43815"/>
                  </a:lnTo>
                  <a:lnTo>
                    <a:pt x="364808" y="32385"/>
                  </a:lnTo>
                  <a:lnTo>
                    <a:pt x="345758" y="22860"/>
                  </a:lnTo>
                  <a:lnTo>
                    <a:pt x="325755" y="14288"/>
                  </a:lnTo>
                  <a:lnTo>
                    <a:pt x="305752" y="8572"/>
                  </a:lnTo>
                  <a:lnTo>
                    <a:pt x="284798" y="3810"/>
                  </a:lnTo>
                  <a:lnTo>
                    <a:pt x="263843" y="952"/>
                  </a:lnTo>
                  <a:lnTo>
                    <a:pt x="242888" y="0"/>
                  </a:lnTo>
                  <a:lnTo>
                    <a:pt x="221933" y="952"/>
                  </a:lnTo>
                  <a:lnTo>
                    <a:pt x="200977" y="3810"/>
                  </a:lnTo>
                  <a:lnTo>
                    <a:pt x="180023" y="8572"/>
                  </a:lnTo>
                  <a:lnTo>
                    <a:pt x="160020" y="14288"/>
                  </a:lnTo>
                  <a:lnTo>
                    <a:pt x="140018" y="22860"/>
                  </a:lnTo>
                  <a:lnTo>
                    <a:pt x="121920" y="32385"/>
                  </a:lnTo>
                  <a:lnTo>
                    <a:pt x="103823" y="43815"/>
                  </a:lnTo>
                  <a:lnTo>
                    <a:pt x="86677" y="57150"/>
                  </a:lnTo>
                  <a:lnTo>
                    <a:pt x="71438" y="71438"/>
                  </a:lnTo>
                  <a:lnTo>
                    <a:pt x="57150" y="86677"/>
                  </a:lnTo>
                  <a:lnTo>
                    <a:pt x="43815" y="103822"/>
                  </a:lnTo>
                  <a:lnTo>
                    <a:pt x="32385" y="121920"/>
                  </a:lnTo>
                  <a:lnTo>
                    <a:pt x="22860" y="140017"/>
                  </a:lnTo>
                  <a:lnTo>
                    <a:pt x="14288" y="160020"/>
                  </a:lnTo>
                  <a:lnTo>
                    <a:pt x="7620" y="180022"/>
                  </a:lnTo>
                  <a:lnTo>
                    <a:pt x="3810" y="200977"/>
                  </a:lnTo>
                  <a:lnTo>
                    <a:pt x="952" y="221932"/>
                  </a:lnTo>
                  <a:lnTo>
                    <a:pt x="0" y="242888"/>
                  </a:lnTo>
                  <a:lnTo>
                    <a:pt x="952" y="263842"/>
                  </a:lnTo>
                  <a:lnTo>
                    <a:pt x="3810" y="284797"/>
                  </a:lnTo>
                  <a:lnTo>
                    <a:pt x="7620" y="305752"/>
                  </a:lnTo>
                  <a:lnTo>
                    <a:pt x="14288" y="325755"/>
                  </a:lnTo>
                  <a:lnTo>
                    <a:pt x="22860" y="345757"/>
                  </a:lnTo>
                  <a:lnTo>
                    <a:pt x="32385" y="364807"/>
                  </a:lnTo>
                  <a:lnTo>
                    <a:pt x="43815" y="381952"/>
                  </a:lnTo>
                  <a:lnTo>
                    <a:pt x="57150" y="399097"/>
                  </a:lnTo>
                  <a:lnTo>
                    <a:pt x="71438" y="414338"/>
                  </a:lnTo>
                  <a:lnTo>
                    <a:pt x="86677" y="428625"/>
                  </a:lnTo>
                  <a:lnTo>
                    <a:pt x="103823" y="441960"/>
                  </a:lnTo>
                  <a:lnTo>
                    <a:pt x="121920" y="453390"/>
                  </a:lnTo>
                  <a:lnTo>
                    <a:pt x="140018" y="462915"/>
                  </a:lnTo>
                  <a:lnTo>
                    <a:pt x="160020" y="471488"/>
                  </a:lnTo>
                  <a:lnTo>
                    <a:pt x="180023" y="477202"/>
                  </a:lnTo>
                  <a:lnTo>
                    <a:pt x="200977" y="481965"/>
                  </a:lnTo>
                  <a:lnTo>
                    <a:pt x="221933" y="484822"/>
                  </a:lnTo>
                  <a:lnTo>
                    <a:pt x="242888" y="485775"/>
                  </a:lnTo>
                  <a:lnTo>
                    <a:pt x="263843" y="484822"/>
                  </a:lnTo>
                  <a:lnTo>
                    <a:pt x="284798" y="481965"/>
                  </a:lnTo>
                  <a:lnTo>
                    <a:pt x="305752" y="477202"/>
                  </a:lnTo>
                  <a:lnTo>
                    <a:pt x="325755" y="471488"/>
                  </a:lnTo>
                  <a:lnTo>
                    <a:pt x="345758" y="462915"/>
                  </a:lnTo>
                  <a:lnTo>
                    <a:pt x="364808" y="453390"/>
                  </a:lnTo>
                  <a:lnTo>
                    <a:pt x="382905" y="441960"/>
                  </a:lnTo>
                  <a:lnTo>
                    <a:pt x="399098" y="428625"/>
                  </a:lnTo>
                  <a:lnTo>
                    <a:pt x="415290" y="414338"/>
                  </a:lnTo>
                  <a:lnTo>
                    <a:pt x="428625" y="399097"/>
                  </a:lnTo>
                  <a:lnTo>
                    <a:pt x="441960" y="381952"/>
                  </a:lnTo>
                  <a:lnTo>
                    <a:pt x="453390" y="364807"/>
                  </a:lnTo>
                  <a:lnTo>
                    <a:pt x="462915" y="345757"/>
                  </a:lnTo>
                  <a:lnTo>
                    <a:pt x="471488" y="325755"/>
                  </a:lnTo>
                  <a:lnTo>
                    <a:pt x="477202" y="305752"/>
                  </a:lnTo>
                  <a:lnTo>
                    <a:pt x="481965" y="284797"/>
                  </a:lnTo>
                  <a:lnTo>
                    <a:pt x="484823" y="263842"/>
                  </a:lnTo>
                  <a:lnTo>
                    <a:pt x="485775" y="242888"/>
                  </a:lnTo>
                  <a:lnTo>
                    <a:pt x="484823" y="221932"/>
                  </a:lnTo>
                  <a:lnTo>
                    <a:pt x="482918" y="210502"/>
                  </a:lnTo>
                </a:path>
              </a:pathLst>
            </a:custGeom>
            <a:noFill/>
            <a:ln w="32385">
              <a:solidFill>
                <a:srgbClr val="615A44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1853565" y="2729865"/>
              <a:ext cx="437198" cy="438150"/>
            </a:xfrm>
            <a:custGeom>
              <a:avLst/>
              <a:gdLst/>
              <a:ahLst/>
              <a:cxnLst/>
              <a:rect l="l" t="t" r="r" b="b"/>
              <a:pathLst>
                <a:path w="437198" h="438150">
                  <a:moveTo>
                    <a:pt x="437198" y="209550"/>
                  </a:moveTo>
                  <a:lnTo>
                    <a:pt x="437198" y="200025"/>
                  </a:lnTo>
                  <a:lnTo>
                    <a:pt x="434340" y="180975"/>
                  </a:lnTo>
                  <a:lnTo>
                    <a:pt x="429577" y="162877"/>
                  </a:lnTo>
                  <a:lnTo>
                    <a:pt x="424815" y="143827"/>
                  </a:lnTo>
                  <a:lnTo>
                    <a:pt x="417195" y="126682"/>
                  </a:lnTo>
                  <a:lnTo>
                    <a:pt x="408623" y="109538"/>
                  </a:lnTo>
                  <a:lnTo>
                    <a:pt x="398145" y="93345"/>
                  </a:lnTo>
                  <a:lnTo>
                    <a:pt x="386715" y="78105"/>
                  </a:lnTo>
                  <a:lnTo>
                    <a:pt x="373380" y="64770"/>
                  </a:lnTo>
                  <a:lnTo>
                    <a:pt x="360045" y="51435"/>
                  </a:lnTo>
                  <a:lnTo>
                    <a:pt x="344805" y="40005"/>
                  </a:lnTo>
                  <a:lnTo>
                    <a:pt x="328612" y="29527"/>
                  </a:lnTo>
                  <a:lnTo>
                    <a:pt x="311468" y="20955"/>
                  </a:lnTo>
                  <a:lnTo>
                    <a:pt x="293370" y="13335"/>
                  </a:lnTo>
                  <a:lnTo>
                    <a:pt x="276225" y="7620"/>
                  </a:lnTo>
                  <a:lnTo>
                    <a:pt x="257175" y="3810"/>
                  </a:lnTo>
                  <a:lnTo>
                    <a:pt x="238125" y="952"/>
                  </a:lnTo>
                  <a:lnTo>
                    <a:pt x="219075" y="0"/>
                  </a:lnTo>
                  <a:lnTo>
                    <a:pt x="200025" y="952"/>
                  </a:lnTo>
                  <a:lnTo>
                    <a:pt x="180975" y="3810"/>
                  </a:lnTo>
                  <a:lnTo>
                    <a:pt x="161925" y="7620"/>
                  </a:lnTo>
                  <a:lnTo>
                    <a:pt x="144780" y="13335"/>
                  </a:lnTo>
                  <a:lnTo>
                    <a:pt x="126683" y="20955"/>
                  </a:lnTo>
                  <a:lnTo>
                    <a:pt x="109538" y="29527"/>
                  </a:lnTo>
                  <a:lnTo>
                    <a:pt x="93345" y="40005"/>
                  </a:lnTo>
                  <a:lnTo>
                    <a:pt x="78105" y="51435"/>
                  </a:lnTo>
                  <a:lnTo>
                    <a:pt x="64770" y="64770"/>
                  </a:lnTo>
                  <a:lnTo>
                    <a:pt x="51435" y="78105"/>
                  </a:lnTo>
                  <a:lnTo>
                    <a:pt x="40005" y="93345"/>
                  </a:lnTo>
                  <a:lnTo>
                    <a:pt x="29527" y="109538"/>
                  </a:lnTo>
                  <a:lnTo>
                    <a:pt x="20955" y="126682"/>
                  </a:lnTo>
                  <a:lnTo>
                    <a:pt x="13335" y="143827"/>
                  </a:lnTo>
                  <a:lnTo>
                    <a:pt x="7620" y="162877"/>
                  </a:lnTo>
                  <a:lnTo>
                    <a:pt x="3810" y="180975"/>
                  </a:lnTo>
                  <a:lnTo>
                    <a:pt x="1905" y="200025"/>
                  </a:lnTo>
                  <a:lnTo>
                    <a:pt x="0" y="219075"/>
                  </a:lnTo>
                  <a:lnTo>
                    <a:pt x="1905" y="238125"/>
                  </a:lnTo>
                  <a:lnTo>
                    <a:pt x="3810" y="257175"/>
                  </a:lnTo>
                  <a:lnTo>
                    <a:pt x="7620" y="275272"/>
                  </a:lnTo>
                  <a:lnTo>
                    <a:pt x="13335" y="293370"/>
                  </a:lnTo>
                  <a:lnTo>
                    <a:pt x="20955" y="311467"/>
                  </a:lnTo>
                  <a:lnTo>
                    <a:pt x="29527" y="328612"/>
                  </a:lnTo>
                  <a:lnTo>
                    <a:pt x="40005" y="344805"/>
                  </a:lnTo>
                  <a:lnTo>
                    <a:pt x="51435" y="359092"/>
                  </a:lnTo>
                  <a:lnTo>
                    <a:pt x="64770" y="373380"/>
                  </a:lnTo>
                  <a:lnTo>
                    <a:pt x="78105" y="386715"/>
                  </a:lnTo>
                  <a:lnTo>
                    <a:pt x="93345" y="398145"/>
                  </a:lnTo>
                  <a:lnTo>
                    <a:pt x="109538" y="408622"/>
                  </a:lnTo>
                  <a:lnTo>
                    <a:pt x="126683" y="417195"/>
                  </a:lnTo>
                  <a:lnTo>
                    <a:pt x="144780" y="424815"/>
                  </a:lnTo>
                  <a:lnTo>
                    <a:pt x="161925" y="430530"/>
                  </a:lnTo>
                  <a:lnTo>
                    <a:pt x="180975" y="434340"/>
                  </a:lnTo>
                  <a:lnTo>
                    <a:pt x="200025" y="437197"/>
                  </a:lnTo>
                  <a:lnTo>
                    <a:pt x="219075" y="438150"/>
                  </a:lnTo>
                  <a:lnTo>
                    <a:pt x="238125" y="437197"/>
                  </a:lnTo>
                  <a:lnTo>
                    <a:pt x="257175" y="434340"/>
                  </a:lnTo>
                  <a:lnTo>
                    <a:pt x="276225" y="430530"/>
                  </a:lnTo>
                  <a:lnTo>
                    <a:pt x="293370" y="424815"/>
                  </a:lnTo>
                  <a:lnTo>
                    <a:pt x="311468" y="417195"/>
                  </a:lnTo>
                  <a:lnTo>
                    <a:pt x="328612" y="408622"/>
                  </a:lnTo>
                  <a:lnTo>
                    <a:pt x="344805" y="398145"/>
                  </a:lnTo>
                  <a:lnTo>
                    <a:pt x="360045" y="386715"/>
                  </a:lnTo>
                  <a:lnTo>
                    <a:pt x="373380" y="373380"/>
                  </a:lnTo>
                  <a:lnTo>
                    <a:pt x="386715" y="359092"/>
                  </a:lnTo>
                  <a:lnTo>
                    <a:pt x="398145" y="344805"/>
                  </a:lnTo>
                  <a:lnTo>
                    <a:pt x="408623" y="328612"/>
                  </a:lnTo>
                  <a:lnTo>
                    <a:pt x="417195" y="311467"/>
                  </a:lnTo>
                  <a:lnTo>
                    <a:pt x="424815" y="293370"/>
                  </a:lnTo>
                  <a:lnTo>
                    <a:pt x="429577" y="275272"/>
                  </a:lnTo>
                  <a:lnTo>
                    <a:pt x="434340" y="257175"/>
                  </a:lnTo>
                  <a:lnTo>
                    <a:pt x="437198" y="238125"/>
                  </a:lnTo>
                  <a:lnTo>
                    <a:pt x="437198" y="219075"/>
                  </a:lnTo>
                  <a:lnTo>
                    <a:pt x="437198" y="200025"/>
                  </a:lnTo>
                  <a:lnTo>
                    <a:pt x="435293" y="190500"/>
                  </a:lnTo>
                </a:path>
              </a:pathLst>
            </a:custGeom>
            <a:noFill/>
            <a:ln w="32385">
              <a:solidFill>
                <a:srgbClr val="7C7255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1878330" y="2754630"/>
              <a:ext cx="388620" cy="388620"/>
            </a:xfrm>
            <a:custGeom>
              <a:avLst/>
              <a:gdLst/>
              <a:ahLst/>
              <a:cxnLst/>
              <a:rect l="l" t="t" r="r" b="b"/>
              <a:pathLst>
                <a:path w="388620" h="388620">
                  <a:moveTo>
                    <a:pt x="388620" y="184785"/>
                  </a:moveTo>
                  <a:lnTo>
                    <a:pt x="387668" y="177165"/>
                  </a:lnTo>
                  <a:lnTo>
                    <a:pt x="385762" y="160973"/>
                  </a:lnTo>
                  <a:lnTo>
                    <a:pt x="381953" y="143828"/>
                  </a:lnTo>
                  <a:lnTo>
                    <a:pt x="377190" y="127635"/>
                  </a:lnTo>
                  <a:lnTo>
                    <a:pt x="370523" y="112395"/>
                  </a:lnTo>
                  <a:lnTo>
                    <a:pt x="362903" y="97155"/>
                  </a:lnTo>
                  <a:lnTo>
                    <a:pt x="353378" y="82867"/>
                  </a:lnTo>
                  <a:lnTo>
                    <a:pt x="342900" y="69533"/>
                  </a:lnTo>
                  <a:lnTo>
                    <a:pt x="331470" y="57150"/>
                  </a:lnTo>
                  <a:lnTo>
                    <a:pt x="319088" y="45720"/>
                  </a:lnTo>
                  <a:lnTo>
                    <a:pt x="305753" y="35242"/>
                  </a:lnTo>
                  <a:lnTo>
                    <a:pt x="291465" y="25717"/>
                  </a:lnTo>
                  <a:lnTo>
                    <a:pt x="276225" y="18098"/>
                  </a:lnTo>
                  <a:lnTo>
                    <a:pt x="260985" y="11430"/>
                  </a:lnTo>
                  <a:lnTo>
                    <a:pt x="244793" y="6667"/>
                  </a:lnTo>
                  <a:lnTo>
                    <a:pt x="227648" y="2858"/>
                  </a:lnTo>
                  <a:lnTo>
                    <a:pt x="211455" y="953"/>
                  </a:lnTo>
                  <a:lnTo>
                    <a:pt x="194310" y="0"/>
                  </a:lnTo>
                  <a:lnTo>
                    <a:pt x="177165" y="953"/>
                  </a:lnTo>
                  <a:lnTo>
                    <a:pt x="160973" y="2858"/>
                  </a:lnTo>
                  <a:lnTo>
                    <a:pt x="143828" y="6667"/>
                  </a:lnTo>
                  <a:lnTo>
                    <a:pt x="127635" y="11430"/>
                  </a:lnTo>
                  <a:lnTo>
                    <a:pt x="112395" y="18098"/>
                  </a:lnTo>
                  <a:lnTo>
                    <a:pt x="97155" y="25717"/>
                  </a:lnTo>
                  <a:lnTo>
                    <a:pt x="82868" y="35242"/>
                  </a:lnTo>
                  <a:lnTo>
                    <a:pt x="69533" y="45720"/>
                  </a:lnTo>
                  <a:lnTo>
                    <a:pt x="57150" y="57150"/>
                  </a:lnTo>
                  <a:lnTo>
                    <a:pt x="45720" y="69533"/>
                  </a:lnTo>
                  <a:lnTo>
                    <a:pt x="35243" y="82867"/>
                  </a:lnTo>
                  <a:lnTo>
                    <a:pt x="25718" y="97155"/>
                  </a:lnTo>
                  <a:lnTo>
                    <a:pt x="18098" y="112395"/>
                  </a:lnTo>
                  <a:lnTo>
                    <a:pt x="12383" y="127635"/>
                  </a:lnTo>
                  <a:lnTo>
                    <a:pt x="6668" y="143828"/>
                  </a:lnTo>
                  <a:lnTo>
                    <a:pt x="2858" y="160973"/>
                  </a:lnTo>
                  <a:lnTo>
                    <a:pt x="953" y="177165"/>
                  </a:lnTo>
                  <a:lnTo>
                    <a:pt x="0" y="194310"/>
                  </a:lnTo>
                  <a:lnTo>
                    <a:pt x="953" y="211455"/>
                  </a:lnTo>
                  <a:lnTo>
                    <a:pt x="2858" y="228600"/>
                  </a:lnTo>
                  <a:lnTo>
                    <a:pt x="6668" y="244792"/>
                  </a:lnTo>
                  <a:lnTo>
                    <a:pt x="12383" y="260985"/>
                  </a:lnTo>
                  <a:lnTo>
                    <a:pt x="18098" y="276225"/>
                  </a:lnTo>
                  <a:lnTo>
                    <a:pt x="25718" y="291465"/>
                  </a:lnTo>
                  <a:lnTo>
                    <a:pt x="35243" y="305753"/>
                  </a:lnTo>
                  <a:lnTo>
                    <a:pt x="45720" y="319088"/>
                  </a:lnTo>
                  <a:lnTo>
                    <a:pt x="57150" y="331470"/>
                  </a:lnTo>
                  <a:lnTo>
                    <a:pt x="69533" y="342900"/>
                  </a:lnTo>
                  <a:lnTo>
                    <a:pt x="82868" y="353378"/>
                  </a:lnTo>
                  <a:lnTo>
                    <a:pt x="97155" y="362903"/>
                  </a:lnTo>
                  <a:lnTo>
                    <a:pt x="112395" y="370523"/>
                  </a:lnTo>
                  <a:lnTo>
                    <a:pt x="127635" y="377190"/>
                  </a:lnTo>
                  <a:lnTo>
                    <a:pt x="143828" y="381953"/>
                  </a:lnTo>
                  <a:lnTo>
                    <a:pt x="160973" y="385762"/>
                  </a:lnTo>
                  <a:lnTo>
                    <a:pt x="177165" y="387667"/>
                  </a:lnTo>
                  <a:lnTo>
                    <a:pt x="194310" y="388620"/>
                  </a:lnTo>
                  <a:lnTo>
                    <a:pt x="211455" y="387667"/>
                  </a:lnTo>
                  <a:lnTo>
                    <a:pt x="227648" y="385762"/>
                  </a:lnTo>
                  <a:lnTo>
                    <a:pt x="244793" y="381953"/>
                  </a:lnTo>
                  <a:lnTo>
                    <a:pt x="260985" y="377190"/>
                  </a:lnTo>
                  <a:lnTo>
                    <a:pt x="276225" y="370523"/>
                  </a:lnTo>
                  <a:lnTo>
                    <a:pt x="291465" y="362903"/>
                  </a:lnTo>
                  <a:lnTo>
                    <a:pt x="305753" y="353378"/>
                  </a:lnTo>
                  <a:lnTo>
                    <a:pt x="319088" y="342900"/>
                  </a:lnTo>
                  <a:lnTo>
                    <a:pt x="331470" y="331470"/>
                  </a:lnTo>
                  <a:lnTo>
                    <a:pt x="342900" y="319088"/>
                  </a:lnTo>
                  <a:lnTo>
                    <a:pt x="353378" y="305753"/>
                  </a:lnTo>
                  <a:lnTo>
                    <a:pt x="362903" y="291465"/>
                  </a:lnTo>
                  <a:lnTo>
                    <a:pt x="370523" y="276225"/>
                  </a:lnTo>
                  <a:lnTo>
                    <a:pt x="377190" y="260985"/>
                  </a:lnTo>
                  <a:lnTo>
                    <a:pt x="381953" y="244792"/>
                  </a:lnTo>
                  <a:lnTo>
                    <a:pt x="385762" y="228600"/>
                  </a:lnTo>
                  <a:lnTo>
                    <a:pt x="387668" y="211455"/>
                  </a:lnTo>
                  <a:lnTo>
                    <a:pt x="388620" y="194310"/>
                  </a:lnTo>
                  <a:lnTo>
                    <a:pt x="387668" y="177165"/>
                  </a:lnTo>
                  <a:lnTo>
                    <a:pt x="386715" y="169545"/>
                  </a:lnTo>
                </a:path>
              </a:pathLst>
            </a:custGeom>
            <a:noFill/>
            <a:ln w="32385">
              <a:solidFill>
                <a:srgbClr val="958965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1903095" y="2779395"/>
              <a:ext cx="339090" cy="340042"/>
            </a:xfrm>
            <a:custGeom>
              <a:avLst/>
              <a:gdLst/>
              <a:ahLst/>
              <a:cxnLst/>
              <a:rect l="l" t="t" r="r" b="b"/>
              <a:pathLst>
                <a:path w="339090" h="340042">
                  <a:moveTo>
                    <a:pt x="339090" y="160020"/>
                  </a:moveTo>
                  <a:lnTo>
                    <a:pt x="339090" y="154305"/>
                  </a:lnTo>
                  <a:lnTo>
                    <a:pt x="337185" y="140017"/>
                  </a:lnTo>
                  <a:lnTo>
                    <a:pt x="334327" y="125730"/>
                  </a:lnTo>
                  <a:lnTo>
                    <a:pt x="329565" y="111442"/>
                  </a:lnTo>
                  <a:lnTo>
                    <a:pt x="323850" y="97155"/>
                  </a:lnTo>
                  <a:lnTo>
                    <a:pt x="316230" y="84772"/>
                  </a:lnTo>
                  <a:lnTo>
                    <a:pt x="308610" y="72390"/>
                  </a:lnTo>
                  <a:lnTo>
                    <a:pt x="300038" y="60008"/>
                  </a:lnTo>
                  <a:lnTo>
                    <a:pt x="289560" y="49530"/>
                  </a:lnTo>
                  <a:lnTo>
                    <a:pt x="279082" y="39052"/>
                  </a:lnTo>
                  <a:lnTo>
                    <a:pt x="266700" y="30480"/>
                  </a:lnTo>
                  <a:lnTo>
                    <a:pt x="254317" y="21908"/>
                  </a:lnTo>
                  <a:lnTo>
                    <a:pt x="241935" y="15240"/>
                  </a:lnTo>
                  <a:lnTo>
                    <a:pt x="227647" y="9525"/>
                  </a:lnTo>
                  <a:lnTo>
                    <a:pt x="213360" y="5715"/>
                  </a:lnTo>
                  <a:lnTo>
                    <a:pt x="199072" y="1905"/>
                  </a:lnTo>
                  <a:lnTo>
                    <a:pt x="183832" y="0"/>
                  </a:lnTo>
                  <a:lnTo>
                    <a:pt x="169545" y="0"/>
                  </a:lnTo>
                  <a:lnTo>
                    <a:pt x="155257" y="0"/>
                  </a:lnTo>
                  <a:lnTo>
                    <a:pt x="140017" y="1905"/>
                  </a:lnTo>
                  <a:lnTo>
                    <a:pt x="125730" y="5715"/>
                  </a:lnTo>
                  <a:lnTo>
                    <a:pt x="111442" y="9525"/>
                  </a:lnTo>
                  <a:lnTo>
                    <a:pt x="97155" y="15240"/>
                  </a:lnTo>
                  <a:lnTo>
                    <a:pt x="84772" y="21908"/>
                  </a:lnTo>
                  <a:lnTo>
                    <a:pt x="72390" y="30480"/>
                  </a:lnTo>
                  <a:lnTo>
                    <a:pt x="60007" y="39052"/>
                  </a:lnTo>
                  <a:lnTo>
                    <a:pt x="49530" y="49530"/>
                  </a:lnTo>
                  <a:lnTo>
                    <a:pt x="39052" y="60008"/>
                  </a:lnTo>
                  <a:lnTo>
                    <a:pt x="30480" y="72390"/>
                  </a:lnTo>
                  <a:lnTo>
                    <a:pt x="21907" y="84772"/>
                  </a:lnTo>
                  <a:lnTo>
                    <a:pt x="15240" y="97155"/>
                  </a:lnTo>
                  <a:lnTo>
                    <a:pt x="9525" y="111442"/>
                  </a:lnTo>
                  <a:lnTo>
                    <a:pt x="5715" y="125730"/>
                  </a:lnTo>
                  <a:lnTo>
                    <a:pt x="1905" y="140017"/>
                  </a:lnTo>
                  <a:lnTo>
                    <a:pt x="0" y="154305"/>
                  </a:lnTo>
                  <a:lnTo>
                    <a:pt x="0" y="169545"/>
                  </a:lnTo>
                  <a:lnTo>
                    <a:pt x="0" y="184785"/>
                  </a:lnTo>
                  <a:lnTo>
                    <a:pt x="1905" y="199072"/>
                  </a:lnTo>
                  <a:lnTo>
                    <a:pt x="5715" y="213360"/>
                  </a:lnTo>
                  <a:lnTo>
                    <a:pt x="9525" y="227647"/>
                  </a:lnTo>
                  <a:lnTo>
                    <a:pt x="15240" y="240983"/>
                  </a:lnTo>
                  <a:lnTo>
                    <a:pt x="21907" y="254317"/>
                  </a:lnTo>
                  <a:lnTo>
                    <a:pt x="30480" y="266700"/>
                  </a:lnTo>
                  <a:lnTo>
                    <a:pt x="39052" y="279083"/>
                  </a:lnTo>
                  <a:lnTo>
                    <a:pt x="49530" y="289560"/>
                  </a:lnTo>
                  <a:lnTo>
                    <a:pt x="60007" y="300038"/>
                  </a:lnTo>
                  <a:lnTo>
                    <a:pt x="72390" y="308610"/>
                  </a:lnTo>
                  <a:lnTo>
                    <a:pt x="84772" y="316230"/>
                  </a:lnTo>
                  <a:lnTo>
                    <a:pt x="97155" y="323850"/>
                  </a:lnTo>
                  <a:lnTo>
                    <a:pt x="111442" y="329565"/>
                  </a:lnTo>
                  <a:lnTo>
                    <a:pt x="125730" y="333375"/>
                  </a:lnTo>
                  <a:lnTo>
                    <a:pt x="140017" y="337185"/>
                  </a:lnTo>
                  <a:lnTo>
                    <a:pt x="155257" y="339090"/>
                  </a:lnTo>
                  <a:lnTo>
                    <a:pt x="169545" y="340042"/>
                  </a:lnTo>
                  <a:lnTo>
                    <a:pt x="183832" y="339090"/>
                  </a:lnTo>
                  <a:lnTo>
                    <a:pt x="199072" y="337185"/>
                  </a:lnTo>
                  <a:lnTo>
                    <a:pt x="213360" y="333375"/>
                  </a:lnTo>
                  <a:lnTo>
                    <a:pt x="227647" y="329565"/>
                  </a:lnTo>
                  <a:lnTo>
                    <a:pt x="241935" y="323850"/>
                  </a:lnTo>
                  <a:lnTo>
                    <a:pt x="254317" y="316230"/>
                  </a:lnTo>
                  <a:lnTo>
                    <a:pt x="266700" y="308610"/>
                  </a:lnTo>
                  <a:lnTo>
                    <a:pt x="279082" y="300038"/>
                  </a:lnTo>
                  <a:lnTo>
                    <a:pt x="289560" y="289560"/>
                  </a:lnTo>
                  <a:lnTo>
                    <a:pt x="300038" y="279083"/>
                  </a:lnTo>
                  <a:lnTo>
                    <a:pt x="308610" y="266700"/>
                  </a:lnTo>
                  <a:lnTo>
                    <a:pt x="316230" y="254317"/>
                  </a:lnTo>
                  <a:lnTo>
                    <a:pt x="323850" y="240983"/>
                  </a:lnTo>
                  <a:lnTo>
                    <a:pt x="329565" y="227647"/>
                  </a:lnTo>
                  <a:lnTo>
                    <a:pt x="334327" y="213360"/>
                  </a:lnTo>
                  <a:lnTo>
                    <a:pt x="337185" y="199072"/>
                  </a:lnTo>
                  <a:lnTo>
                    <a:pt x="339090" y="184785"/>
                  </a:lnTo>
                  <a:lnTo>
                    <a:pt x="339090" y="169545"/>
                  </a:lnTo>
                  <a:lnTo>
                    <a:pt x="339090" y="154305"/>
                  </a:lnTo>
                  <a:lnTo>
                    <a:pt x="338138" y="149542"/>
                  </a:lnTo>
                </a:path>
              </a:pathLst>
            </a:custGeom>
            <a:noFill/>
            <a:ln w="32385">
              <a:solidFill>
                <a:srgbClr val="AC9E73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1926908" y="2803208"/>
              <a:ext cx="291465" cy="291465"/>
            </a:xfrm>
            <a:custGeom>
              <a:avLst/>
              <a:gdLst/>
              <a:ahLst/>
              <a:cxnLst/>
              <a:rect l="l" t="t" r="r" b="b"/>
              <a:pathLst>
                <a:path w="291465" h="291465">
                  <a:moveTo>
                    <a:pt x="290512" y="136208"/>
                  </a:moveTo>
                  <a:lnTo>
                    <a:pt x="290512" y="133350"/>
                  </a:lnTo>
                  <a:lnTo>
                    <a:pt x="288607" y="120967"/>
                  </a:lnTo>
                  <a:lnTo>
                    <a:pt x="286702" y="107633"/>
                  </a:lnTo>
                  <a:lnTo>
                    <a:pt x="282892" y="96202"/>
                  </a:lnTo>
                  <a:lnTo>
                    <a:pt x="278130" y="83820"/>
                  </a:lnTo>
                  <a:lnTo>
                    <a:pt x="271462" y="73342"/>
                  </a:lnTo>
                  <a:lnTo>
                    <a:pt x="264795" y="61912"/>
                  </a:lnTo>
                  <a:lnTo>
                    <a:pt x="257175" y="52388"/>
                  </a:lnTo>
                  <a:lnTo>
                    <a:pt x="248602" y="42862"/>
                  </a:lnTo>
                  <a:lnTo>
                    <a:pt x="239077" y="34290"/>
                  </a:lnTo>
                  <a:lnTo>
                    <a:pt x="229552" y="26670"/>
                  </a:lnTo>
                  <a:lnTo>
                    <a:pt x="219075" y="20002"/>
                  </a:lnTo>
                  <a:lnTo>
                    <a:pt x="207645" y="13335"/>
                  </a:lnTo>
                  <a:lnTo>
                    <a:pt x="195262" y="8572"/>
                  </a:lnTo>
                  <a:lnTo>
                    <a:pt x="183832" y="4762"/>
                  </a:lnTo>
                  <a:lnTo>
                    <a:pt x="171450" y="1905"/>
                  </a:lnTo>
                  <a:lnTo>
                    <a:pt x="159067" y="952"/>
                  </a:lnTo>
                  <a:lnTo>
                    <a:pt x="145732" y="0"/>
                  </a:lnTo>
                  <a:lnTo>
                    <a:pt x="133350" y="952"/>
                  </a:lnTo>
                  <a:lnTo>
                    <a:pt x="120015" y="1905"/>
                  </a:lnTo>
                  <a:lnTo>
                    <a:pt x="107632" y="4762"/>
                  </a:lnTo>
                  <a:lnTo>
                    <a:pt x="96202" y="8572"/>
                  </a:lnTo>
                  <a:lnTo>
                    <a:pt x="83820" y="13335"/>
                  </a:lnTo>
                  <a:lnTo>
                    <a:pt x="72390" y="20002"/>
                  </a:lnTo>
                  <a:lnTo>
                    <a:pt x="61912" y="26670"/>
                  </a:lnTo>
                  <a:lnTo>
                    <a:pt x="52388" y="34290"/>
                  </a:lnTo>
                  <a:lnTo>
                    <a:pt x="42862" y="42862"/>
                  </a:lnTo>
                  <a:lnTo>
                    <a:pt x="34290" y="52388"/>
                  </a:lnTo>
                  <a:lnTo>
                    <a:pt x="25717" y="61912"/>
                  </a:lnTo>
                  <a:lnTo>
                    <a:pt x="20002" y="73342"/>
                  </a:lnTo>
                  <a:lnTo>
                    <a:pt x="13335" y="83820"/>
                  </a:lnTo>
                  <a:lnTo>
                    <a:pt x="8572" y="96202"/>
                  </a:lnTo>
                  <a:lnTo>
                    <a:pt x="4762" y="107633"/>
                  </a:lnTo>
                  <a:lnTo>
                    <a:pt x="1905" y="120967"/>
                  </a:lnTo>
                  <a:lnTo>
                    <a:pt x="952" y="133350"/>
                  </a:lnTo>
                  <a:lnTo>
                    <a:pt x="0" y="145733"/>
                  </a:lnTo>
                  <a:lnTo>
                    <a:pt x="952" y="158115"/>
                  </a:lnTo>
                  <a:lnTo>
                    <a:pt x="1905" y="171450"/>
                  </a:lnTo>
                  <a:lnTo>
                    <a:pt x="4762" y="183833"/>
                  </a:lnTo>
                  <a:lnTo>
                    <a:pt x="8572" y="195262"/>
                  </a:lnTo>
                  <a:lnTo>
                    <a:pt x="13335" y="207645"/>
                  </a:lnTo>
                  <a:lnTo>
                    <a:pt x="20002" y="218122"/>
                  </a:lnTo>
                  <a:lnTo>
                    <a:pt x="25717" y="229552"/>
                  </a:lnTo>
                  <a:lnTo>
                    <a:pt x="34290" y="239077"/>
                  </a:lnTo>
                  <a:lnTo>
                    <a:pt x="42862" y="248602"/>
                  </a:lnTo>
                  <a:lnTo>
                    <a:pt x="52388" y="257175"/>
                  </a:lnTo>
                  <a:lnTo>
                    <a:pt x="61912" y="264795"/>
                  </a:lnTo>
                  <a:lnTo>
                    <a:pt x="72390" y="272415"/>
                  </a:lnTo>
                  <a:lnTo>
                    <a:pt x="83820" y="278130"/>
                  </a:lnTo>
                  <a:lnTo>
                    <a:pt x="96202" y="282892"/>
                  </a:lnTo>
                  <a:lnTo>
                    <a:pt x="107632" y="286702"/>
                  </a:lnTo>
                  <a:lnTo>
                    <a:pt x="120015" y="289560"/>
                  </a:lnTo>
                  <a:lnTo>
                    <a:pt x="133350" y="290512"/>
                  </a:lnTo>
                  <a:lnTo>
                    <a:pt x="145732" y="291465"/>
                  </a:lnTo>
                  <a:lnTo>
                    <a:pt x="159067" y="290512"/>
                  </a:lnTo>
                  <a:lnTo>
                    <a:pt x="171450" y="289560"/>
                  </a:lnTo>
                  <a:lnTo>
                    <a:pt x="183832" y="286702"/>
                  </a:lnTo>
                  <a:lnTo>
                    <a:pt x="195262" y="282892"/>
                  </a:lnTo>
                  <a:lnTo>
                    <a:pt x="207645" y="278130"/>
                  </a:lnTo>
                  <a:lnTo>
                    <a:pt x="219075" y="272415"/>
                  </a:lnTo>
                  <a:lnTo>
                    <a:pt x="229552" y="264795"/>
                  </a:lnTo>
                  <a:lnTo>
                    <a:pt x="239077" y="257175"/>
                  </a:lnTo>
                  <a:lnTo>
                    <a:pt x="248602" y="248602"/>
                  </a:lnTo>
                  <a:lnTo>
                    <a:pt x="257175" y="239077"/>
                  </a:lnTo>
                  <a:lnTo>
                    <a:pt x="264795" y="229552"/>
                  </a:lnTo>
                  <a:lnTo>
                    <a:pt x="271462" y="218122"/>
                  </a:lnTo>
                  <a:lnTo>
                    <a:pt x="278130" y="207645"/>
                  </a:lnTo>
                  <a:lnTo>
                    <a:pt x="282892" y="195262"/>
                  </a:lnTo>
                  <a:lnTo>
                    <a:pt x="286702" y="183833"/>
                  </a:lnTo>
                  <a:lnTo>
                    <a:pt x="288607" y="171450"/>
                  </a:lnTo>
                  <a:lnTo>
                    <a:pt x="290512" y="158115"/>
                  </a:lnTo>
                  <a:lnTo>
                    <a:pt x="291465" y="145733"/>
                  </a:lnTo>
                  <a:lnTo>
                    <a:pt x="290512" y="133350"/>
                  </a:lnTo>
                  <a:lnTo>
                    <a:pt x="290512" y="129540"/>
                  </a:lnTo>
                </a:path>
              </a:pathLst>
            </a:custGeom>
            <a:noFill/>
            <a:ln w="32385">
              <a:solidFill>
                <a:srgbClr val="C1B181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1951672" y="2827972"/>
              <a:ext cx="242888" cy="242888"/>
            </a:xfrm>
            <a:custGeom>
              <a:avLst/>
              <a:gdLst/>
              <a:ahLst/>
              <a:cxnLst/>
              <a:rect l="l" t="t" r="r" b="b"/>
              <a:pathLst>
                <a:path w="242888" h="242888">
                  <a:moveTo>
                    <a:pt x="241935" y="111443"/>
                  </a:moveTo>
                  <a:lnTo>
                    <a:pt x="241935" y="110490"/>
                  </a:lnTo>
                  <a:lnTo>
                    <a:pt x="240030" y="100012"/>
                  </a:lnTo>
                  <a:lnTo>
                    <a:pt x="238125" y="89535"/>
                  </a:lnTo>
                  <a:lnTo>
                    <a:pt x="235267" y="79058"/>
                  </a:lnTo>
                  <a:lnTo>
                    <a:pt x="231457" y="69533"/>
                  </a:lnTo>
                  <a:lnTo>
                    <a:pt x="225742" y="60008"/>
                  </a:lnTo>
                  <a:lnTo>
                    <a:pt x="220027" y="51435"/>
                  </a:lnTo>
                  <a:lnTo>
                    <a:pt x="214312" y="42862"/>
                  </a:lnTo>
                  <a:lnTo>
                    <a:pt x="206692" y="35243"/>
                  </a:lnTo>
                  <a:lnTo>
                    <a:pt x="199073" y="27623"/>
                  </a:lnTo>
                  <a:lnTo>
                    <a:pt x="190500" y="21908"/>
                  </a:lnTo>
                  <a:lnTo>
                    <a:pt x="181927" y="16193"/>
                  </a:lnTo>
                  <a:lnTo>
                    <a:pt x="172402" y="10478"/>
                  </a:lnTo>
                  <a:lnTo>
                    <a:pt x="162877" y="6668"/>
                  </a:lnTo>
                  <a:lnTo>
                    <a:pt x="152400" y="3810"/>
                  </a:lnTo>
                  <a:lnTo>
                    <a:pt x="141923" y="1905"/>
                  </a:lnTo>
                  <a:lnTo>
                    <a:pt x="131445" y="0"/>
                  </a:lnTo>
                  <a:lnTo>
                    <a:pt x="120967" y="0"/>
                  </a:lnTo>
                  <a:lnTo>
                    <a:pt x="110490" y="0"/>
                  </a:lnTo>
                  <a:lnTo>
                    <a:pt x="100012" y="1905"/>
                  </a:lnTo>
                  <a:lnTo>
                    <a:pt x="89535" y="3810"/>
                  </a:lnTo>
                  <a:lnTo>
                    <a:pt x="79057" y="6668"/>
                  </a:lnTo>
                  <a:lnTo>
                    <a:pt x="69532" y="10478"/>
                  </a:lnTo>
                  <a:lnTo>
                    <a:pt x="60007" y="16193"/>
                  </a:lnTo>
                  <a:lnTo>
                    <a:pt x="51435" y="21908"/>
                  </a:lnTo>
                  <a:lnTo>
                    <a:pt x="42862" y="27623"/>
                  </a:lnTo>
                  <a:lnTo>
                    <a:pt x="35242" y="35243"/>
                  </a:lnTo>
                  <a:lnTo>
                    <a:pt x="27623" y="42862"/>
                  </a:lnTo>
                  <a:lnTo>
                    <a:pt x="20955" y="51435"/>
                  </a:lnTo>
                  <a:lnTo>
                    <a:pt x="16192" y="60008"/>
                  </a:lnTo>
                  <a:lnTo>
                    <a:pt x="11430" y="69533"/>
                  </a:lnTo>
                  <a:lnTo>
                    <a:pt x="6667" y="79058"/>
                  </a:lnTo>
                  <a:lnTo>
                    <a:pt x="3810" y="89535"/>
                  </a:lnTo>
                  <a:lnTo>
                    <a:pt x="952" y="100012"/>
                  </a:lnTo>
                  <a:lnTo>
                    <a:pt x="0" y="110490"/>
                  </a:lnTo>
                  <a:lnTo>
                    <a:pt x="0" y="120968"/>
                  </a:lnTo>
                  <a:lnTo>
                    <a:pt x="0" y="131445"/>
                  </a:lnTo>
                  <a:lnTo>
                    <a:pt x="952" y="141923"/>
                  </a:lnTo>
                  <a:lnTo>
                    <a:pt x="3810" y="152400"/>
                  </a:lnTo>
                  <a:lnTo>
                    <a:pt x="6667" y="162878"/>
                  </a:lnTo>
                  <a:lnTo>
                    <a:pt x="11430" y="172403"/>
                  </a:lnTo>
                  <a:lnTo>
                    <a:pt x="16192" y="181928"/>
                  </a:lnTo>
                  <a:lnTo>
                    <a:pt x="20955" y="190500"/>
                  </a:lnTo>
                  <a:lnTo>
                    <a:pt x="27623" y="199073"/>
                  </a:lnTo>
                  <a:lnTo>
                    <a:pt x="35242" y="206693"/>
                  </a:lnTo>
                  <a:lnTo>
                    <a:pt x="42862" y="214312"/>
                  </a:lnTo>
                  <a:lnTo>
                    <a:pt x="51435" y="220980"/>
                  </a:lnTo>
                  <a:lnTo>
                    <a:pt x="60007" y="225743"/>
                  </a:lnTo>
                  <a:lnTo>
                    <a:pt x="69532" y="230505"/>
                  </a:lnTo>
                  <a:lnTo>
                    <a:pt x="79057" y="235268"/>
                  </a:lnTo>
                  <a:lnTo>
                    <a:pt x="89535" y="238125"/>
                  </a:lnTo>
                  <a:lnTo>
                    <a:pt x="100012" y="240983"/>
                  </a:lnTo>
                  <a:lnTo>
                    <a:pt x="110490" y="241935"/>
                  </a:lnTo>
                  <a:lnTo>
                    <a:pt x="120967" y="242888"/>
                  </a:lnTo>
                  <a:lnTo>
                    <a:pt x="131445" y="241935"/>
                  </a:lnTo>
                  <a:lnTo>
                    <a:pt x="141923" y="240983"/>
                  </a:lnTo>
                  <a:lnTo>
                    <a:pt x="152400" y="238125"/>
                  </a:lnTo>
                  <a:lnTo>
                    <a:pt x="162877" y="235268"/>
                  </a:lnTo>
                  <a:lnTo>
                    <a:pt x="172402" y="230505"/>
                  </a:lnTo>
                  <a:lnTo>
                    <a:pt x="181927" y="225743"/>
                  </a:lnTo>
                  <a:lnTo>
                    <a:pt x="190500" y="220980"/>
                  </a:lnTo>
                  <a:lnTo>
                    <a:pt x="199073" y="214312"/>
                  </a:lnTo>
                  <a:lnTo>
                    <a:pt x="206692" y="206693"/>
                  </a:lnTo>
                  <a:lnTo>
                    <a:pt x="214312" y="199073"/>
                  </a:lnTo>
                  <a:lnTo>
                    <a:pt x="220027" y="190500"/>
                  </a:lnTo>
                  <a:lnTo>
                    <a:pt x="225742" y="181928"/>
                  </a:lnTo>
                  <a:lnTo>
                    <a:pt x="231457" y="172403"/>
                  </a:lnTo>
                  <a:lnTo>
                    <a:pt x="235267" y="162878"/>
                  </a:lnTo>
                  <a:lnTo>
                    <a:pt x="238125" y="152400"/>
                  </a:lnTo>
                  <a:lnTo>
                    <a:pt x="240030" y="141923"/>
                  </a:lnTo>
                  <a:lnTo>
                    <a:pt x="241935" y="131445"/>
                  </a:lnTo>
                  <a:lnTo>
                    <a:pt x="242888" y="120968"/>
                  </a:lnTo>
                  <a:lnTo>
                    <a:pt x="241935" y="110490"/>
                  </a:lnTo>
                  <a:lnTo>
                    <a:pt x="241935" y="109538"/>
                  </a:lnTo>
                </a:path>
              </a:pathLst>
            </a:custGeom>
            <a:noFill/>
            <a:ln w="32385">
              <a:solidFill>
                <a:srgbClr val="D3C18C"/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1975485" y="2851785"/>
              <a:ext cx="194310" cy="194310"/>
            </a:xfrm>
            <a:custGeom>
              <a:avLst/>
              <a:gdLst/>
              <a:ahLst/>
              <a:cxnLst/>
              <a:rect l="l" t="t" r="r" b="b"/>
              <a:pathLst>
                <a:path w="194310" h="194310">
                  <a:moveTo>
                    <a:pt x="194310" y="87630"/>
                  </a:moveTo>
                  <a:lnTo>
                    <a:pt x="194310" y="88583"/>
                  </a:lnTo>
                  <a:lnTo>
                    <a:pt x="192405" y="80010"/>
                  </a:lnTo>
                  <a:lnTo>
                    <a:pt x="191452" y="72390"/>
                  </a:lnTo>
                  <a:lnTo>
                    <a:pt x="188595" y="63818"/>
                  </a:lnTo>
                  <a:lnTo>
                    <a:pt x="185738" y="56198"/>
                  </a:lnTo>
                  <a:lnTo>
                    <a:pt x="181927" y="48578"/>
                  </a:lnTo>
                  <a:lnTo>
                    <a:pt x="176212" y="41910"/>
                  </a:lnTo>
                  <a:lnTo>
                    <a:pt x="171450" y="35243"/>
                  </a:lnTo>
                  <a:lnTo>
                    <a:pt x="165735" y="28575"/>
                  </a:lnTo>
                  <a:lnTo>
                    <a:pt x="160020" y="22860"/>
                  </a:lnTo>
                  <a:lnTo>
                    <a:pt x="152400" y="17145"/>
                  </a:lnTo>
                  <a:lnTo>
                    <a:pt x="145732" y="13335"/>
                  </a:lnTo>
                  <a:lnTo>
                    <a:pt x="138112" y="9525"/>
                  </a:lnTo>
                  <a:lnTo>
                    <a:pt x="130492" y="5715"/>
                  </a:lnTo>
                  <a:lnTo>
                    <a:pt x="122873" y="2858"/>
                  </a:lnTo>
                  <a:lnTo>
                    <a:pt x="114300" y="953"/>
                  </a:lnTo>
                  <a:lnTo>
                    <a:pt x="105727" y="0"/>
                  </a:lnTo>
                  <a:lnTo>
                    <a:pt x="97155" y="0"/>
                  </a:lnTo>
                  <a:lnTo>
                    <a:pt x="88582" y="0"/>
                  </a:lnTo>
                  <a:lnTo>
                    <a:pt x="80010" y="953"/>
                  </a:lnTo>
                  <a:lnTo>
                    <a:pt x="72390" y="2858"/>
                  </a:lnTo>
                  <a:lnTo>
                    <a:pt x="63817" y="5715"/>
                  </a:lnTo>
                  <a:lnTo>
                    <a:pt x="56198" y="9525"/>
                  </a:lnTo>
                  <a:lnTo>
                    <a:pt x="48577" y="13335"/>
                  </a:lnTo>
                  <a:lnTo>
                    <a:pt x="40957" y="17145"/>
                  </a:lnTo>
                  <a:lnTo>
                    <a:pt x="35242" y="22860"/>
                  </a:lnTo>
                  <a:lnTo>
                    <a:pt x="28575" y="28575"/>
                  </a:lnTo>
                  <a:lnTo>
                    <a:pt x="22860" y="35243"/>
                  </a:lnTo>
                  <a:lnTo>
                    <a:pt x="17145" y="41910"/>
                  </a:lnTo>
                  <a:lnTo>
                    <a:pt x="13335" y="48578"/>
                  </a:lnTo>
                  <a:lnTo>
                    <a:pt x="8573" y="56198"/>
                  </a:lnTo>
                  <a:lnTo>
                    <a:pt x="5715" y="63818"/>
                  </a:lnTo>
                  <a:lnTo>
                    <a:pt x="3810" y="72390"/>
                  </a:lnTo>
                  <a:lnTo>
                    <a:pt x="952" y="80010"/>
                  </a:lnTo>
                  <a:lnTo>
                    <a:pt x="0" y="88583"/>
                  </a:lnTo>
                  <a:lnTo>
                    <a:pt x="0" y="97155"/>
                  </a:lnTo>
                  <a:lnTo>
                    <a:pt x="0" y="105728"/>
                  </a:lnTo>
                  <a:lnTo>
                    <a:pt x="952" y="114300"/>
                  </a:lnTo>
                  <a:lnTo>
                    <a:pt x="3810" y="121920"/>
                  </a:lnTo>
                  <a:lnTo>
                    <a:pt x="5715" y="130493"/>
                  </a:lnTo>
                  <a:lnTo>
                    <a:pt x="8573" y="138112"/>
                  </a:lnTo>
                  <a:lnTo>
                    <a:pt x="13335" y="145733"/>
                  </a:lnTo>
                  <a:lnTo>
                    <a:pt x="17145" y="153353"/>
                  </a:lnTo>
                  <a:lnTo>
                    <a:pt x="22860" y="160020"/>
                  </a:lnTo>
                  <a:lnTo>
                    <a:pt x="28575" y="165735"/>
                  </a:lnTo>
                  <a:lnTo>
                    <a:pt x="35242" y="171450"/>
                  </a:lnTo>
                  <a:lnTo>
                    <a:pt x="40957" y="176212"/>
                  </a:lnTo>
                  <a:lnTo>
                    <a:pt x="48577" y="180975"/>
                  </a:lnTo>
                  <a:lnTo>
                    <a:pt x="56198" y="184785"/>
                  </a:lnTo>
                  <a:lnTo>
                    <a:pt x="63817" y="188595"/>
                  </a:lnTo>
                  <a:lnTo>
                    <a:pt x="72390" y="191453"/>
                  </a:lnTo>
                  <a:lnTo>
                    <a:pt x="80010" y="192405"/>
                  </a:lnTo>
                  <a:lnTo>
                    <a:pt x="88582" y="194310"/>
                  </a:lnTo>
                  <a:lnTo>
                    <a:pt x="97155" y="194310"/>
                  </a:lnTo>
                  <a:lnTo>
                    <a:pt x="105727" y="194310"/>
                  </a:lnTo>
                  <a:lnTo>
                    <a:pt x="114300" y="192405"/>
                  </a:lnTo>
                  <a:lnTo>
                    <a:pt x="122873" y="191453"/>
                  </a:lnTo>
                  <a:lnTo>
                    <a:pt x="130492" y="188595"/>
                  </a:lnTo>
                  <a:lnTo>
                    <a:pt x="138112" y="184785"/>
                  </a:lnTo>
                  <a:lnTo>
                    <a:pt x="145732" y="180975"/>
                  </a:lnTo>
                  <a:lnTo>
                    <a:pt x="152400" y="176212"/>
                  </a:lnTo>
                  <a:lnTo>
                    <a:pt x="160020" y="171450"/>
                  </a:lnTo>
                  <a:lnTo>
                    <a:pt x="165735" y="165735"/>
                  </a:lnTo>
                  <a:lnTo>
                    <a:pt x="171450" y="160020"/>
                  </a:lnTo>
                  <a:lnTo>
                    <a:pt x="176212" y="153353"/>
                  </a:lnTo>
                  <a:lnTo>
                    <a:pt x="181927" y="145733"/>
                  </a:lnTo>
                  <a:lnTo>
                    <a:pt x="185738" y="138112"/>
                  </a:lnTo>
                  <a:lnTo>
                    <a:pt x="188595" y="130493"/>
                  </a:lnTo>
                  <a:lnTo>
                    <a:pt x="191452" y="121920"/>
                  </a:lnTo>
                  <a:lnTo>
                    <a:pt x="192405" y="114300"/>
                  </a:lnTo>
                  <a:lnTo>
                    <a:pt x="194310" y="105728"/>
                  </a:lnTo>
                  <a:lnTo>
                    <a:pt x="194310" y="97155"/>
                  </a:lnTo>
                  <a:lnTo>
                    <a:pt x="194310" y="88583"/>
                  </a:lnTo>
                  <a:lnTo>
                    <a:pt x="194310" y="89535"/>
                  </a:lnTo>
                </a:path>
              </a:pathLst>
            </a:custGeom>
            <a:noFill/>
            <a:ln w="32385">
              <a:solidFill>
                <a:srgbClr val="E3CF96"/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1999298" y="2876550"/>
              <a:ext cx="146685" cy="144780"/>
            </a:xfrm>
            <a:custGeom>
              <a:avLst/>
              <a:gdLst/>
              <a:ahLst/>
              <a:cxnLst/>
              <a:rect l="l" t="t" r="r" b="b"/>
              <a:pathLst>
                <a:path w="146685" h="144780">
                  <a:moveTo>
                    <a:pt x="145732" y="62865"/>
                  </a:moveTo>
                  <a:lnTo>
                    <a:pt x="145732" y="65722"/>
                  </a:lnTo>
                  <a:lnTo>
                    <a:pt x="145732" y="60008"/>
                  </a:lnTo>
                  <a:lnTo>
                    <a:pt x="143827" y="53340"/>
                  </a:lnTo>
                  <a:lnTo>
                    <a:pt x="141923" y="47625"/>
                  </a:lnTo>
                  <a:lnTo>
                    <a:pt x="139065" y="41910"/>
                  </a:lnTo>
                  <a:lnTo>
                    <a:pt x="136207" y="36195"/>
                  </a:lnTo>
                  <a:lnTo>
                    <a:pt x="132398" y="30480"/>
                  </a:lnTo>
                  <a:lnTo>
                    <a:pt x="128588" y="25717"/>
                  </a:lnTo>
                  <a:lnTo>
                    <a:pt x="124777" y="20955"/>
                  </a:lnTo>
                  <a:lnTo>
                    <a:pt x="120015" y="16192"/>
                  </a:lnTo>
                  <a:lnTo>
                    <a:pt x="115252" y="12383"/>
                  </a:lnTo>
                  <a:lnTo>
                    <a:pt x="109538" y="9525"/>
                  </a:lnTo>
                  <a:lnTo>
                    <a:pt x="103823" y="6667"/>
                  </a:lnTo>
                  <a:lnTo>
                    <a:pt x="98107" y="3810"/>
                  </a:lnTo>
                  <a:lnTo>
                    <a:pt x="92392" y="1905"/>
                  </a:lnTo>
                  <a:lnTo>
                    <a:pt x="85725" y="953"/>
                  </a:lnTo>
                  <a:lnTo>
                    <a:pt x="80010" y="0"/>
                  </a:lnTo>
                  <a:lnTo>
                    <a:pt x="73342" y="0"/>
                  </a:lnTo>
                  <a:lnTo>
                    <a:pt x="66675" y="0"/>
                  </a:lnTo>
                  <a:lnTo>
                    <a:pt x="60960" y="953"/>
                  </a:lnTo>
                  <a:lnTo>
                    <a:pt x="54292" y="1905"/>
                  </a:lnTo>
                  <a:lnTo>
                    <a:pt x="48577" y="3810"/>
                  </a:lnTo>
                  <a:lnTo>
                    <a:pt x="42862" y="6667"/>
                  </a:lnTo>
                  <a:lnTo>
                    <a:pt x="37148" y="9525"/>
                  </a:lnTo>
                  <a:lnTo>
                    <a:pt x="31432" y="12383"/>
                  </a:lnTo>
                  <a:lnTo>
                    <a:pt x="26670" y="16192"/>
                  </a:lnTo>
                  <a:lnTo>
                    <a:pt x="21907" y="20955"/>
                  </a:lnTo>
                  <a:lnTo>
                    <a:pt x="17145" y="25717"/>
                  </a:lnTo>
                  <a:lnTo>
                    <a:pt x="13335" y="30480"/>
                  </a:lnTo>
                  <a:lnTo>
                    <a:pt x="10477" y="36195"/>
                  </a:lnTo>
                  <a:lnTo>
                    <a:pt x="7620" y="41910"/>
                  </a:lnTo>
                  <a:lnTo>
                    <a:pt x="4762" y="47625"/>
                  </a:lnTo>
                  <a:lnTo>
                    <a:pt x="2857" y="53340"/>
                  </a:lnTo>
                  <a:lnTo>
                    <a:pt x="952" y="60008"/>
                  </a:lnTo>
                  <a:lnTo>
                    <a:pt x="952" y="65722"/>
                  </a:lnTo>
                  <a:lnTo>
                    <a:pt x="0" y="72390"/>
                  </a:lnTo>
                  <a:lnTo>
                    <a:pt x="952" y="79058"/>
                  </a:lnTo>
                  <a:lnTo>
                    <a:pt x="952" y="84772"/>
                  </a:lnTo>
                  <a:lnTo>
                    <a:pt x="2857" y="91440"/>
                  </a:lnTo>
                  <a:lnTo>
                    <a:pt x="4762" y="97155"/>
                  </a:lnTo>
                  <a:lnTo>
                    <a:pt x="7620" y="102870"/>
                  </a:lnTo>
                  <a:lnTo>
                    <a:pt x="10477" y="108585"/>
                  </a:lnTo>
                  <a:lnTo>
                    <a:pt x="13335" y="114300"/>
                  </a:lnTo>
                  <a:lnTo>
                    <a:pt x="17145" y="119062"/>
                  </a:lnTo>
                  <a:lnTo>
                    <a:pt x="21907" y="123825"/>
                  </a:lnTo>
                  <a:lnTo>
                    <a:pt x="26670" y="128588"/>
                  </a:lnTo>
                  <a:lnTo>
                    <a:pt x="31432" y="132397"/>
                  </a:lnTo>
                  <a:lnTo>
                    <a:pt x="37148" y="135255"/>
                  </a:lnTo>
                  <a:lnTo>
                    <a:pt x="42862" y="138112"/>
                  </a:lnTo>
                  <a:lnTo>
                    <a:pt x="48577" y="140970"/>
                  </a:lnTo>
                  <a:lnTo>
                    <a:pt x="54292" y="142875"/>
                  </a:lnTo>
                  <a:lnTo>
                    <a:pt x="60960" y="143828"/>
                  </a:lnTo>
                  <a:lnTo>
                    <a:pt x="66675" y="144780"/>
                  </a:lnTo>
                  <a:lnTo>
                    <a:pt x="73342" y="144780"/>
                  </a:lnTo>
                  <a:lnTo>
                    <a:pt x="80010" y="144780"/>
                  </a:lnTo>
                  <a:lnTo>
                    <a:pt x="85725" y="143828"/>
                  </a:lnTo>
                  <a:lnTo>
                    <a:pt x="92392" y="142875"/>
                  </a:lnTo>
                  <a:lnTo>
                    <a:pt x="98107" y="140970"/>
                  </a:lnTo>
                  <a:lnTo>
                    <a:pt x="103823" y="138112"/>
                  </a:lnTo>
                  <a:lnTo>
                    <a:pt x="109538" y="135255"/>
                  </a:lnTo>
                  <a:lnTo>
                    <a:pt x="115252" y="132397"/>
                  </a:lnTo>
                  <a:lnTo>
                    <a:pt x="120015" y="128588"/>
                  </a:lnTo>
                  <a:lnTo>
                    <a:pt x="124777" y="123825"/>
                  </a:lnTo>
                  <a:lnTo>
                    <a:pt x="128588" y="119062"/>
                  </a:lnTo>
                  <a:lnTo>
                    <a:pt x="132398" y="114300"/>
                  </a:lnTo>
                  <a:lnTo>
                    <a:pt x="136207" y="108585"/>
                  </a:lnTo>
                  <a:lnTo>
                    <a:pt x="139065" y="102870"/>
                  </a:lnTo>
                  <a:lnTo>
                    <a:pt x="141923" y="97155"/>
                  </a:lnTo>
                  <a:lnTo>
                    <a:pt x="143827" y="91440"/>
                  </a:lnTo>
                  <a:lnTo>
                    <a:pt x="145732" y="84772"/>
                  </a:lnTo>
                  <a:lnTo>
                    <a:pt x="145732" y="79058"/>
                  </a:lnTo>
                  <a:lnTo>
                    <a:pt x="146685" y="72390"/>
                  </a:lnTo>
                  <a:lnTo>
                    <a:pt x="145732" y="65722"/>
                  </a:lnTo>
                  <a:lnTo>
                    <a:pt x="145732" y="69533"/>
                  </a:lnTo>
                </a:path>
              </a:pathLst>
            </a:custGeom>
            <a:noFill/>
            <a:ln w="32385">
              <a:solidFill>
                <a:srgbClr val="EFDA9E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2024062" y="2900362"/>
              <a:ext cx="99060" cy="97155"/>
            </a:xfrm>
            <a:custGeom>
              <a:avLst/>
              <a:gdLst/>
              <a:ahLst/>
              <a:cxnLst/>
              <a:rect l="l" t="t" r="r" b="b"/>
              <a:pathLst>
                <a:path w="99060" h="97155">
                  <a:moveTo>
                    <a:pt x="97155" y="39053"/>
                  </a:moveTo>
                  <a:lnTo>
                    <a:pt x="97155" y="43815"/>
                  </a:lnTo>
                  <a:lnTo>
                    <a:pt x="96202" y="40005"/>
                  </a:lnTo>
                  <a:lnTo>
                    <a:pt x="95250" y="36195"/>
                  </a:lnTo>
                  <a:lnTo>
                    <a:pt x="94298" y="32385"/>
                  </a:lnTo>
                  <a:lnTo>
                    <a:pt x="92392" y="27622"/>
                  </a:lnTo>
                  <a:lnTo>
                    <a:pt x="90488" y="23812"/>
                  </a:lnTo>
                  <a:lnTo>
                    <a:pt x="88583" y="20955"/>
                  </a:lnTo>
                  <a:lnTo>
                    <a:pt x="85725" y="17145"/>
                  </a:lnTo>
                  <a:lnTo>
                    <a:pt x="82867" y="14288"/>
                  </a:lnTo>
                  <a:lnTo>
                    <a:pt x="80010" y="11430"/>
                  </a:lnTo>
                  <a:lnTo>
                    <a:pt x="76200" y="8572"/>
                  </a:lnTo>
                  <a:lnTo>
                    <a:pt x="73342" y="6667"/>
                  </a:lnTo>
                  <a:lnTo>
                    <a:pt x="69533" y="4762"/>
                  </a:lnTo>
                  <a:lnTo>
                    <a:pt x="65723" y="2858"/>
                  </a:lnTo>
                  <a:lnTo>
                    <a:pt x="60960" y="1905"/>
                  </a:lnTo>
                  <a:lnTo>
                    <a:pt x="57150" y="953"/>
                  </a:lnTo>
                  <a:lnTo>
                    <a:pt x="53340" y="0"/>
                  </a:lnTo>
                  <a:lnTo>
                    <a:pt x="48577" y="0"/>
                  </a:lnTo>
                  <a:lnTo>
                    <a:pt x="43815" y="0"/>
                  </a:lnTo>
                  <a:lnTo>
                    <a:pt x="40005" y="953"/>
                  </a:lnTo>
                  <a:lnTo>
                    <a:pt x="36195" y="1905"/>
                  </a:lnTo>
                  <a:lnTo>
                    <a:pt x="31433" y="2858"/>
                  </a:lnTo>
                  <a:lnTo>
                    <a:pt x="27623" y="4762"/>
                  </a:lnTo>
                  <a:lnTo>
                    <a:pt x="23812" y="6667"/>
                  </a:lnTo>
                  <a:lnTo>
                    <a:pt x="20955" y="8572"/>
                  </a:lnTo>
                  <a:lnTo>
                    <a:pt x="17145" y="11430"/>
                  </a:lnTo>
                  <a:lnTo>
                    <a:pt x="14288" y="14288"/>
                  </a:lnTo>
                  <a:lnTo>
                    <a:pt x="11430" y="17145"/>
                  </a:lnTo>
                  <a:lnTo>
                    <a:pt x="8573" y="20955"/>
                  </a:lnTo>
                  <a:lnTo>
                    <a:pt x="6667" y="23812"/>
                  </a:lnTo>
                  <a:lnTo>
                    <a:pt x="4762" y="27622"/>
                  </a:lnTo>
                  <a:lnTo>
                    <a:pt x="2858" y="32385"/>
                  </a:lnTo>
                  <a:lnTo>
                    <a:pt x="1905" y="36195"/>
                  </a:lnTo>
                  <a:lnTo>
                    <a:pt x="952" y="40005"/>
                  </a:lnTo>
                  <a:lnTo>
                    <a:pt x="0" y="43815"/>
                  </a:lnTo>
                  <a:lnTo>
                    <a:pt x="0" y="48578"/>
                  </a:lnTo>
                  <a:lnTo>
                    <a:pt x="0" y="52388"/>
                  </a:lnTo>
                  <a:lnTo>
                    <a:pt x="952" y="57150"/>
                  </a:lnTo>
                  <a:lnTo>
                    <a:pt x="1905" y="60960"/>
                  </a:lnTo>
                  <a:lnTo>
                    <a:pt x="2858" y="65722"/>
                  </a:lnTo>
                  <a:lnTo>
                    <a:pt x="4762" y="69533"/>
                  </a:lnTo>
                  <a:lnTo>
                    <a:pt x="6667" y="72390"/>
                  </a:lnTo>
                  <a:lnTo>
                    <a:pt x="8573" y="76200"/>
                  </a:lnTo>
                  <a:lnTo>
                    <a:pt x="11430" y="80010"/>
                  </a:lnTo>
                  <a:lnTo>
                    <a:pt x="14288" y="82867"/>
                  </a:lnTo>
                  <a:lnTo>
                    <a:pt x="17145" y="85725"/>
                  </a:lnTo>
                  <a:lnTo>
                    <a:pt x="20955" y="88583"/>
                  </a:lnTo>
                  <a:lnTo>
                    <a:pt x="23812" y="90488"/>
                  </a:lnTo>
                  <a:lnTo>
                    <a:pt x="27623" y="92392"/>
                  </a:lnTo>
                  <a:lnTo>
                    <a:pt x="31433" y="94297"/>
                  </a:lnTo>
                  <a:lnTo>
                    <a:pt x="36195" y="95250"/>
                  </a:lnTo>
                  <a:lnTo>
                    <a:pt x="40005" y="96203"/>
                  </a:lnTo>
                  <a:lnTo>
                    <a:pt x="43815" y="97155"/>
                  </a:lnTo>
                  <a:lnTo>
                    <a:pt x="48577" y="97155"/>
                  </a:lnTo>
                  <a:lnTo>
                    <a:pt x="53340" y="97155"/>
                  </a:lnTo>
                  <a:lnTo>
                    <a:pt x="57150" y="96203"/>
                  </a:lnTo>
                  <a:lnTo>
                    <a:pt x="60960" y="95250"/>
                  </a:lnTo>
                  <a:lnTo>
                    <a:pt x="65723" y="94297"/>
                  </a:lnTo>
                  <a:lnTo>
                    <a:pt x="69533" y="92392"/>
                  </a:lnTo>
                  <a:lnTo>
                    <a:pt x="73342" y="90488"/>
                  </a:lnTo>
                  <a:lnTo>
                    <a:pt x="76200" y="88583"/>
                  </a:lnTo>
                  <a:lnTo>
                    <a:pt x="80010" y="85725"/>
                  </a:lnTo>
                  <a:lnTo>
                    <a:pt x="82867" y="82867"/>
                  </a:lnTo>
                  <a:lnTo>
                    <a:pt x="85725" y="80010"/>
                  </a:lnTo>
                  <a:lnTo>
                    <a:pt x="88583" y="76200"/>
                  </a:lnTo>
                  <a:lnTo>
                    <a:pt x="90488" y="72390"/>
                  </a:lnTo>
                  <a:lnTo>
                    <a:pt x="92392" y="69533"/>
                  </a:lnTo>
                  <a:lnTo>
                    <a:pt x="94298" y="65722"/>
                  </a:lnTo>
                  <a:lnTo>
                    <a:pt x="95250" y="60960"/>
                  </a:lnTo>
                  <a:lnTo>
                    <a:pt x="96202" y="57150"/>
                  </a:lnTo>
                  <a:lnTo>
                    <a:pt x="97155" y="52388"/>
                  </a:lnTo>
                  <a:lnTo>
                    <a:pt x="97155" y="48578"/>
                  </a:lnTo>
                  <a:lnTo>
                    <a:pt x="97155" y="43815"/>
                  </a:lnTo>
                  <a:lnTo>
                    <a:pt x="99060" y="49530"/>
                  </a:lnTo>
                </a:path>
              </a:pathLst>
            </a:custGeom>
            <a:noFill/>
            <a:ln w="32385">
              <a:solidFill>
                <a:srgbClr val="F8E2A3"/>
              </a:solidFill>
            </a:ln>
          </p:spPr>
        </p:sp>
        <p:sp>
          <p:nvSpPr>
            <p:cNvPr id="56" name="Freeform 56"/>
            <p:cNvSpPr/>
            <p:nvPr/>
          </p:nvSpPr>
          <p:spPr>
            <a:xfrm>
              <a:off x="2047875" y="2924175"/>
              <a:ext cx="51435" cy="48578"/>
            </a:xfrm>
            <a:custGeom>
              <a:avLst/>
              <a:gdLst/>
              <a:ahLst/>
              <a:cxnLst/>
              <a:rect l="l" t="t" r="r" b="b"/>
              <a:pathLst>
                <a:path w="51435" h="48578">
                  <a:moveTo>
                    <a:pt x="49530" y="15240"/>
                  </a:moveTo>
                  <a:lnTo>
                    <a:pt x="49530" y="22860"/>
                  </a:lnTo>
                  <a:lnTo>
                    <a:pt x="48577" y="20955"/>
                  </a:lnTo>
                  <a:lnTo>
                    <a:pt x="47625" y="18097"/>
                  </a:lnTo>
                  <a:lnTo>
                    <a:pt x="47625" y="16192"/>
                  </a:lnTo>
                  <a:lnTo>
                    <a:pt x="46673" y="14288"/>
                  </a:lnTo>
                  <a:lnTo>
                    <a:pt x="45720" y="12383"/>
                  </a:lnTo>
                  <a:lnTo>
                    <a:pt x="44767" y="10478"/>
                  </a:lnTo>
                  <a:lnTo>
                    <a:pt x="42862" y="9525"/>
                  </a:lnTo>
                  <a:lnTo>
                    <a:pt x="41910" y="7620"/>
                  </a:lnTo>
                  <a:lnTo>
                    <a:pt x="40005" y="6667"/>
                  </a:lnTo>
                  <a:lnTo>
                    <a:pt x="39052" y="4762"/>
                  </a:lnTo>
                  <a:lnTo>
                    <a:pt x="37148" y="3810"/>
                  </a:lnTo>
                  <a:lnTo>
                    <a:pt x="35242" y="2858"/>
                  </a:lnTo>
                  <a:lnTo>
                    <a:pt x="32385" y="1905"/>
                  </a:lnTo>
                  <a:lnTo>
                    <a:pt x="31433" y="1905"/>
                  </a:lnTo>
                  <a:lnTo>
                    <a:pt x="29527" y="953"/>
                  </a:lnTo>
                  <a:lnTo>
                    <a:pt x="26670" y="953"/>
                  </a:lnTo>
                  <a:lnTo>
                    <a:pt x="24765" y="0"/>
                  </a:lnTo>
                  <a:lnTo>
                    <a:pt x="22860" y="953"/>
                  </a:lnTo>
                  <a:lnTo>
                    <a:pt x="20002" y="953"/>
                  </a:lnTo>
                  <a:lnTo>
                    <a:pt x="18098" y="1905"/>
                  </a:lnTo>
                  <a:lnTo>
                    <a:pt x="16192" y="1905"/>
                  </a:lnTo>
                  <a:lnTo>
                    <a:pt x="14288" y="2858"/>
                  </a:lnTo>
                  <a:lnTo>
                    <a:pt x="12383" y="3810"/>
                  </a:lnTo>
                  <a:lnTo>
                    <a:pt x="10477" y="4762"/>
                  </a:lnTo>
                  <a:lnTo>
                    <a:pt x="8573" y="6667"/>
                  </a:lnTo>
                  <a:lnTo>
                    <a:pt x="7620" y="7620"/>
                  </a:lnTo>
                  <a:lnTo>
                    <a:pt x="6667" y="9525"/>
                  </a:lnTo>
                  <a:lnTo>
                    <a:pt x="4762" y="10478"/>
                  </a:lnTo>
                  <a:lnTo>
                    <a:pt x="3810" y="12383"/>
                  </a:lnTo>
                  <a:lnTo>
                    <a:pt x="2858" y="14288"/>
                  </a:lnTo>
                  <a:lnTo>
                    <a:pt x="1905" y="16192"/>
                  </a:lnTo>
                  <a:lnTo>
                    <a:pt x="1905" y="18097"/>
                  </a:lnTo>
                  <a:lnTo>
                    <a:pt x="952" y="20955"/>
                  </a:lnTo>
                  <a:lnTo>
                    <a:pt x="0" y="22860"/>
                  </a:lnTo>
                  <a:lnTo>
                    <a:pt x="0" y="24765"/>
                  </a:lnTo>
                  <a:lnTo>
                    <a:pt x="0" y="26670"/>
                  </a:lnTo>
                  <a:lnTo>
                    <a:pt x="952" y="28575"/>
                  </a:lnTo>
                  <a:lnTo>
                    <a:pt x="1905" y="31433"/>
                  </a:lnTo>
                  <a:lnTo>
                    <a:pt x="1905" y="33338"/>
                  </a:lnTo>
                  <a:lnTo>
                    <a:pt x="2858" y="35242"/>
                  </a:lnTo>
                  <a:lnTo>
                    <a:pt x="3810" y="37147"/>
                  </a:lnTo>
                  <a:lnTo>
                    <a:pt x="4762" y="38100"/>
                  </a:lnTo>
                  <a:lnTo>
                    <a:pt x="6667" y="40005"/>
                  </a:lnTo>
                  <a:lnTo>
                    <a:pt x="7620" y="41910"/>
                  </a:lnTo>
                  <a:lnTo>
                    <a:pt x="8573" y="43815"/>
                  </a:lnTo>
                  <a:lnTo>
                    <a:pt x="10477" y="44767"/>
                  </a:lnTo>
                  <a:lnTo>
                    <a:pt x="12383" y="45720"/>
                  </a:lnTo>
                  <a:lnTo>
                    <a:pt x="14288" y="46672"/>
                  </a:lnTo>
                  <a:lnTo>
                    <a:pt x="16192" y="47625"/>
                  </a:lnTo>
                  <a:lnTo>
                    <a:pt x="18098" y="48578"/>
                  </a:lnTo>
                  <a:lnTo>
                    <a:pt x="20002" y="48578"/>
                  </a:lnTo>
                  <a:lnTo>
                    <a:pt x="22860" y="48578"/>
                  </a:lnTo>
                  <a:lnTo>
                    <a:pt x="24765" y="48578"/>
                  </a:lnTo>
                  <a:lnTo>
                    <a:pt x="26670" y="48578"/>
                  </a:lnTo>
                  <a:lnTo>
                    <a:pt x="29527" y="48578"/>
                  </a:lnTo>
                  <a:lnTo>
                    <a:pt x="31433" y="48578"/>
                  </a:lnTo>
                  <a:lnTo>
                    <a:pt x="32385" y="47625"/>
                  </a:lnTo>
                  <a:lnTo>
                    <a:pt x="35242" y="46672"/>
                  </a:lnTo>
                  <a:lnTo>
                    <a:pt x="37148" y="45720"/>
                  </a:lnTo>
                  <a:lnTo>
                    <a:pt x="39052" y="44767"/>
                  </a:lnTo>
                  <a:lnTo>
                    <a:pt x="40005" y="43815"/>
                  </a:lnTo>
                  <a:lnTo>
                    <a:pt x="41910" y="41910"/>
                  </a:lnTo>
                  <a:lnTo>
                    <a:pt x="42862" y="40005"/>
                  </a:lnTo>
                  <a:lnTo>
                    <a:pt x="44767" y="38100"/>
                  </a:lnTo>
                  <a:lnTo>
                    <a:pt x="45720" y="37147"/>
                  </a:lnTo>
                  <a:lnTo>
                    <a:pt x="46673" y="35242"/>
                  </a:lnTo>
                  <a:lnTo>
                    <a:pt x="47625" y="33338"/>
                  </a:lnTo>
                  <a:lnTo>
                    <a:pt x="47625" y="31433"/>
                  </a:lnTo>
                  <a:lnTo>
                    <a:pt x="48577" y="28575"/>
                  </a:lnTo>
                  <a:lnTo>
                    <a:pt x="49530" y="26670"/>
                  </a:lnTo>
                  <a:lnTo>
                    <a:pt x="49530" y="24765"/>
                  </a:lnTo>
                  <a:lnTo>
                    <a:pt x="49530" y="22860"/>
                  </a:lnTo>
                  <a:lnTo>
                    <a:pt x="51435" y="29528"/>
                  </a:lnTo>
                </a:path>
              </a:pathLst>
            </a:custGeom>
            <a:noFill/>
            <a:ln w="32385">
              <a:solidFill>
                <a:srgbClr val="FDE7A7"/>
              </a:solidFill>
            </a:ln>
          </p:spPr>
        </p:sp>
        <p:sp>
          <p:nvSpPr>
            <p:cNvPr id="57" name="Freeform 57"/>
            <p:cNvSpPr/>
            <p:nvPr/>
          </p:nvSpPr>
          <p:spPr>
            <a:xfrm>
              <a:off x="2052638" y="2928938"/>
              <a:ext cx="40958" cy="40005"/>
            </a:xfrm>
            <a:custGeom>
              <a:avLst/>
              <a:gdLst/>
              <a:ahLst/>
              <a:cxnLst/>
              <a:rect l="l" t="t" r="r" b="b"/>
              <a:pathLst>
                <a:path w="40958" h="40005">
                  <a:moveTo>
                    <a:pt x="39052" y="10478"/>
                  </a:moveTo>
                  <a:lnTo>
                    <a:pt x="39052" y="15240"/>
                  </a:lnTo>
                  <a:lnTo>
                    <a:pt x="37148" y="9525"/>
                  </a:lnTo>
                  <a:lnTo>
                    <a:pt x="34290" y="5715"/>
                  </a:lnTo>
                  <a:lnTo>
                    <a:pt x="30480" y="2858"/>
                  </a:lnTo>
                  <a:lnTo>
                    <a:pt x="25717" y="0"/>
                  </a:lnTo>
                  <a:lnTo>
                    <a:pt x="20002" y="0"/>
                  </a:lnTo>
                  <a:lnTo>
                    <a:pt x="14288" y="0"/>
                  </a:lnTo>
                  <a:lnTo>
                    <a:pt x="9525" y="2858"/>
                  </a:lnTo>
                  <a:lnTo>
                    <a:pt x="5715" y="5715"/>
                  </a:lnTo>
                  <a:lnTo>
                    <a:pt x="2858" y="9525"/>
                  </a:lnTo>
                  <a:lnTo>
                    <a:pt x="952" y="15240"/>
                  </a:lnTo>
                  <a:lnTo>
                    <a:pt x="0" y="20003"/>
                  </a:lnTo>
                  <a:lnTo>
                    <a:pt x="952" y="25717"/>
                  </a:lnTo>
                  <a:lnTo>
                    <a:pt x="2858" y="30480"/>
                  </a:lnTo>
                  <a:lnTo>
                    <a:pt x="5715" y="34290"/>
                  </a:lnTo>
                  <a:lnTo>
                    <a:pt x="9525" y="37147"/>
                  </a:lnTo>
                  <a:lnTo>
                    <a:pt x="14288" y="40005"/>
                  </a:lnTo>
                  <a:lnTo>
                    <a:pt x="20002" y="40005"/>
                  </a:lnTo>
                  <a:lnTo>
                    <a:pt x="25717" y="40005"/>
                  </a:lnTo>
                  <a:lnTo>
                    <a:pt x="30480" y="37147"/>
                  </a:lnTo>
                  <a:lnTo>
                    <a:pt x="34290" y="34290"/>
                  </a:lnTo>
                  <a:lnTo>
                    <a:pt x="37148" y="30480"/>
                  </a:lnTo>
                  <a:lnTo>
                    <a:pt x="39052" y="25717"/>
                  </a:lnTo>
                  <a:lnTo>
                    <a:pt x="40005" y="20003"/>
                  </a:lnTo>
                  <a:lnTo>
                    <a:pt x="39052" y="15240"/>
                  </a:lnTo>
                  <a:lnTo>
                    <a:pt x="40958" y="18097"/>
                  </a:lnTo>
                </a:path>
              </a:pathLst>
            </a:custGeom>
            <a:noFill/>
            <a:ln w="48578">
              <a:solidFill>
                <a:srgbClr val="FFE9A8"/>
              </a:solidFill>
            </a:ln>
          </p:spPr>
        </p:sp>
        <p:sp>
          <p:nvSpPr>
            <p:cNvPr id="58" name="Freeform 58"/>
            <p:cNvSpPr/>
            <p:nvPr/>
          </p:nvSpPr>
          <p:spPr>
            <a:xfrm>
              <a:off x="3264218" y="3548062"/>
              <a:ext cx="2152650" cy="9525"/>
            </a:xfrm>
            <a:custGeom>
              <a:avLst/>
              <a:gdLst/>
              <a:ahLst/>
              <a:cxnLst/>
              <a:rect l="l" t="t" r="r" b="b"/>
              <a:pathLst>
                <a:path w="2152650" h="9525">
                  <a:moveTo>
                    <a:pt x="0" y="0"/>
                  </a:moveTo>
                  <a:lnTo>
                    <a:pt x="215265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59" name="Freeform 59"/>
            <p:cNvSpPr/>
            <p:nvPr/>
          </p:nvSpPr>
          <p:spPr>
            <a:xfrm>
              <a:off x="5416868" y="350043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60" name="Freeform 60"/>
            <p:cNvSpPr/>
            <p:nvPr/>
          </p:nvSpPr>
          <p:spPr>
            <a:xfrm>
              <a:off x="4363402" y="2179320"/>
              <a:ext cx="9525" cy="1407795"/>
            </a:xfrm>
            <a:custGeom>
              <a:avLst/>
              <a:gdLst/>
              <a:ahLst/>
              <a:cxnLst/>
              <a:rect l="l" t="t" r="r" b="b"/>
              <a:pathLst>
                <a:path w="9525" h="1407795">
                  <a:moveTo>
                    <a:pt x="0" y="140779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61" name="Freeform 61"/>
            <p:cNvSpPr/>
            <p:nvPr/>
          </p:nvSpPr>
          <p:spPr>
            <a:xfrm>
              <a:off x="4315778" y="208407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62" name="Freeform 62"/>
            <p:cNvSpPr/>
            <p:nvPr/>
          </p:nvSpPr>
          <p:spPr>
            <a:xfrm>
              <a:off x="3352800" y="2252662"/>
              <a:ext cx="2022157" cy="1295400"/>
            </a:xfrm>
            <a:custGeom>
              <a:avLst/>
              <a:gdLst/>
              <a:ahLst/>
              <a:cxnLst/>
              <a:rect l="l" t="t" r="r" b="b"/>
              <a:pathLst>
                <a:path w="2022157" h="1295400">
                  <a:moveTo>
                    <a:pt x="953" y="1295400"/>
                  </a:moveTo>
                  <a:lnTo>
                    <a:pt x="0" y="1295400"/>
                  </a:lnTo>
                  <a:lnTo>
                    <a:pt x="10478" y="1295400"/>
                  </a:lnTo>
                  <a:lnTo>
                    <a:pt x="20003" y="1295400"/>
                  </a:lnTo>
                  <a:lnTo>
                    <a:pt x="29528" y="1295400"/>
                  </a:lnTo>
                  <a:lnTo>
                    <a:pt x="39053" y="1294447"/>
                  </a:lnTo>
                  <a:lnTo>
                    <a:pt x="49530" y="1294447"/>
                  </a:lnTo>
                  <a:lnTo>
                    <a:pt x="59055" y="1294447"/>
                  </a:lnTo>
                  <a:lnTo>
                    <a:pt x="68580" y="1293495"/>
                  </a:lnTo>
                  <a:lnTo>
                    <a:pt x="78105" y="1293495"/>
                  </a:lnTo>
                  <a:lnTo>
                    <a:pt x="87630" y="1293495"/>
                  </a:lnTo>
                  <a:lnTo>
                    <a:pt x="98108" y="1293495"/>
                  </a:lnTo>
                  <a:lnTo>
                    <a:pt x="107633" y="1293495"/>
                  </a:lnTo>
                  <a:lnTo>
                    <a:pt x="117158" y="1293495"/>
                  </a:lnTo>
                  <a:lnTo>
                    <a:pt x="126683" y="1293495"/>
                  </a:lnTo>
                  <a:lnTo>
                    <a:pt x="137160" y="1293495"/>
                  </a:lnTo>
                  <a:lnTo>
                    <a:pt x="146685" y="1293495"/>
                  </a:lnTo>
                  <a:lnTo>
                    <a:pt x="156210" y="1293495"/>
                  </a:lnTo>
                  <a:lnTo>
                    <a:pt x="165735" y="1294447"/>
                  </a:lnTo>
                  <a:lnTo>
                    <a:pt x="175260" y="1294447"/>
                  </a:lnTo>
                  <a:lnTo>
                    <a:pt x="185738" y="1294447"/>
                  </a:lnTo>
                  <a:lnTo>
                    <a:pt x="195262" y="1295400"/>
                  </a:lnTo>
                  <a:lnTo>
                    <a:pt x="204788" y="1295400"/>
                  </a:lnTo>
                  <a:lnTo>
                    <a:pt x="214312" y="1295400"/>
                  </a:lnTo>
                  <a:lnTo>
                    <a:pt x="224790" y="1295400"/>
                  </a:lnTo>
                  <a:lnTo>
                    <a:pt x="233362" y="1295400"/>
                  </a:lnTo>
                  <a:lnTo>
                    <a:pt x="242888" y="1295400"/>
                  </a:lnTo>
                  <a:lnTo>
                    <a:pt x="253365" y="1295400"/>
                  </a:lnTo>
                  <a:lnTo>
                    <a:pt x="262890" y="1294447"/>
                  </a:lnTo>
                  <a:lnTo>
                    <a:pt x="272415" y="1294447"/>
                  </a:lnTo>
                  <a:lnTo>
                    <a:pt x="281940" y="1293495"/>
                  </a:lnTo>
                  <a:lnTo>
                    <a:pt x="292417" y="1293495"/>
                  </a:lnTo>
                  <a:lnTo>
                    <a:pt x="301942" y="1292542"/>
                  </a:lnTo>
                  <a:lnTo>
                    <a:pt x="311467" y="1291590"/>
                  </a:lnTo>
                  <a:lnTo>
                    <a:pt x="320992" y="1291590"/>
                  </a:lnTo>
                  <a:lnTo>
                    <a:pt x="330517" y="1290638"/>
                  </a:lnTo>
                  <a:lnTo>
                    <a:pt x="340995" y="1290638"/>
                  </a:lnTo>
                  <a:lnTo>
                    <a:pt x="350520" y="1289685"/>
                  </a:lnTo>
                  <a:lnTo>
                    <a:pt x="360045" y="1289685"/>
                  </a:lnTo>
                  <a:lnTo>
                    <a:pt x="369570" y="1289685"/>
                  </a:lnTo>
                  <a:lnTo>
                    <a:pt x="380047" y="1290638"/>
                  </a:lnTo>
                  <a:lnTo>
                    <a:pt x="389572" y="1290638"/>
                  </a:lnTo>
                  <a:lnTo>
                    <a:pt x="399097" y="1291590"/>
                  </a:lnTo>
                  <a:lnTo>
                    <a:pt x="408622" y="1291590"/>
                  </a:lnTo>
                  <a:lnTo>
                    <a:pt x="418147" y="1292542"/>
                  </a:lnTo>
                  <a:lnTo>
                    <a:pt x="428625" y="1293495"/>
                  </a:lnTo>
                  <a:lnTo>
                    <a:pt x="438150" y="1294447"/>
                  </a:lnTo>
                  <a:lnTo>
                    <a:pt x="447675" y="1294447"/>
                  </a:lnTo>
                  <a:lnTo>
                    <a:pt x="457200" y="1295400"/>
                  </a:lnTo>
                  <a:lnTo>
                    <a:pt x="466725" y="1295400"/>
                  </a:lnTo>
                  <a:lnTo>
                    <a:pt x="476250" y="1295400"/>
                  </a:lnTo>
                  <a:lnTo>
                    <a:pt x="485775" y="1295400"/>
                  </a:lnTo>
                  <a:lnTo>
                    <a:pt x="496253" y="1294447"/>
                  </a:lnTo>
                  <a:lnTo>
                    <a:pt x="505778" y="1292542"/>
                  </a:lnTo>
                  <a:lnTo>
                    <a:pt x="515303" y="1291590"/>
                  </a:lnTo>
                  <a:lnTo>
                    <a:pt x="524828" y="1289685"/>
                  </a:lnTo>
                  <a:lnTo>
                    <a:pt x="535305" y="1287780"/>
                  </a:lnTo>
                  <a:lnTo>
                    <a:pt x="544830" y="1284922"/>
                  </a:lnTo>
                  <a:lnTo>
                    <a:pt x="554355" y="1283018"/>
                  </a:lnTo>
                  <a:lnTo>
                    <a:pt x="563880" y="1280160"/>
                  </a:lnTo>
                  <a:lnTo>
                    <a:pt x="573405" y="1278255"/>
                  </a:lnTo>
                  <a:lnTo>
                    <a:pt x="583883" y="1276350"/>
                  </a:lnTo>
                  <a:lnTo>
                    <a:pt x="593408" y="1274445"/>
                  </a:lnTo>
                  <a:lnTo>
                    <a:pt x="602933" y="1273492"/>
                  </a:lnTo>
                  <a:lnTo>
                    <a:pt x="612458" y="1272540"/>
                  </a:lnTo>
                  <a:lnTo>
                    <a:pt x="622935" y="1273492"/>
                  </a:lnTo>
                  <a:lnTo>
                    <a:pt x="632460" y="1274445"/>
                  </a:lnTo>
                  <a:lnTo>
                    <a:pt x="641985" y="1275397"/>
                  </a:lnTo>
                  <a:lnTo>
                    <a:pt x="651510" y="1278255"/>
                  </a:lnTo>
                  <a:lnTo>
                    <a:pt x="661988" y="1281112"/>
                  </a:lnTo>
                  <a:lnTo>
                    <a:pt x="671512" y="1284922"/>
                  </a:lnTo>
                  <a:lnTo>
                    <a:pt x="681038" y="1287780"/>
                  </a:lnTo>
                  <a:lnTo>
                    <a:pt x="690562" y="1290638"/>
                  </a:lnTo>
                  <a:lnTo>
                    <a:pt x="700088" y="1293495"/>
                  </a:lnTo>
                  <a:lnTo>
                    <a:pt x="709612" y="1295400"/>
                  </a:lnTo>
                  <a:lnTo>
                    <a:pt x="719138" y="1295400"/>
                  </a:lnTo>
                  <a:lnTo>
                    <a:pt x="729615" y="1293495"/>
                  </a:lnTo>
                  <a:lnTo>
                    <a:pt x="739140" y="1287780"/>
                  </a:lnTo>
                  <a:lnTo>
                    <a:pt x="748665" y="1280160"/>
                  </a:lnTo>
                  <a:lnTo>
                    <a:pt x="758190" y="1268730"/>
                  </a:lnTo>
                  <a:lnTo>
                    <a:pt x="767715" y="1252538"/>
                  </a:lnTo>
                  <a:lnTo>
                    <a:pt x="778192" y="1232535"/>
                  </a:lnTo>
                  <a:lnTo>
                    <a:pt x="787717" y="1206818"/>
                  </a:lnTo>
                  <a:lnTo>
                    <a:pt x="797242" y="1175385"/>
                  </a:lnTo>
                  <a:lnTo>
                    <a:pt x="806767" y="1138238"/>
                  </a:lnTo>
                  <a:lnTo>
                    <a:pt x="817245" y="1095375"/>
                  </a:lnTo>
                  <a:lnTo>
                    <a:pt x="826770" y="1046797"/>
                  </a:lnTo>
                  <a:lnTo>
                    <a:pt x="836295" y="993458"/>
                  </a:lnTo>
                  <a:lnTo>
                    <a:pt x="845820" y="934403"/>
                  </a:lnTo>
                  <a:lnTo>
                    <a:pt x="855345" y="870585"/>
                  </a:lnTo>
                  <a:lnTo>
                    <a:pt x="865822" y="802005"/>
                  </a:lnTo>
                  <a:lnTo>
                    <a:pt x="875347" y="731520"/>
                  </a:lnTo>
                  <a:lnTo>
                    <a:pt x="884872" y="658178"/>
                  </a:lnTo>
                  <a:lnTo>
                    <a:pt x="894397" y="582930"/>
                  </a:lnTo>
                  <a:lnTo>
                    <a:pt x="904875" y="508635"/>
                  </a:lnTo>
                  <a:lnTo>
                    <a:pt x="914400" y="434340"/>
                  </a:lnTo>
                  <a:lnTo>
                    <a:pt x="922972" y="362903"/>
                  </a:lnTo>
                  <a:lnTo>
                    <a:pt x="933450" y="295275"/>
                  </a:lnTo>
                  <a:lnTo>
                    <a:pt x="942975" y="231458"/>
                  </a:lnTo>
                  <a:lnTo>
                    <a:pt x="952500" y="173355"/>
                  </a:lnTo>
                  <a:lnTo>
                    <a:pt x="962025" y="122873"/>
                  </a:lnTo>
                  <a:lnTo>
                    <a:pt x="972503" y="80010"/>
                  </a:lnTo>
                  <a:lnTo>
                    <a:pt x="982028" y="45720"/>
                  </a:lnTo>
                  <a:lnTo>
                    <a:pt x="991553" y="20002"/>
                  </a:lnTo>
                  <a:lnTo>
                    <a:pt x="1001078" y="4762"/>
                  </a:lnTo>
                  <a:lnTo>
                    <a:pt x="1010603" y="0"/>
                  </a:lnTo>
                  <a:lnTo>
                    <a:pt x="1021080" y="4762"/>
                  </a:lnTo>
                  <a:lnTo>
                    <a:pt x="1030605" y="20002"/>
                  </a:lnTo>
                  <a:lnTo>
                    <a:pt x="1040130" y="45720"/>
                  </a:lnTo>
                  <a:lnTo>
                    <a:pt x="1049655" y="80010"/>
                  </a:lnTo>
                  <a:lnTo>
                    <a:pt x="1060132" y="122873"/>
                  </a:lnTo>
                  <a:lnTo>
                    <a:pt x="1069658" y="173355"/>
                  </a:lnTo>
                  <a:lnTo>
                    <a:pt x="1079182" y="231458"/>
                  </a:lnTo>
                  <a:lnTo>
                    <a:pt x="1088708" y="295275"/>
                  </a:lnTo>
                  <a:lnTo>
                    <a:pt x="1098232" y="362903"/>
                  </a:lnTo>
                  <a:lnTo>
                    <a:pt x="1108710" y="434340"/>
                  </a:lnTo>
                  <a:lnTo>
                    <a:pt x="1118235" y="508635"/>
                  </a:lnTo>
                  <a:lnTo>
                    <a:pt x="1127760" y="582930"/>
                  </a:lnTo>
                  <a:lnTo>
                    <a:pt x="1137285" y="658178"/>
                  </a:lnTo>
                  <a:lnTo>
                    <a:pt x="1147762" y="731520"/>
                  </a:lnTo>
                  <a:lnTo>
                    <a:pt x="1156335" y="802005"/>
                  </a:lnTo>
                  <a:lnTo>
                    <a:pt x="1165860" y="870585"/>
                  </a:lnTo>
                  <a:lnTo>
                    <a:pt x="1176338" y="934403"/>
                  </a:lnTo>
                  <a:lnTo>
                    <a:pt x="1185862" y="993458"/>
                  </a:lnTo>
                  <a:lnTo>
                    <a:pt x="1195388" y="1046797"/>
                  </a:lnTo>
                  <a:lnTo>
                    <a:pt x="1204912" y="1095375"/>
                  </a:lnTo>
                  <a:lnTo>
                    <a:pt x="1215390" y="1138238"/>
                  </a:lnTo>
                  <a:lnTo>
                    <a:pt x="1224915" y="1175385"/>
                  </a:lnTo>
                  <a:lnTo>
                    <a:pt x="1234440" y="1206818"/>
                  </a:lnTo>
                  <a:lnTo>
                    <a:pt x="1243965" y="1232535"/>
                  </a:lnTo>
                  <a:lnTo>
                    <a:pt x="1253490" y="1252538"/>
                  </a:lnTo>
                  <a:lnTo>
                    <a:pt x="1263968" y="1268730"/>
                  </a:lnTo>
                  <a:lnTo>
                    <a:pt x="1273492" y="1280160"/>
                  </a:lnTo>
                  <a:lnTo>
                    <a:pt x="1283018" y="1287780"/>
                  </a:lnTo>
                  <a:lnTo>
                    <a:pt x="1292542" y="1293495"/>
                  </a:lnTo>
                  <a:lnTo>
                    <a:pt x="1303020" y="1295400"/>
                  </a:lnTo>
                  <a:lnTo>
                    <a:pt x="1312545" y="1295400"/>
                  </a:lnTo>
                  <a:lnTo>
                    <a:pt x="1322070" y="1293495"/>
                  </a:lnTo>
                  <a:lnTo>
                    <a:pt x="1331595" y="1290638"/>
                  </a:lnTo>
                  <a:lnTo>
                    <a:pt x="1341120" y="1287780"/>
                  </a:lnTo>
                  <a:lnTo>
                    <a:pt x="1351597" y="1284922"/>
                  </a:lnTo>
                  <a:lnTo>
                    <a:pt x="1361122" y="1281112"/>
                  </a:lnTo>
                  <a:lnTo>
                    <a:pt x="1370647" y="1278255"/>
                  </a:lnTo>
                  <a:lnTo>
                    <a:pt x="1380172" y="1275397"/>
                  </a:lnTo>
                  <a:lnTo>
                    <a:pt x="1389697" y="1274445"/>
                  </a:lnTo>
                  <a:lnTo>
                    <a:pt x="1399222" y="1273492"/>
                  </a:lnTo>
                  <a:lnTo>
                    <a:pt x="1408747" y="1272540"/>
                  </a:lnTo>
                  <a:lnTo>
                    <a:pt x="1419225" y="1273492"/>
                  </a:lnTo>
                  <a:lnTo>
                    <a:pt x="1428750" y="1274445"/>
                  </a:lnTo>
                  <a:lnTo>
                    <a:pt x="1438275" y="1276350"/>
                  </a:lnTo>
                  <a:lnTo>
                    <a:pt x="1447800" y="1278255"/>
                  </a:lnTo>
                  <a:lnTo>
                    <a:pt x="1458278" y="1280160"/>
                  </a:lnTo>
                  <a:lnTo>
                    <a:pt x="1467803" y="1283018"/>
                  </a:lnTo>
                  <a:lnTo>
                    <a:pt x="1477328" y="1284922"/>
                  </a:lnTo>
                  <a:lnTo>
                    <a:pt x="1486853" y="1287780"/>
                  </a:lnTo>
                  <a:lnTo>
                    <a:pt x="1497330" y="1289685"/>
                  </a:lnTo>
                  <a:lnTo>
                    <a:pt x="1506855" y="1291590"/>
                  </a:lnTo>
                  <a:lnTo>
                    <a:pt x="1516380" y="1292542"/>
                  </a:lnTo>
                  <a:lnTo>
                    <a:pt x="1525905" y="1294447"/>
                  </a:lnTo>
                  <a:lnTo>
                    <a:pt x="1535430" y="1295400"/>
                  </a:lnTo>
                  <a:lnTo>
                    <a:pt x="1545907" y="1295400"/>
                  </a:lnTo>
                  <a:lnTo>
                    <a:pt x="1555432" y="1295400"/>
                  </a:lnTo>
                  <a:lnTo>
                    <a:pt x="1564957" y="1295400"/>
                  </a:lnTo>
                  <a:lnTo>
                    <a:pt x="1574482" y="1294447"/>
                  </a:lnTo>
                  <a:lnTo>
                    <a:pt x="1584960" y="1294447"/>
                  </a:lnTo>
                  <a:lnTo>
                    <a:pt x="1594485" y="1293495"/>
                  </a:lnTo>
                  <a:lnTo>
                    <a:pt x="1604010" y="1292542"/>
                  </a:lnTo>
                  <a:lnTo>
                    <a:pt x="1613535" y="1291590"/>
                  </a:lnTo>
                  <a:lnTo>
                    <a:pt x="1623060" y="1291590"/>
                  </a:lnTo>
                  <a:lnTo>
                    <a:pt x="1632585" y="1290638"/>
                  </a:lnTo>
                  <a:lnTo>
                    <a:pt x="1642110" y="1290638"/>
                  </a:lnTo>
                  <a:lnTo>
                    <a:pt x="1652588" y="1289685"/>
                  </a:lnTo>
                  <a:lnTo>
                    <a:pt x="1662112" y="1289685"/>
                  </a:lnTo>
                  <a:lnTo>
                    <a:pt x="1671638" y="1289685"/>
                  </a:lnTo>
                  <a:lnTo>
                    <a:pt x="1681162" y="1290638"/>
                  </a:lnTo>
                  <a:lnTo>
                    <a:pt x="1690688" y="1290638"/>
                  </a:lnTo>
                  <a:lnTo>
                    <a:pt x="1701165" y="1291590"/>
                  </a:lnTo>
                  <a:lnTo>
                    <a:pt x="1710690" y="1291590"/>
                  </a:lnTo>
                  <a:lnTo>
                    <a:pt x="1720215" y="1292542"/>
                  </a:lnTo>
                  <a:lnTo>
                    <a:pt x="1729740" y="1293495"/>
                  </a:lnTo>
                  <a:lnTo>
                    <a:pt x="1740218" y="1293495"/>
                  </a:lnTo>
                  <a:lnTo>
                    <a:pt x="1749743" y="1294447"/>
                  </a:lnTo>
                  <a:lnTo>
                    <a:pt x="1759268" y="1294447"/>
                  </a:lnTo>
                  <a:lnTo>
                    <a:pt x="1768793" y="1295400"/>
                  </a:lnTo>
                  <a:lnTo>
                    <a:pt x="1778318" y="1295400"/>
                  </a:lnTo>
                  <a:lnTo>
                    <a:pt x="1788795" y="1295400"/>
                  </a:lnTo>
                  <a:lnTo>
                    <a:pt x="1798320" y="1295400"/>
                  </a:lnTo>
                  <a:lnTo>
                    <a:pt x="1807845" y="1295400"/>
                  </a:lnTo>
                  <a:lnTo>
                    <a:pt x="1817370" y="1295400"/>
                  </a:lnTo>
                  <a:lnTo>
                    <a:pt x="1827847" y="1295400"/>
                  </a:lnTo>
                  <a:lnTo>
                    <a:pt x="1837372" y="1294447"/>
                  </a:lnTo>
                  <a:lnTo>
                    <a:pt x="1845945" y="1294447"/>
                  </a:lnTo>
                  <a:lnTo>
                    <a:pt x="1856422" y="1294447"/>
                  </a:lnTo>
                  <a:lnTo>
                    <a:pt x="1865947" y="1293495"/>
                  </a:lnTo>
                  <a:lnTo>
                    <a:pt x="1875472" y="1293495"/>
                  </a:lnTo>
                  <a:lnTo>
                    <a:pt x="1884997" y="1293495"/>
                  </a:lnTo>
                  <a:lnTo>
                    <a:pt x="1895475" y="1293495"/>
                  </a:lnTo>
                  <a:lnTo>
                    <a:pt x="1905000" y="1293495"/>
                  </a:lnTo>
                  <a:lnTo>
                    <a:pt x="1914525" y="1293495"/>
                  </a:lnTo>
                  <a:lnTo>
                    <a:pt x="1924050" y="1293495"/>
                  </a:lnTo>
                  <a:lnTo>
                    <a:pt x="1933575" y="1293495"/>
                  </a:lnTo>
                  <a:lnTo>
                    <a:pt x="1944053" y="1293495"/>
                  </a:lnTo>
                  <a:lnTo>
                    <a:pt x="1953578" y="1293495"/>
                  </a:lnTo>
                  <a:lnTo>
                    <a:pt x="1963103" y="1294447"/>
                  </a:lnTo>
                  <a:lnTo>
                    <a:pt x="1972628" y="1294447"/>
                  </a:lnTo>
                  <a:lnTo>
                    <a:pt x="1983105" y="1294447"/>
                  </a:lnTo>
                  <a:lnTo>
                    <a:pt x="1992630" y="1295400"/>
                  </a:lnTo>
                  <a:lnTo>
                    <a:pt x="2002155" y="1295400"/>
                  </a:lnTo>
                  <a:lnTo>
                    <a:pt x="2011680" y="1295400"/>
                  </a:lnTo>
                  <a:lnTo>
                    <a:pt x="2021205" y="1295400"/>
                  </a:lnTo>
                  <a:lnTo>
                    <a:pt x="2022157" y="1295400"/>
                  </a:lnTo>
                </a:path>
              </a:pathLst>
            </a:custGeom>
            <a:noFill/>
            <a:ln w="22860">
              <a:solidFill>
                <a:srgbClr val="2F4B9A"/>
              </a:solidFill>
            </a:ln>
          </p:spPr>
        </p:sp>
        <p:sp>
          <p:nvSpPr>
            <p:cNvPr id="63" name="Freeform 63"/>
            <p:cNvSpPr/>
            <p:nvPr/>
          </p:nvSpPr>
          <p:spPr>
            <a:xfrm>
              <a:off x="4067175" y="3525202"/>
              <a:ext cx="9525" cy="45720"/>
            </a:xfrm>
            <a:custGeom>
              <a:avLst/>
              <a:gdLst/>
              <a:ahLst/>
              <a:cxnLst/>
              <a:rect l="l" t="t" r="r" b="b"/>
              <a:pathLst>
                <a:path w="9525" h="45720">
                  <a:moveTo>
                    <a:pt x="0" y="0"/>
                  </a:moveTo>
                  <a:lnTo>
                    <a:pt x="0" y="45720"/>
                  </a:lnTo>
                </a:path>
              </a:pathLst>
            </a:custGeom>
            <a:noFill/>
            <a:ln w="19050">
              <a:solidFill>
                <a:srgbClr val="B42318"/>
              </a:solidFill>
            </a:ln>
          </p:spPr>
        </p:sp>
        <p:sp>
          <p:nvSpPr>
            <p:cNvPr id="64" name="Freeform 64"/>
            <p:cNvSpPr/>
            <p:nvPr/>
          </p:nvSpPr>
          <p:spPr>
            <a:xfrm>
              <a:off x="4660582" y="3525202"/>
              <a:ext cx="9525" cy="45720"/>
            </a:xfrm>
            <a:custGeom>
              <a:avLst/>
              <a:gdLst/>
              <a:ahLst/>
              <a:cxnLst/>
              <a:rect l="l" t="t" r="r" b="b"/>
              <a:pathLst>
                <a:path w="9525" h="45720">
                  <a:moveTo>
                    <a:pt x="0" y="0"/>
                  </a:moveTo>
                  <a:lnTo>
                    <a:pt x="0" y="45720"/>
                  </a:lnTo>
                </a:path>
              </a:pathLst>
            </a:custGeom>
            <a:noFill/>
            <a:ln w="19050">
              <a:solidFill>
                <a:srgbClr val="B42318"/>
              </a:solidFill>
            </a:ln>
          </p:spPr>
        </p:sp>
        <p:sp>
          <p:nvSpPr>
            <p:cNvPr id="65" name="Freeform 65"/>
            <p:cNvSpPr/>
            <p:nvPr/>
          </p:nvSpPr>
          <p:spPr>
            <a:xfrm>
              <a:off x="4171950" y="2754630"/>
              <a:ext cx="383858" cy="9525"/>
            </a:xfrm>
            <a:custGeom>
              <a:avLst/>
              <a:gdLst/>
              <a:ahLst/>
              <a:cxnLst/>
              <a:rect l="l" t="t" r="r" b="b"/>
              <a:pathLst>
                <a:path w="383858" h="9525">
                  <a:moveTo>
                    <a:pt x="0" y="0"/>
                  </a:moveTo>
                  <a:lnTo>
                    <a:pt x="383858" y="0"/>
                  </a:ln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66" name="Freeform 66"/>
            <p:cNvSpPr/>
            <p:nvPr/>
          </p:nvSpPr>
          <p:spPr>
            <a:xfrm>
              <a:off x="4555808" y="270700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67" name="Freeform 67"/>
            <p:cNvSpPr/>
            <p:nvPr/>
          </p:nvSpPr>
          <p:spPr>
            <a:xfrm>
              <a:off x="4076700" y="270700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1429143" y="1709261"/>
              <a:ext cx="128699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艾里斑集中约 84% 的光能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4440555" y="2010728"/>
              <a:ext cx="4985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4560706" y="3633311"/>
              <a:ext cx="26452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1.22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3871607" y="3633311"/>
              <a:ext cx="32827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−1.22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4606334" y="3827621"/>
              <a:ext cx="88768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sinθ（单位 λ/D）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4720590" y="2694146"/>
              <a:ext cx="34069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艾里斑</a:t>
              </a:r>
            </a:p>
          </p:txBody>
        </p:sp>
      </p:grpSp>
      <p:grpSp>
        <p:nvGrpSpPr>
          <p:cNvPr id="76" name="c1-text-2"/>
          <p:cNvGrpSpPr/>
          <p:nvPr/>
        </p:nvGrpSpPr>
        <p:grpSpPr>
          <a:xfrm>
            <a:off x="528066" y="4377690"/>
            <a:ext cx="5091303" cy="412052"/>
            <a:chOff x="528066" y="4377690"/>
            <a:chExt cx="5091303" cy="412052"/>
          </a:xfrm>
        </p:grpSpPr>
        <p:sp>
          <p:nvSpPr>
            <p:cNvPr id="75" name="TextBox 75"/>
            <p:cNvSpPr txBox="1"/>
            <p:nvPr/>
          </p:nvSpPr>
          <p:spPr>
            <a:xfrm>
              <a:off x="528066" y="4377690"/>
              <a:ext cx="5091303" cy="412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28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按圆孔光强公式 I = I₀[2J₁(v)/v]²、v = πD sinθ/λ 计算；左图为便于看清外圈，亮度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做了压缩。</a:t>
              </a:r>
            </a:p>
          </p:txBody>
        </p:sp>
      </p:grpSp>
      <p:grpSp>
        <p:nvGrpSpPr>
          <p:cNvPr id="83" name="c1-callout-3"/>
          <p:cNvGrpSpPr/>
          <p:nvPr/>
        </p:nvGrpSpPr>
        <p:grpSpPr>
          <a:xfrm>
            <a:off x="533400" y="4912995"/>
            <a:ext cx="5410200" cy="702945"/>
            <a:chOff x="533400" y="4912995"/>
            <a:chExt cx="5410200" cy="702945"/>
          </a:xfrm>
        </p:grpSpPr>
        <p:sp>
          <p:nvSpPr>
            <p:cNvPr id="77" name="Rectangle 77"/>
            <p:cNvSpPr/>
            <p:nvPr/>
          </p:nvSpPr>
          <p:spPr>
            <a:xfrm>
              <a:off x="533400" y="4912995"/>
              <a:ext cx="5410200" cy="702945"/>
            </a:xfrm>
            <a:prstGeom prst="roundRect">
              <a:avLst>
                <a:gd name="adj" fmla="val 1626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81" name="Group 81"/>
            <p:cNvGrpSpPr/>
            <p:nvPr/>
          </p:nvGrpSpPr>
          <p:grpSpPr>
            <a:xfrm>
              <a:off x="738188" y="5164455"/>
              <a:ext cx="200026" cy="200025"/>
              <a:chOff x="738188" y="5164455"/>
              <a:chExt cx="200026" cy="200025"/>
            </a:xfrm>
          </p:grpSpPr>
          <p:sp>
            <p:nvSpPr>
              <p:cNvPr id="78" name="Freeform 78"/>
              <p:cNvSpPr/>
              <p:nvPr/>
            </p:nvSpPr>
            <p:spPr>
              <a:xfrm>
                <a:off x="738188" y="516445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777926" y="520890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812642" y="532003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82" name="TextBox 82"/>
            <p:cNvSpPr txBox="1"/>
            <p:nvPr/>
          </p:nvSpPr>
          <p:spPr>
            <a:xfrm>
              <a:off x="1041273" y="5058251"/>
              <a:ext cx="437769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与单缝 sinφ = λ/a 比，只多了系数 1.22，它来自圆孔形状：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贝塞尔函数 J₁ 的第一个零点 3.832 除以 π。</a:t>
              </a:r>
            </a:p>
          </p:txBody>
        </p:sp>
      </p:grpSp>
      <p:grpSp>
        <p:nvGrpSpPr>
          <p:cNvPr id="89" name="c2-card-1"/>
          <p:cNvGrpSpPr/>
          <p:nvPr/>
        </p:nvGrpSpPr>
        <p:grpSpPr>
          <a:xfrm>
            <a:off x="6248400" y="1524000"/>
            <a:ext cx="5410200" cy="1143952"/>
            <a:chOff x="6248400" y="1524000"/>
            <a:chExt cx="5410200" cy="1143952"/>
          </a:xfrm>
        </p:grpSpPr>
        <p:sp>
          <p:nvSpPr>
            <p:cNvPr id="84" name="Rectangle 84"/>
            <p:cNvSpPr/>
            <p:nvPr/>
          </p:nvSpPr>
          <p:spPr>
            <a:xfrm>
              <a:off x="6248400" y="1524000"/>
              <a:ext cx="5410200" cy="1143952"/>
            </a:xfrm>
            <a:prstGeom prst="roundRect">
              <a:avLst>
                <a:gd name="adj" fmla="val 116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5" name="Rectangle 85"/>
            <p:cNvSpPr/>
            <p:nvPr/>
          </p:nvSpPr>
          <p:spPr>
            <a:xfrm>
              <a:off x="6257925" y="1657350"/>
              <a:ext cx="47625" cy="877252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6" name="Rectangle 86"/>
            <p:cNvSpPr/>
            <p:nvPr/>
          </p:nvSpPr>
          <p:spPr>
            <a:xfrm>
              <a:off x="6467475" y="1704975"/>
              <a:ext cx="138112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6530307" y="1737836"/>
              <a:ext cx="12554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艾里斑（Airy disk）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6460998" y="2045494"/>
              <a:ext cx="475157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平行光垂直通过直径 D 的圆孔，透镜焦平面上出现中央亮斑和一圈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圈明暗相间的圆环。中央亮斑叫艾里斑，集中了约 84% 的光能。</a:t>
              </a:r>
            </a:p>
          </p:txBody>
        </p:sp>
      </p:grpSp>
      <p:grpSp>
        <p:nvGrpSpPr>
          <p:cNvPr id="95" name="c2-card-2"/>
          <p:cNvGrpSpPr/>
          <p:nvPr/>
        </p:nvGrpSpPr>
        <p:grpSpPr>
          <a:xfrm>
            <a:off x="6248400" y="2832735"/>
            <a:ext cx="5410200" cy="2783205"/>
            <a:chOff x="6248400" y="2832735"/>
            <a:chExt cx="5410200" cy="2783205"/>
          </a:xfrm>
        </p:grpSpPr>
        <p:sp>
          <p:nvSpPr>
            <p:cNvPr id="90" name="Rectangle 90"/>
            <p:cNvSpPr/>
            <p:nvPr/>
          </p:nvSpPr>
          <p:spPr>
            <a:xfrm>
              <a:off x="6248400" y="2832735"/>
              <a:ext cx="5410200" cy="2783205"/>
            </a:xfrm>
            <a:prstGeom prst="roundRect">
              <a:avLst>
                <a:gd name="adj" fmla="val 4791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1" name="Rectangle 91"/>
            <p:cNvSpPr/>
            <p:nvPr/>
          </p:nvSpPr>
          <p:spPr>
            <a:xfrm>
              <a:off x="6429375" y="3013710"/>
              <a:ext cx="1204912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6499644" y="3046571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艾里斑的半角宽度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3" name="formula65"/>
                <p:cNvSpPr txBox="1">
                  <a:spLocks noGrp="1"/>
                </p:cNvSpPr>
                <p:nvPr/>
              </p:nvSpPr>
              <p:spPr>
                <a:xfrm>
                  <a:off x="6429375" y="3332798"/>
                  <a:ext cx="5048250" cy="4886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≈</m:t>
                        </m:r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sin</m:t>
                            </m:r>
                          </m:fName>
                          <m:e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</m:e>
                        </m:func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1.22</m:t>
                        </m:r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λ</m:t>
                            </m:r>
                          </m:num>
                          <m:den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94" name="TextBox 94"/>
            <p:cNvSpPr txBox="1"/>
            <p:nvPr/>
          </p:nvSpPr>
          <p:spPr>
            <a:xfrm>
              <a:off x="6422898" y="3923824"/>
              <a:ext cx="50310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艾里斑半径 R = fθ₁ = 1.22fλ/D，D 越小、λ 越大，艾里斑越大。</a:t>
              </a:r>
            </a:p>
          </p:txBody>
        </p:sp>
      </p:grpSp>
      <p:grpSp>
        <p:nvGrpSpPr>
          <p:cNvPr id="102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96" name="Rectangle 96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00" name="Group 100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97" name="Freeform 97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98" name="Freeform 98"/>
              <p:cNvSpPr/>
              <p:nvPr/>
            </p:nvSpPr>
            <p:spPr>
              <a:xfrm>
                <a:off x="838200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99" name="Freeform 99"/>
              <p:cNvSpPr/>
              <p:nvPr/>
            </p:nvSpPr>
            <p:spPr>
              <a:xfrm>
                <a:off x="827088" y="6128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01" name="TextBox 101"/>
            <p:cNvSpPr txBox="1"/>
            <p:nvPr/>
          </p:nvSpPr>
          <p:spPr>
            <a:xfrm>
              <a:off x="1041273" y="6039326"/>
              <a:ext cx="89732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透镜、人眼瞳孔、望远镜物镜都相当于圆孔。一个点光源经它们成像，得到的是一个艾里斑，所以像总有一定的模糊。</a:t>
              </a:r>
            </a:p>
          </p:txBody>
        </p:sp>
      </p:grpSp>
      <p:grpSp>
        <p:nvGrpSpPr>
          <p:cNvPr id="10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3" name="TextBox 103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第8章 光的衍射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637776" cy="909257"/>
            <a:chOff x="520446" y="342900"/>
            <a:chExt cx="963777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40995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6603" y="407194"/>
              <a:ext cx="33435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光的衍射 · 圆孔衍射与光学仪器的分辨本领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63777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瑞利判据：一个艾里斑中心落在另一个的第一暗环上，恰能分辨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g_rayleigh"/>
          <p:cNvGrpSpPr/>
          <p:nvPr/>
        </p:nvGrpSpPr>
        <p:grpSpPr>
          <a:xfrm>
            <a:off x="904875" y="2219325"/>
            <a:ext cx="4809363" cy="3660458"/>
            <a:chOff x="904875" y="2219325"/>
            <a:chExt cx="4809363" cy="3660458"/>
          </a:xfrm>
        </p:grpSpPr>
        <p:sp>
          <p:nvSpPr>
            <p:cNvPr id="7" name="Freeform 7"/>
            <p:cNvSpPr/>
            <p:nvPr/>
          </p:nvSpPr>
          <p:spPr>
            <a:xfrm>
              <a:off x="904875" y="2972752"/>
              <a:ext cx="3769042" cy="9525"/>
            </a:xfrm>
            <a:custGeom>
              <a:avLst/>
              <a:gdLst/>
              <a:ahLst/>
              <a:cxnLst/>
              <a:rect l="l" t="t" r="r" b="b"/>
              <a:pathLst>
                <a:path w="3769042" h="9525">
                  <a:moveTo>
                    <a:pt x="0" y="0"/>
                  </a:moveTo>
                  <a:lnTo>
                    <a:pt x="3769042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904875" y="2370772"/>
              <a:ext cx="3769042" cy="601980"/>
            </a:xfrm>
            <a:custGeom>
              <a:avLst/>
              <a:gdLst/>
              <a:ahLst/>
              <a:cxnLst/>
              <a:rect l="l" t="t" r="r" b="b"/>
              <a:pathLst>
                <a:path w="3769042" h="601980">
                  <a:moveTo>
                    <a:pt x="0" y="601028"/>
                  </a:moveTo>
                  <a:lnTo>
                    <a:pt x="5715" y="601028"/>
                  </a:lnTo>
                  <a:lnTo>
                    <a:pt x="21907" y="601028"/>
                  </a:lnTo>
                  <a:lnTo>
                    <a:pt x="37148" y="601028"/>
                  </a:lnTo>
                  <a:lnTo>
                    <a:pt x="53340" y="601028"/>
                  </a:lnTo>
                  <a:lnTo>
                    <a:pt x="69532" y="601980"/>
                  </a:lnTo>
                  <a:lnTo>
                    <a:pt x="84773" y="601980"/>
                  </a:lnTo>
                  <a:lnTo>
                    <a:pt x="100965" y="601980"/>
                  </a:lnTo>
                  <a:lnTo>
                    <a:pt x="116205" y="601980"/>
                  </a:lnTo>
                  <a:lnTo>
                    <a:pt x="132398" y="601980"/>
                  </a:lnTo>
                  <a:lnTo>
                    <a:pt x="147638" y="601980"/>
                  </a:lnTo>
                  <a:lnTo>
                    <a:pt x="163830" y="601980"/>
                  </a:lnTo>
                  <a:lnTo>
                    <a:pt x="179070" y="601980"/>
                  </a:lnTo>
                  <a:lnTo>
                    <a:pt x="195262" y="601980"/>
                  </a:lnTo>
                  <a:lnTo>
                    <a:pt x="210502" y="601980"/>
                  </a:lnTo>
                  <a:lnTo>
                    <a:pt x="226695" y="601028"/>
                  </a:lnTo>
                  <a:lnTo>
                    <a:pt x="241935" y="601028"/>
                  </a:lnTo>
                  <a:lnTo>
                    <a:pt x="259080" y="601028"/>
                  </a:lnTo>
                  <a:lnTo>
                    <a:pt x="274320" y="601028"/>
                  </a:lnTo>
                  <a:lnTo>
                    <a:pt x="290512" y="601028"/>
                  </a:lnTo>
                  <a:lnTo>
                    <a:pt x="305752" y="601028"/>
                  </a:lnTo>
                  <a:lnTo>
                    <a:pt x="321945" y="601028"/>
                  </a:lnTo>
                  <a:lnTo>
                    <a:pt x="337185" y="601028"/>
                  </a:lnTo>
                  <a:lnTo>
                    <a:pt x="353377" y="601028"/>
                  </a:lnTo>
                  <a:lnTo>
                    <a:pt x="368617" y="601028"/>
                  </a:lnTo>
                  <a:lnTo>
                    <a:pt x="384810" y="601028"/>
                  </a:lnTo>
                  <a:lnTo>
                    <a:pt x="400050" y="601028"/>
                  </a:lnTo>
                  <a:lnTo>
                    <a:pt x="416242" y="601028"/>
                  </a:lnTo>
                  <a:lnTo>
                    <a:pt x="432435" y="601980"/>
                  </a:lnTo>
                  <a:lnTo>
                    <a:pt x="447675" y="601980"/>
                  </a:lnTo>
                  <a:lnTo>
                    <a:pt x="463867" y="601980"/>
                  </a:lnTo>
                  <a:lnTo>
                    <a:pt x="479108" y="601980"/>
                  </a:lnTo>
                  <a:lnTo>
                    <a:pt x="495300" y="601980"/>
                  </a:lnTo>
                  <a:lnTo>
                    <a:pt x="510540" y="601980"/>
                  </a:lnTo>
                  <a:lnTo>
                    <a:pt x="526733" y="601028"/>
                  </a:lnTo>
                  <a:lnTo>
                    <a:pt x="541972" y="601028"/>
                  </a:lnTo>
                  <a:lnTo>
                    <a:pt x="558165" y="601028"/>
                  </a:lnTo>
                  <a:lnTo>
                    <a:pt x="574358" y="601028"/>
                  </a:lnTo>
                  <a:lnTo>
                    <a:pt x="590550" y="600075"/>
                  </a:lnTo>
                  <a:lnTo>
                    <a:pt x="605790" y="600075"/>
                  </a:lnTo>
                  <a:lnTo>
                    <a:pt x="621983" y="600075"/>
                  </a:lnTo>
                  <a:lnTo>
                    <a:pt x="637222" y="600075"/>
                  </a:lnTo>
                  <a:lnTo>
                    <a:pt x="653415" y="600075"/>
                  </a:lnTo>
                  <a:lnTo>
                    <a:pt x="668655" y="600075"/>
                  </a:lnTo>
                  <a:lnTo>
                    <a:pt x="684848" y="600075"/>
                  </a:lnTo>
                  <a:lnTo>
                    <a:pt x="700088" y="600075"/>
                  </a:lnTo>
                  <a:lnTo>
                    <a:pt x="716280" y="600075"/>
                  </a:lnTo>
                  <a:lnTo>
                    <a:pt x="731520" y="600075"/>
                  </a:lnTo>
                  <a:lnTo>
                    <a:pt x="747712" y="600075"/>
                  </a:lnTo>
                  <a:lnTo>
                    <a:pt x="762952" y="601028"/>
                  </a:lnTo>
                  <a:lnTo>
                    <a:pt x="779145" y="601028"/>
                  </a:lnTo>
                  <a:lnTo>
                    <a:pt x="795338" y="601980"/>
                  </a:lnTo>
                  <a:lnTo>
                    <a:pt x="810578" y="601980"/>
                  </a:lnTo>
                  <a:lnTo>
                    <a:pt x="826770" y="601980"/>
                  </a:lnTo>
                  <a:lnTo>
                    <a:pt x="842010" y="601028"/>
                  </a:lnTo>
                  <a:lnTo>
                    <a:pt x="858202" y="601028"/>
                  </a:lnTo>
                  <a:lnTo>
                    <a:pt x="874395" y="600075"/>
                  </a:lnTo>
                  <a:lnTo>
                    <a:pt x="889635" y="599122"/>
                  </a:lnTo>
                  <a:lnTo>
                    <a:pt x="905828" y="598170"/>
                  </a:lnTo>
                  <a:lnTo>
                    <a:pt x="921067" y="597218"/>
                  </a:lnTo>
                  <a:lnTo>
                    <a:pt x="937260" y="595312"/>
                  </a:lnTo>
                  <a:lnTo>
                    <a:pt x="953452" y="594360"/>
                  </a:lnTo>
                  <a:lnTo>
                    <a:pt x="968692" y="593407"/>
                  </a:lnTo>
                  <a:lnTo>
                    <a:pt x="984885" y="591502"/>
                  </a:lnTo>
                  <a:lnTo>
                    <a:pt x="1000125" y="591502"/>
                  </a:lnTo>
                  <a:lnTo>
                    <a:pt x="1016317" y="591502"/>
                  </a:lnTo>
                  <a:lnTo>
                    <a:pt x="1031558" y="591502"/>
                  </a:lnTo>
                  <a:lnTo>
                    <a:pt x="1047750" y="592455"/>
                  </a:lnTo>
                  <a:lnTo>
                    <a:pt x="1062990" y="593407"/>
                  </a:lnTo>
                  <a:lnTo>
                    <a:pt x="1079182" y="595312"/>
                  </a:lnTo>
                  <a:lnTo>
                    <a:pt x="1094422" y="597218"/>
                  </a:lnTo>
                  <a:lnTo>
                    <a:pt x="1110615" y="599122"/>
                  </a:lnTo>
                  <a:lnTo>
                    <a:pt x="1125855" y="600075"/>
                  </a:lnTo>
                  <a:lnTo>
                    <a:pt x="1142048" y="601980"/>
                  </a:lnTo>
                  <a:lnTo>
                    <a:pt x="1158240" y="601980"/>
                  </a:lnTo>
                  <a:lnTo>
                    <a:pt x="1174432" y="600075"/>
                  </a:lnTo>
                  <a:lnTo>
                    <a:pt x="1189672" y="598170"/>
                  </a:lnTo>
                  <a:lnTo>
                    <a:pt x="1205865" y="592455"/>
                  </a:lnTo>
                  <a:lnTo>
                    <a:pt x="1221105" y="584835"/>
                  </a:lnTo>
                  <a:lnTo>
                    <a:pt x="1237298" y="574357"/>
                  </a:lnTo>
                  <a:lnTo>
                    <a:pt x="1252538" y="560070"/>
                  </a:lnTo>
                  <a:lnTo>
                    <a:pt x="1268730" y="542925"/>
                  </a:lnTo>
                  <a:lnTo>
                    <a:pt x="1283970" y="521018"/>
                  </a:lnTo>
                  <a:lnTo>
                    <a:pt x="1300162" y="496252"/>
                  </a:lnTo>
                  <a:lnTo>
                    <a:pt x="1316355" y="466725"/>
                  </a:lnTo>
                  <a:lnTo>
                    <a:pt x="1331595" y="435293"/>
                  </a:lnTo>
                  <a:lnTo>
                    <a:pt x="1347788" y="400050"/>
                  </a:lnTo>
                  <a:lnTo>
                    <a:pt x="1363028" y="361950"/>
                  </a:lnTo>
                  <a:lnTo>
                    <a:pt x="1379220" y="322898"/>
                  </a:lnTo>
                  <a:lnTo>
                    <a:pt x="1394460" y="280987"/>
                  </a:lnTo>
                  <a:lnTo>
                    <a:pt x="1410652" y="240030"/>
                  </a:lnTo>
                  <a:lnTo>
                    <a:pt x="1425892" y="200025"/>
                  </a:lnTo>
                  <a:lnTo>
                    <a:pt x="1442085" y="160020"/>
                  </a:lnTo>
                  <a:lnTo>
                    <a:pt x="1457325" y="123825"/>
                  </a:lnTo>
                  <a:lnTo>
                    <a:pt x="1474470" y="90487"/>
                  </a:lnTo>
                  <a:lnTo>
                    <a:pt x="1489710" y="60960"/>
                  </a:lnTo>
                  <a:lnTo>
                    <a:pt x="1505902" y="37148"/>
                  </a:lnTo>
                  <a:lnTo>
                    <a:pt x="1521142" y="18098"/>
                  </a:lnTo>
                  <a:lnTo>
                    <a:pt x="1537335" y="5715"/>
                  </a:lnTo>
                  <a:lnTo>
                    <a:pt x="1552575" y="0"/>
                  </a:lnTo>
                  <a:lnTo>
                    <a:pt x="1568768" y="0"/>
                  </a:lnTo>
                  <a:lnTo>
                    <a:pt x="1584008" y="7620"/>
                  </a:lnTo>
                  <a:lnTo>
                    <a:pt x="1600200" y="21907"/>
                  </a:lnTo>
                  <a:lnTo>
                    <a:pt x="1615440" y="40957"/>
                  </a:lnTo>
                  <a:lnTo>
                    <a:pt x="1631632" y="66675"/>
                  </a:lnTo>
                  <a:lnTo>
                    <a:pt x="1647825" y="97155"/>
                  </a:lnTo>
                  <a:lnTo>
                    <a:pt x="1663065" y="130493"/>
                  </a:lnTo>
                  <a:lnTo>
                    <a:pt x="1679258" y="168593"/>
                  </a:lnTo>
                  <a:lnTo>
                    <a:pt x="1694497" y="207645"/>
                  </a:lnTo>
                  <a:lnTo>
                    <a:pt x="1710690" y="248602"/>
                  </a:lnTo>
                  <a:lnTo>
                    <a:pt x="1725930" y="289560"/>
                  </a:lnTo>
                  <a:lnTo>
                    <a:pt x="1742122" y="330518"/>
                  </a:lnTo>
                  <a:lnTo>
                    <a:pt x="1757362" y="369570"/>
                  </a:lnTo>
                  <a:lnTo>
                    <a:pt x="1773555" y="407670"/>
                  </a:lnTo>
                  <a:lnTo>
                    <a:pt x="1789747" y="441960"/>
                  </a:lnTo>
                  <a:lnTo>
                    <a:pt x="1804988" y="473393"/>
                  </a:lnTo>
                  <a:lnTo>
                    <a:pt x="1821180" y="501968"/>
                  </a:lnTo>
                  <a:lnTo>
                    <a:pt x="1837372" y="525780"/>
                  </a:lnTo>
                  <a:lnTo>
                    <a:pt x="1852612" y="546735"/>
                  </a:lnTo>
                  <a:lnTo>
                    <a:pt x="1868805" y="563880"/>
                  </a:lnTo>
                  <a:lnTo>
                    <a:pt x="1884045" y="576262"/>
                  </a:lnTo>
                  <a:lnTo>
                    <a:pt x="1900238" y="586740"/>
                  </a:lnTo>
                  <a:lnTo>
                    <a:pt x="1915478" y="593407"/>
                  </a:lnTo>
                  <a:lnTo>
                    <a:pt x="1931670" y="599122"/>
                  </a:lnTo>
                  <a:lnTo>
                    <a:pt x="1946910" y="601028"/>
                  </a:lnTo>
                  <a:lnTo>
                    <a:pt x="1963103" y="601980"/>
                  </a:lnTo>
                  <a:lnTo>
                    <a:pt x="1978342" y="601028"/>
                  </a:lnTo>
                  <a:lnTo>
                    <a:pt x="1994535" y="600075"/>
                  </a:lnTo>
                  <a:lnTo>
                    <a:pt x="2010728" y="599122"/>
                  </a:lnTo>
                  <a:lnTo>
                    <a:pt x="2025968" y="597218"/>
                  </a:lnTo>
                  <a:lnTo>
                    <a:pt x="2042160" y="595312"/>
                  </a:lnTo>
                  <a:lnTo>
                    <a:pt x="2057400" y="593407"/>
                  </a:lnTo>
                  <a:lnTo>
                    <a:pt x="2073592" y="592455"/>
                  </a:lnTo>
                  <a:lnTo>
                    <a:pt x="2089785" y="591502"/>
                  </a:lnTo>
                  <a:lnTo>
                    <a:pt x="2105025" y="591502"/>
                  </a:lnTo>
                  <a:lnTo>
                    <a:pt x="2121218" y="591502"/>
                  </a:lnTo>
                  <a:lnTo>
                    <a:pt x="2136458" y="592455"/>
                  </a:lnTo>
                  <a:lnTo>
                    <a:pt x="2152650" y="593407"/>
                  </a:lnTo>
                  <a:lnTo>
                    <a:pt x="2168842" y="594360"/>
                  </a:lnTo>
                  <a:lnTo>
                    <a:pt x="2184082" y="596265"/>
                  </a:lnTo>
                  <a:lnTo>
                    <a:pt x="2200275" y="597218"/>
                  </a:lnTo>
                  <a:lnTo>
                    <a:pt x="2215515" y="598170"/>
                  </a:lnTo>
                  <a:lnTo>
                    <a:pt x="2231708" y="600075"/>
                  </a:lnTo>
                  <a:lnTo>
                    <a:pt x="2246948" y="600075"/>
                  </a:lnTo>
                  <a:lnTo>
                    <a:pt x="2263140" y="601028"/>
                  </a:lnTo>
                  <a:lnTo>
                    <a:pt x="2278380" y="601980"/>
                  </a:lnTo>
                  <a:lnTo>
                    <a:pt x="2294572" y="601980"/>
                  </a:lnTo>
                  <a:lnTo>
                    <a:pt x="2309812" y="601980"/>
                  </a:lnTo>
                  <a:lnTo>
                    <a:pt x="2326005" y="601980"/>
                  </a:lnTo>
                  <a:lnTo>
                    <a:pt x="2341245" y="601028"/>
                  </a:lnTo>
                  <a:lnTo>
                    <a:pt x="2357438" y="601028"/>
                  </a:lnTo>
                  <a:lnTo>
                    <a:pt x="2373630" y="600075"/>
                  </a:lnTo>
                  <a:lnTo>
                    <a:pt x="2389822" y="600075"/>
                  </a:lnTo>
                  <a:lnTo>
                    <a:pt x="2405062" y="600075"/>
                  </a:lnTo>
                  <a:lnTo>
                    <a:pt x="2421255" y="600075"/>
                  </a:lnTo>
                  <a:lnTo>
                    <a:pt x="2436495" y="600075"/>
                  </a:lnTo>
                  <a:lnTo>
                    <a:pt x="2452688" y="600075"/>
                  </a:lnTo>
                  <a:lnTo>
                    <a:pt x="2467928" y="600075"/>
                  </a:lnTo>
                  <a:lnTo>
                    <a:pt x="2484120" y="600075"/>
                  </a:lnTo>
                  <a:lnTo>
                    <a:pt x="2499360" y="600075"/>
                  </a:lnTo>
                  <a:lnTo>
                    <a:pt x="2515552" y="600075"/>
                  </a:lnTo>
                  <a:lnTo>
                    <a:pt x="2531745" y="600075"/>
                  </a:lnTo>
                  <a:lnTo>
                    <a:pt x="2546985" y="601028"/>
                  </a:lnTo>
                  <a:lnTo>
                    <a:pt x="2563178" y="601028"/>
                  </a:lnTo>
                  <a:lnTo>
                    <a:pt x="2578418" y="601028"/>
                  </a:lnTo>
                  <a:lnTo>
                    <a:pt x="2594610" y="601980"/>
                  </a:lnTo>
                  <a:lnTo>
                    <a:pt x="2609850" y="601980"/>
                  </a:lnTo>
                  <a:lnTo>
                    <a:pt x="2626042" y="601980"/>
                  </a:lnTo>
                  <a:lnTo>
                    <a:pt x="2641282" y="601980"/>
                  </a:lnTo>
                  <a:lnTo>
                    <a:pt x="2657475" y="601980"/>
                  </a:lnTo>
                  <a:lnTo>
                    <a:pt x="2672715" y="601980"/>
                  </a:lnTo>
                  <a:lnTo>
                    <a:pt x="2688908" y="601980"/>
                  </a:lnTo>
                  <a:lnTo>
                    <a:pt x="2705100" y="601028"/>
                  </a:lnTo>
                  <a:lnTo>
                    <a:pt x="2721292" y="601028"/>
                  </a:lnTo>
                  <a:lnTo>
                    <a:pt x="2736532" y="601028"/>
                  </a:lnTo>
                  <a:lnTo>
                    <a:pt x="2752725" y="601028"/>
                  </a:lnTo>
                  <a:lnTo>
                    <a:pt x="2767965" y="601028"/>
                  </a:lnTo>
                  <a:lnTo>
                    <a:pt x="2784158" y="601028"/>
                  </a:lnTo>
                  <a:lnTo>
                    <a:pt x="2799398" y="601028"/>
                  </a:lnTo>
                  <a:lnTo>
                    <a:pt x="2815590" y="601028"/>
                  </a:lnTo>
                  <a:lnTo>
                    <a:pt x="2830830" y="601028"/>
                  </a:lnTo>
                  <a:lnTo>
                    <a:pt x="2847022" y="601028"/>
                  </a:lnTo>
                  <a:lnTo>
                    <a:pt x="2862262" y="601028"/>
                  </a:lnTo>
                  <a:lnTo>
                    <a:pt x="2878455" y="601028"/>
                  </a:lnTo>
                  <a:lnTo>
                    <a:pt x="2894648" y="601028"/>
                  </a:lnTo>
                  <a:lnTo>
                    <a:pt x="2909888" y="601980"/>
                  </a:lnTo>
                  <a:lnTo>
                    <a:pt x="2926080" y="601980"/>
                  </a:lnTo>
                  <a:lnTo>
                    <a:pt x="2941320" y="601980"/>
                  </a:lnTo>
                  <a:lnTo>
                    <a:pt x="2957512" y="601980"/>
                  </a:lnTo>
                  <a:lnTo>
                    <a:pt x="2972752" y="601980"/>
                  </a:lnTo>
                  <a:lnTo>
                    <a:pt x="2988945" y="601980"/>
                  </a:lnTo>
                  <a:lnTo>
                    <a:pt x="3005138" y="601980"/>
                  </a:lnTo>
                  <a:lnTo>
                    <a:pt x="3020378" y="601980"/>
                  </a:lnTo>
                  <a:lnTo>
                    <a:pt x="3036570" y="601980"/>
                  </a:lnTo>
                  <a:lnTo>
                    <a:pt x="3052762" y="601980"/>
                  </a:lnTo>
                  <a:lnTo>
                    <a:pt x="3068002" y="601028"/>
                  </a:lnTo>
                  <a:lnTo>
                    <a:pt x="3084195" y="601028"/>
                  </a:lnTo>
                  <a:lnTo>
                    <a:pt x="3099435" y="601028"/>
                  </a:lnTo>
                  <a:lnTo>
                    <a:pt x="3115628" y="601028"/>
                  </a:lnTo>
                  <a:lnTo>
                    <a:pt x="3130868" y="601028"/>
                  </a:lnTo>
                  <a:lnTo>
                    <a:pt x="3147060" y="601028"/>
                  </a:lnTo>
                  <a:lnTo>
                    <a:pt x="3162300" y="601028"/>
                  </a:lnTo>
                  <a:lnTo>
                    <a:pt x="3178492" y="601028"/>
                  </a:lnTo>
                  <a:lnTo>
                    <a:pt x="3193732" y="601028"/>
                  </a:lnTo>
                  <a:lnTo>
                    <a:pt x="3209925" y="601980"/>
                  </a:lnTo>
                  <a:lnTo>
                    <a:pt x="3225165" y="601980"/>
                  </a:lnTo>
                  <a:lnTo>
                    <a:pt x="3241358" y="601980"/>
                  </a:lnTo>
                  <a:lnTo>
                    <a:pt x="3257550" y="601980"/>
                  </a:lnTo>
                  <a:lnTo>
                    <a:pt x="3272790" y="601980"/>
                  </a:lnTo>
                  <a:lnTo>
                    <a:pt x="3288982" y="601980"/>
                  </a:lnTo>
                  <a:lnTo>
                    <a:pt x="3305175" y="601980"/>
                  </a:lnTo>
                  <a:lnTo>
                    <a:pt x="3320415" y="601980"/>
                  </a:lnTo>
                  <a:lnTo>
                    <a:pt x="3336608" y="601980"/>
                  </a:lnTo>
                  <a:lnTo>
                    <a:pt x="3351848" y="601980"/>
                  </a:lnTo>
                  <a:lnTo>
                    <a:pt x="3368040" y="601980"/>
                  </a:lnTo>
                  <a:lnTo>
                    <a:pt x="3383280" y="601980"/>
                  </a:lnTo>
                  <a:lnTo>
                    <a:pt x="3399472" y="601980"/>
                  </a:lnTo>
                  <a:lnTo>
                    <a:pt x="3415665" y="601980"/>
                  </a:lnTo>
                  <a:lnTo>
                    <a:pt x="3430905" y="601980"/>
                  </a:lnTo>
                  <a:lnTo>
                    <a:pt x="3447098" y="601980"/>
                  </a:lnTo>
                  <a:lnTo>
                    <a:pt x="3462338" y="601980"/>
                  </a:lnTo>
                  <a:lnTo>
                    <a:pt x="3478530" y="601980"/>
                  </a:lnTo>
                  <a:lnTo>
                    <a:pt x="3493770" y="601980"/>
                  </a:lnTo>
                  <a:lnTo>
                    <a:pt x="3509962" y="601980"/>
                  </a:lnTo>
                  <a:lnTo>
                    <a:pt x="3525202" y="601980"/>
                  </a:lnTo>
                  <a:lnTo>
                    <a:pt x="3541395" y="601980"/>
                  </a:lnTo>
                  <a:lnTo>
                    <a:pt x="3556635" y="601980"/>
                  </a:lnTo>
                  <a:lnTo>
                    <a:pt x="3572828" y="601980"/>
                  </a:lnTo>
                  <a:lnTo>
                    <a:pt x="3588068" y="601980"/>
                  </a:lnTo>
                  <a:lnTo>
                    <a:pt x="3605212" y="601980"/>
                  </a:lnTo>
                  <a:lnTo>
                    <a:pt x="3620452" y="601980"/>
                  </a:lnTo>
                  <a:lnTo>
                    <a:pt x="3636645" y="601980"/>
                  </a:lnTo>
                  <a:lnTo>
                    <a:pt x="3651885" y="601980"/>
                  </a:lnTo>
                  <a:lnTo>
                    <a:pt x="3668078" y="601980"/>
                  </a:lnTo>
                  <a:lnTo>
                    <a:pt x="3683318" y="601980"/>
                  </a:lnTo>
                  <a:lnTo>
                    <a:pt x="3699510" y="601980"/>
                  </a:lnTo>
                  <a:lnTo>
                    <a:pt x="3714750" y="601980"/>
                  </a:lnTo>
                  <a:lnTo>
                    <a:pt x="3730942" y="601980"/>
                  </a:lnTo>
                  <a:lnTo>
                    <a:pt x="3746182" y="601980"/>
                  </a:lnTo>
                  <a:lnTo>
                    <a:pt x="3762375" y="601980"/>
                  </a:lnTo>
                  <a:lnTo>
                    <a:pt x="3769042" y="601980"/>
                  </a:lnTo>
                </a:path>
              </a:pathLst>
            </a:custGeom>
            <a:noFill/>
            <a:ln w="13335">
              <a:solidFill>
                <a:srgbClr val="5B6475"/>
              </a:solidFill>
              <a:custDash>
                <a:ds d="428571" sp="285714"/>
              </a:custDash>
            </a:ln>
          </p:spPr>
        </p:sp>
        <p:sp>
          <p:nvSpPr>
            <p:cNvPr id="9" name="Freeform 9"/>
            <p:cNvSpPr/>
            <p:nvPr/>
          </p:nvSpPr>
          <p:spPr>
            <a:xfrm>
              <a:off x="904875" y="2370772"/>
              <a:ext cx="3769042" cy="601980"/>
            </a:xfrm>
            <a:custGeom>
              <a:avLst/>
              <a:gdLst/>
              <a:ahLst/>
              <a:cxnLst/>
              <a:rect l="l" t="t" r="r" b="b"/>
              <a:pathLst>
                <a:path w="3769042" h="601980">
                  <a:moveTo>
                    <a:pt x="0" y="601980"/>
                  </a:moveTo>
                  <a:lnTo>
                    <a:pt x="5715" y="601980"/>
                  </a:lnTo>
                  <a:lnTo>
                    <a:pt x="21907" y="601980"/>
                  </a:lnTo>
                  <a:lnTo>
                    <a:pt x="37148" y="601980"/>
                  </a:lnTo>
                  <a:lnTo>
                    <a:pt x="53340" y="601980"/>
                  </a:lnTo>
                  <a:lnTo>
                    <a:pt x="69532" y="601980"/>
                  </a:lnTo>
                  <a:lnTo>
                    <a:pt x="84773" y="601980"/>
                  </a:lnTo>
                  <a:lnTo>
                    <a:pt x="100965" y="601980"/>
                  </a:lnTo>
                  <a:lnTo>
                    <a:pt x="116205" y="601980"/>
                  </a:lnTo>
                  <a:lnTo>
                    <a:pt x="132398" y="601980"/>
                  </a:lnTo>
                  <a:lnTo>
                    <a:pt x="147638" y="601980"/>
                  </a:lnTo>
                  <a:lnTo>
                    <a:pt x="163830" y="601980"/>
                  </a:lnTo>
                  <a:lnTo>
                    <a:pt x="179070" y="601980"/>
                  </a:lnTo>
                  <a:lnTo>
                    <a:pt x="195262" y="601980"/>
                  </a:lnTo>
                  <a:lnTo>
                    <a:pt x="210502" y="601980"/>
                  </a:lnTo>
                  <a:lnTo>
                    <a:pt x="226695" y="601980"/>
                  </a:lnTo>
                  <a:lnTo>
                    <a:pt x="241935" y="601980"/>
                  </a:lnTo>
                  <a:lnTo>
                    <a:pt x="259080" y="601980"/>
                  </a:lnTo>
                  <a:lnTo>
                    <a:pt x="274320" y="601980"/>
                  </a:lnTo>
                  <a:lnTo>
                    <a:pt x="290512" y="601980"/>
                  </a:lnTo>
                  <a:lnTo>
                    <a:pt x="305752" y="601980"/>
                  </a:lnTo>
                  <a:lnTo>
                    <a:pt x="321945" y="601980"/>
                  </a:lnTo>
                  <a:lnTo>
                    <a:pt x="337185" y="601980"/>
                  </a:lnTo>
                  <a:lnTo>
                    <a:pt x="353377" y="601980"/>
                  </a:lnTo>
                  <a:lnTo>
                    <a:pt x="368617" y="601980"/>
                  </a:lnTo>
                  <a:lnTo>
                    <a:pt x="384810" y="601980"/>
                  </a:lnTo>
                  <a:lnTo>
                    <a:pt x="400050" y="601980"/>
                  </a:lnTo>
                  <a:lnTo>
                    <a:pt x="416242" y="601980"/>
                  </a:lnTo>
                  <a:lnTo>
                    <a:pt x="432435" y="601980"/>
                  </a:lnTo>
                  <a:lnTo>
                    <a:pt x="447675" y="601980"/>
                  </a:lnTo>
                  <a:lnTo>
                    <a:pt x="463867" y="601980"/>
                  </a:lnTo>
                  <a:lnTo>
                    <a:pt x="479108" y="601980"/>
                  </a:lnTo>
                  <a:lnTo>
                    <a:pt x="495300" y="601980"/>
                  </a:lnTo>
                  <a:lnTo>
                    <a:pt x="510540" y="601980"/>
                  </a:lnTo>
                  <a:lnTo>
                    <a:pt x="526733" y="601980"/>
                  </a:lnTo>
                  <a:lnTo>
                    <a:pt x="541972" y="601980"/>
                  </a:lnTo>
                  <a:lnTo>
                    <a:pt x="558165" y="601980"/>
                  </a:lnTo>
                  <a:lnTo>
                    <a:pt x="574358" y="601028"/>
                  </a:lnTo>
                  <a:lnTo>
                    <a:pt x="590550" y="601028"/>
                  </a:lnTo>
                  <a:lnTo>
                    <a:pt x="605790" y="601028"/>
                  </a:lnTo>
                  <a:lnTo>
                    <a:pt x="621983" y="601028"/>
                  </a:lnTo>
                  <a:lnTo>
                    <a:pt x="637222" y="601028"/>
                  </a:lnTo>
                  <a:lnTo>
                    <a:pt x="653415" y="601028"/>
                  </a:lnTo>
                  <a:lnTo>
                    <a:pt x="668655" y="601028"/>
                  </a:lnTo>
                  <a:lnTo>
                    <a:pt x="684848" y="601028"/>
                  </a:lnTo>
                  <a:lnTo>
                    <a:pt x="700088" y="601028"/>
                  </a:lnTo>
                  <a:lnTo>
                    <a:pt x="716280" y="601980"/>
                  </a:lnTo>
                  <a:lnTo>
                    <a:pt x="731520" y="601980"/>
                  </a:lnTo>
                  <a:lnTo>
                    <a:pt x="747712" y="601980"/>
                  </a:lnTo>
                  <a:lnTo>
                    <a:pt x="762952" y="601980"/>
                  </a:lnTo>
                  <a:lnTo>
                    <a:pt x="779145" y="601980"/>
                  </a:lnTo>
                  <a:lnTo>
                    <a:pt x="795338" y="601980"/>
                  </a:lnTo>
                  <a:lnTo>
                    <a:pt x="810578" y="601980"/>
                  </a:lnTo>
                  <a:lnTo>
                    <a:pt x="826770" y="601980"/>
                  </a:lnTo>
                  <a:lnTo>
                    <a:pt x="842010" y="601980"/>
                  </a:lnTo>
                  <a:lnTo>
                    <a:pt x="858202" y="601980"/>
                  </a:lnTo>
                  <a:lnTo>
                    <a:pt x="874395" y="601028"/>
                  </a:lnTo>
                  <a:lnTo>
                    <a:pt x="889635" y="601028"/>
                  </a:lnTo>
                  <a:lnTo>
                    <a:pt x="905828" y="601028"/>
                  </a:lnTo>
                  <a:lnTo>
                    <a:pt x="921067" y="601028"/>
                  </a:lnTo>
                  <a:lnTo>
                    <a:pt x="937260" y="601028"/>
                  </a:lnTo>
                  <a:lnTo>
                    <a:pt x="953452" y="601028"/>
                  </a:lnTo>
                  <a:lnTo>
                    <a:pt x="968692" y="601028"/>
                  </a:lnTo>
                  <a:lnTo>
                    <a:pt x="984885" y="601028"/>
                  </a:lnTo>
                  <a:lnTo>
                    <a:pt x="1000125" y="601028"/>
                  </a:lnTo>
                  <a:lnTo>
                    <a:pt x="1016317" y="601028"/>
                  </a:lnTo>
                  <a:lnTo>
                    <a:pt x="1031558" y="601028"/>
                  </a:lnTo>
                  <a:lnTo>
                    <a:pt x="1047750" y="601028"/>
                  </a:lnTo>
                  <a:lnTo>
                    <a:pt x="1062990" y="601028"/>
                  </a:lnTo>
                  <a:lnTo>
                    <a:pt x="1079182" y="601980"/>
                  </a:lnTo>
                  <a:lnTo>
                    <a:pt x="1094422" y="601980"/>
                  </a:lnTo>
                  <a:lnTo>
                    <a:pt x="1110615" y="601980"/>
                  </a:lnTo>
                  <a:lnTo>
                    <a:pt x="1125855" y="601980"/>
                  </a:lnTo>
                  <a:lnTo>
                    <a:pt x="1142048" y="601980"/>
                  </a:lnTo>
                  <a:lnTo>
                    <a:pt x="1158240" y="601980"/>
                  </a:lnTo>
                  <a:lnTo>
                    <a:pt x="1174432" y="601980"/>
                  </a:lnTo>
                  <a:lnTo>
                    <a:pt x="1189672" y="601028"/>
                  </a:lnTo>
                  <a:lnTo>
                    <a:pt x="1205865" y="601028"/>
                  </a:lnTo>
                  <a:lnTo>
                    <a:pt x="1221105" y="601028"/>
                  </a:lnTo>
                  <a:lnTo>
                    <a:pt x="1237298" y="600075"/>
                  </a:lnTo>
                  <a:lnTo>
                    <a:pt x="1252538" y="600075"/>
                  </a:lnTo>
                  <a:lnTo>
                    <a:pt x="1268730" y="600075"/>
                  </a:lnTo>
                  <a:lnTo>
                    <a:pt x="1283970" y="600075"/>
                  </a:lnTo>
                  <a:lnTo>
                    <a:pt x="1300162" y="600075"/>
                  </a:lnTo>
                  <a:lnTo>
                    <a:pt x="1316355" y="600075"/>
                  </a:lnTo>
                  <a:lnTo>
                    <a:pt x="1331595" y="600075"/>
                  </a:lnTo>
                  <a:lnTo>
                    <a:pt x="1347788" y="600075"/>
                  </a:lnTo>
                  <a:lnTo>
                    <a:pt x="1363028" y="600075"/>
                  </a:lnTo>
                  <a:lnTo>
                    <a:pt x="1379220" y="600075"/>
                  </a:lnTo>
                  <a:lnTo>
                    <a:pt x="1394460" y="600075"/>
                  </a:lnTo>
                  <a:lnTo>
                    <a:pt x="1410652" y="601028"/>
                  </a:lnTo>
                  <a:lnTo>
                    <a:pt x="1425892" y="601028"/>
                  </a:lnTo>
                  <a:lnTo>
                    <a:pt x="1442085" y="601980"/>
                  </a:lnTo>
                  <a:lnTo>
                    <a:pt x="1457325" y="601980"/>
                  </a:lnTo>
                  <a:lnTo>
                    <a:pt x="1474470" y="601980"/>
                  </a:lnTo>
                  <a:lnTo>
                    <a:pt x="1489710" y="601980"/>
                  </a:lnTo>
                  <a:lnTo>
                    <a:pt x="1505902" y="601028"/>
                  </a:lnTo>
                  <a:lnTo>
                    <a:pt x="1521142" y="600075"/>
                  </a:lnTo>
                  <a:lnTo>
                    <a:pt x="1537335" y="600075"/>
                  </a:lnTo>
                  <a:lnTo>
                    <a:pt x="1552575" y="598170"/>
                  </a:lnTo>
                  <a:lnTo>
                    <a:pt x="1568768" y="597218"/>
                  </a:lnTo>
                  <a:lnTo>
                    <a:pt x="1584008" y="596265"/>
                  </a:lnTo>
                  <a:lnTo>
                    <a:pt x="1600200" y="594360"/>
                  </a:lnTo>
                  <a:lnTo>
                    <a:pt x="1615440" y="593407"/>
                  </a:lnTo>
                  <a:lnTo>
                    <a:pt x="1631632" y="592455"/>
                  </a:lnTo>
                  <a:lnTo>
                    <a:pt x="1647825" y="591502"/>
                  </a:lnTo>
                  <a:lnTo>
                    <a:pt x="1663065" y="591502"/>
                  </a:lnTo>
                  <a:lnTo>
                    <a:pt x="1679258" y="591502"/>
                  </a:lnTo>
                  <a:lnTo>
                    <a:pt x="1694497" y="592455"/>
                  </a:lnTo>
                  <a:lnTo>
                    <a:pt x="1710690" y="593407"/>
                  </a:lnTo>
                  <a:lnTo>
                    <a:pt x="1725930" y="595312"/>
                  </a:lnTo>
                  <a:lnTo>
                    <a:pt x="1742122" y="597218"/>
                  </a:lnTo>
                  <a:lnTo>
                    <a:pt x="1757362" y="599122"/>
                  </a:lnTo>
                  <a:lnTo>
                    <a:pt x="1773555" y="600075"/>
                  </a:lnTo>
                  <a:lnTo>
                    <a:pt x="1789747" y="601028"/>
                  </a:lnTo>
                  <a:lnTo>
                    <a:pt x="1804988" y="601980"/>
                  </a:lnTo>
                  <a:lnTo>
                    <a:pt x="1821180" y="601028"/>
                  </a:lnTo>
                  <a:lnTo>
                    <a:pt x="1837372" y="599122"/>
                  </a:lnTo>
                  <a:lnTo>
                    <a:pt x="1852612" y="593407"/>
                  </a:lnTo>
                  <a:lnTo>
                    <a:pt x="1868805" y="586740"/>
                  </a:lnTo>
                  <a:lnTo>
                    <a:pt x="1884045" y="576262"/>
                  </a:lnTo>
                  <a:lnTo>
                    <a:pt x="1900238" y="563880"/>
                  </a:lnTo>
                  <a:lnTo>
                    <a:pt x="1915478" y="546735"/>
                  </a:lnTo>
                  <a:lnTo>
                    <a:pt x="1931670" y="525780"/>
                  </a:lnTo>
                  <a:lnTo>
                    <a:pt x="1946910" y="501968"/>
                  </a:lnTo>
                  <a:lnTo>
                    <a:pt x="1963103" y="473393"/>
                  </a:lnTo>
                  <a:lnTo>
                    <a:pt x="1978342" y="441960"/>
                  </a:lnTo>
                  <a:lnTo>
                    <a:pt x="1994535" y="407670"/>
                  </a:lnTo>
                  <a:lnTo>
                    <a:pt x="2010728" y="369570"/>
                  </a:lnTo>
                  <a:lnTo>
                    <a:pt x="2025968" y="330518"/>
                  </a:lnTo>
                  <a:lnTo>
                    <a:pt x="2042160" y="289560"/>
                  </a:lnTo>
                  <a:lnTo>
                    <a:pt x="2057400" y="248602"/>
                  </a:lnTo>
                  <a:lnTo>
                    <a:pt x="2073592" y="207645"/>
                  </a:lnTo>
                  <a:lnTo>
                    <a:pt x="2089785" y="168593"/>
                  </a:lnTo>
                  <a:lnTo>
                    <a:pt x="2105025" y="130493"/>
                  </a:lnTo>
                  <a:lnTo>
                    <a:pt x="2121218" y="97155"/>
                  </a:lnTo>
                  <a:lnTo>
                    <a:pt x="2136458" y="66675"/>
                  </a:lnTo>
                  <a:lnTo>
                    <a:pt x="2152650" y="40957"/>
                  </a:lnTo>
                  <a:lnTo>
                    <a:pt x="2168842" y="21907"/>
                  </a:lnTo>
                  <a:lnTo>
                    <a:pt x="2184082" y="7620"/>
                  </a:lnTo>
                  <a:lnTo>
                    <a:pt x="2200275" y="0"/>
                  </a:lnTo>
                  <a:lnTo>
                    <a:pt x="2215515" y="0"/>
                  </a:lnTo>
                  <a:lnTo>
                    <a:pt x="2231708" y="5715"/>
                  </a:lnTo>
                  <a:lnTo>
                    <a:pt x="2246948" y="18098"/>
                  </a:lnTo>
                  <a:lnTo>
                    <a:pt x="2263140" y="37148"/>
                  </a:lnTo>
                  <a:lnTo>
                    <a:pt x="2278380" y="60960"/>
                  </a:lnTo>
                  <a:lnTo>
                    <a:pt x="2294572" y="90487"/>
                  </a:lnTo>
                  <a:lnTo>
                    <a:pt x="2309812" y="123825"/>
                  </a:lnTo>
                  <a:lnTo>
                    <a:pt x="2326005" y="160020"/>
                  </a:lnTo>
                  <a:lnTo>
                    <a:pt x="2341245" y="200025"/>
                  </a:lnTo>
                  <a:lnTo>
                    <a:pt x="2357438" y="240030"/>
                  </a:lnTo>
                  <a:lnTo>
                    <a:pt x="2373630" y="280987"/>
                  </a:lnTo>
                  <a:lnTo>
                    <a:pt x="2389822" y="322898"/>
                  </a:lnTo>
                  <a:lnTo>
                    <a:pt x="2405062" y="361950"/>
                  </a:lnTo>
                  <a:lnTo>
                    <a:pt x="2421255" y="400050"/>
                  </a:lnTo>
                  <a:lnTo>
                    <a:pt x="2436495" y="435293"/>
                  </a:lnTo>
                  <a:lnTo>
                    <a:pt x="2452688" y="466725"/>
                  </a:lnTo>
                  <a:lnTo>
                    <a:pt x="2467928" y="496252"/>
                  </a:lnTo>
                  <a:lnTo>
                    <a:pt x="2484120" y="521018"/>
                  </a:lnTo>
                  <a:lnTo>
                    <a:pt x="2499360" y="542925"/>
                  </a:lnTo>
                  <a:lnTo>
                    <a:pt x="2515552" y="560070"/>
                  </a:lnTo>
                  <a:lnTo>
                    <a:pt x="2531745" y="574357"/>
                  </a:lnTo>
                  <a:lnTo>
                    <a:pt x="2546985" y="584835"/>
                  </a:lnTo>
                  <a:lnTo>
                    <a:pt x="2563178" y="592455"/>
                  </a:lnTo>
                  <a:lnTo>
                    <a:pt x="2578418" y="598170"/>
                  </a:lnTo>
                  <a:lnTo>
                    <a:pt x="2594610" y="600075"/>
                  </a:lnTo>
                  <a:lnTo>
                    <a:pt x="2609850" y="601980"/>
                  </a:lnTo>
                  <a:lnTo>
                    <a:pt x="2626042" y="601980"/>
                  </a:lnTo>
                  <a:lnTo>
                    <a:pt x="2641282" y="600075"/>
                  </a:lnTo>
                  <a:lnTo>
                    <a:pt x="2657475" y="599122"/>
                  </a:lnTo>
                  <a:lnTo>
                    <a:pt x="2672715" y="597218"/>
                  </a:lnTo>
                  <a:lnTo>
                    <a:pt x="2688908" y="595312"/>
                  </a:lnTo>
                  <a:lnTo>
                    <a:pt x="2705100" y="593407"/>
                  </a:lnTo>
                  <a:lnTo>
                    <a:pt x="2721292" y="592455"/>
                  </a:lnTo>
                  <a:lnTo>
                    <a:pt x="2736532" y="591502"/>
                  </a:lnTo>
                  <a:lnTo>
                    <a:pt x="2752725" y="591502"/>
                  </a:lnTo>
                  <a:lnTo>
                    <a:pt x="2767965" y="591502"/>
                  </a:lnTo>
                  <a:lnTo>
                    <a:pt x="2784158" y="591502"/>
                  </a:lnTo>
                  <a:lnTo>
                    <a:pt x="2799398" y="593407"/>
                  </a:lnTo>
                  <a:lnTo>
                    <a:pt x="2815590" y="594360"/>
                  </a:lnTo>
                  <a:lnTo>
                    <a:pt x="2830830" y="595312"/>
                  </a:lnTo>
                  <a:lnTo>
                    <a:pt x="2847022" y="597218"/>
                  </a:lnTo>
                  <a:lnTo>
                    <a:pt x="2862262" y="598170"/>
                  </a:lnTo>
                  <a:lnTo>
                    <a:pt x="2878455" y="599122"/>
                  </a:lnTo>
                  <a:lnTo>
                    <a:pt x="2894648" y="600075"/>
                  </a:lnTo>
                  <a:lnTo>
                    <a:pt x="2909888" y="601028"/>
                  </a:lnTo>
                  <a:lnTo>
                    <a:pt x="2926080" y="601028"/>
                  </a:lnTo>
                  <a:lnTo>
                    <a:pt x="2941320" y="601980"/>
                  </a:lnTo>
                  <a:lnTo>
                    <a:pt x="2957512" y="601980"/>
                  </a:lnTo>
                  <a:lnTo>
                    <a:pt x="2972752" y="601980"/>
                  </a:lnTo>
                  <a:lnTo>
                    <a:pt x="2988945" y="601028"/>
                  </a:lnTo>
                  <a:lnTo>
                    <a:pt x="3005138" y="601028"/>
                  </a:lnTo>
                  <a:lnTo>
                    <a:pt x="3020378" y="600075"/>
                  </a:lnTo>
                  <a:lnTo>
                    <a:pt x="3036570" y="600075"/>
                  </a:lnTo>
                  <a:lnTo>
                    <a:pt x="3052762" y="600075"/>
                  </a:lnTo>
                  <a:lnTo>
                    <a:pt x="3068002" y="600075"/>
                  </a:lnTo>
                  <a:lnTo>
                    <a:pt x="3084195" y="600075"/>
                  </a:lnTo>
                  <a:lnTo>
                    <a:pt x="3099435" y="600075"/>
                  </a:lnTo>
                  <a:lnTo>
                    <a:pt x="3115628" y="600075"/>
                  </a:lnTo>
                  <a:lnTo>
                    <a:pt x="3130868" y="600075"/>
                  </a:lnTo>
                  <a:lnTo>
                    <a:pt x="3147060" y="600075"/>
                  </a:lnTo>
                  <a:lnTo>
                    <a:pt x="3162300" y="600075"/>
                  </a:lnTo>
                  <a:lnTo>
                    <a:pt x="3178492" y="600075"/>
                  </a:lnTo>
                  <a:lnTo>
                    <a:pt x="3193732" y="601028"/>
                  </a:lnTo>
                  <a:lnTo>
                    <a:pt x="3209925" y="601028"/>
                  </a:lnTo>
                  <a:lnTo>
                    <a:pt x="3225165" y="601028"/>
                  </a:lnTo>
                  <a:lnTo>
                    <a:pt x="3241358" y="601028"/>
                  </a:lnTo>
                  <a:lnTo>
                    <a:pt x="3257550" y="601980"/>
                  </a:lnTo>
                  <a:lnTo>
                    <a:pt x="3272790" y="601980"/>
                  </a:lnTo>
                  <a:lnTo>
                    <a:pt x="3288982" y="601980"/>
                  </a:lnTo>
                  <a:lnTo>
                    <a:pt x="3305175" y="601980"/>
                  </a:lnTo>
                  <a:lnTo>
                    <a:pt x="3320415" y="601980"/>
                  </a:lnTo>
                  <a:lnTo>
                    <a:pt x="3336608" y="601980"/>
                  </a:lnTo>
                  <a:lnTo>
                    <a:pt x="3351848" y="601028"/>
                  </a:lnTo>
                  <a:lnTo>
                    <a:pt x="3368040" y="601028"/>
                  </a:lnTo>
                  <a:lnTo>
                    <a:pt x="3383280" y="601028"/>
                  </a:lnTo>
                  <a:lnTo>
                    <a:pt x="3399472" y="601028"/>
                  </a:lnTo>
                  <a:lnTo>
                    <a:pt x="3415665" y="601028"/>
                  </a:lnTo>
                  <a:lnTo>
                    <a:pt x="3430905" y="601028"/>
                  </a:lnTo>
                  <a:lnTo>
                    <a:pt x="3447098" y="601028"/>
                  </a:lnTo>
                  <a:lnTo>
                    <a:pt x="3462338" y="601028"/>
                  </a:lnTo>
                  <a:lnTo>
                    <a:pt x="3478530" y="601028"/>
                  </a:lnTo>
                  <a:lnTo>
                    <a:pt x="3493770" y="601028"/>
                  </a:lnTo>
                  <a:lnTo>
                    <a:pt x="3509962" y="601028"/>
                  </a:lnTo>
                  <a:lnTo>
                    <a:pt x="3525202" y="601028"/>
                  </a:lnTo>
                  <a:lnTo>
                    <a:pt x="3541395" y="601028"/>
                  </a:lnTo>
                  <a:lnTo>
                    <a:pt x="3556635" y="601980"/>
                  </a:lnTo>
                  <a:lnTo>
                    <a:pt x="3572828" y="601980"/>
                  </a:lnTo>
                  <a:lnTo>
                    <a:pt x="3588068" y="601980"/>
                  </a:lnTo>
                  <a:lnTo>
                    <a:pt x="3605212" y="601980"/>
                  </a:lnTo>
                  <a:lnTo>
                    <a:pt x="3620452" y="601980"/>
                  </a:lnTo>
                  <a:lnTo>
                    <a:pt x="3636645" y="601980"/>
                  </a:lnTo>
                  <a:lnTo>
                    <a:pt x="3651885" y="601980"/>
                  </a:lnTo>
                  <a:lnTo>
                    <a:pt x="3668078" y="601980"/>
                  </a:lnTo>
                  <a:lnTo>
                    <a:pt x="3683318" y="601980"/>
                  </a:lnTo>
                  <a:lnTo>
                    <a:pt x="3699510" y="601980"/>
                  </a:lnTo>
                  <a:lnTo>
                    <a:pt x="3714750" y="601028"/>
                  </a:lnTo>
                  <a:lnTo>
                    <a:pt x="3730942" y="601028"/>
                  </a:lnTo>
                  <a:lnTo>
                    <a:pt x="3746182" y="601028"/>
                  </a:lnTo>
                  <a:lnTo>
                    <a:pt x="3762375" y="601028"/>
                  </a:lnTo>
                  <a:lnTo>
                    <a:pt x="3769042" y="601028"/>
                  </a:lnTo>
                </a:path>
              </a:pathLst>
            </a:custGeom>
            <a:noFill/>
            <a:ln w="13335">
              <a:solidFill>
                <a:srgbClr val="5B6475"/>
              </a:solidFill>
              <a:custDash>
                <a:ds d="428571" sp="285714"/>
              </a:custDash>
            </a:ln>
          </p:spPr>
        </p:sp>
        <p:sp>
          <p:nvSpPr>
            <p:cNvPr id="10" name="Freeform 10"/>
            <p:cNvSpPr/>
            <p:nvPr/>
          </p:nvSpPr>
          <p:spPr>
            <a:xfrm>
              <a:off x="904875" y="2366962"/>
              <a:ext cx="3769042" cy="605790"/>
            </a:xfrm>
            <a:custGeom>
              <a:avLst/>
              <a:gdLst/>
              <a:ahLst/>
              <a:cxnLst/>
              <a:rect l="l" t="t" r="r" b="b"/>
              <a:pathLst>
                <a:path w="3769042" h="605790">
                  <a:moveTo>
                    <a:pt x="0" y="604838"/>
                  </a:moveTo>
                  <a:lnTo>
                    <a:pt x="5715" y="604838"/>
                  </a:lnTo>
                  <a:lnTo>
                    <a:pt x="21907" y="604838"/>
                  </a:lnTo>
                  <a:lnTo>
                    <a:pt x="37148" y="604838"/>
                  </a:lnTo>
                  <a:lnTo>
                    <a:pt x="53340" y="604838"/>
                  </a:lnTo>
                  <a:lnTo>
                    <a:pt x="69532" y="604838"/>
                  </a:lnTo>
                  <a:lnTo>
                    <a:pt x="84773" y="605790"/>
                  </a:lnTo>
                  <a:lnTo>
                    <a:pt x="100965" y="605790"/>
                  </a:lnTo>
                  <a:lnTo>
                    <a:pt x="116205" y="605790"/>
                  </a:lnTo>
                  <a:lnTo>
                    <a:pt x="132398" y="605790"/>
                  </a:lnTo>
                  <a:lnTo>
                    <a:pt x="147638" y="605790"/>
                  </a:lnTo>
                  <a:lnTo>
                    <a:pt x="163830" y="605790"/>
                  </a:lnTo>
                  <a:lnTo>
                    <a:pt x="179070" y="605790"/>
                  </a:lnTo>
                  <a:lnTo>
                    <a:pt x="195262" y="605790"/>
                  </a:lnTo>
                  <a:lnTo>
                    <a:pt x="210502" y="604838"/>
                  </a:lnTo>
                  <a:lnTo>
                    <a:pt x="226695" y="604838"/>
                  </a:lnTo>
                  <a:lnTo>
                    <a:pt x="241935" y="604838"/>
                  </a:lnTo>
                  <a:lnTo>
                    <a:pt x="259080" y="604838"/>
                  </a:lnTo>
                  <a:lnTo>
                    <a:pt x="274320" y="604838"/>
                  </a:lnTo>
                  <a:lnTo>
                    <a:pt x="290512" y="604838"/>
                  </a:lnTo>
                  <a:lnTo>
                    <a:pt x="305752" y="603885"/>
                  </a:lnTo>
                  <a:lnTo>
                    <a:pt x="321945" y="603885"/>
                  </a:lnTo>
                  <a:lnTo>
                    <a:pt x="337185" y="603885"/>
                  </a:lnTo>
                  <a:lnTo>
                    <a:pt x="353377" y="604838"/>
                  </a:lnTo>
                  <a:lnTo>
                    <a:pt x="368617" y="604838"/>
                  </a:lnTo>
                  <a:lnTo>
                    <a:pt x="384810" y="604838"/>
                  </a:lnTo>
                  <a:lnTo>
                    <a:pt x="400050" y="604838"/>
                  </a:lnTo>
                  <a:lnTo>
                    <a:pt x="416242" y="604838"/>
                  </a:lnTo>
                  <a:lnTo>
                    <a:pt x="432435" y="605790"/>
                  </a:lnTo>
                  <a:lnTo>
                    <a:pt x="447675" y="605790"/>
                  </a:lnTo>
                  <a:lnTo>
                    <a:pt x="463867" y="605790"/>
                  </a:lnTo>
                  <a:lnTo>
                    <a:pt x="479108" y="605790"/>
                  </a:lnTo>
                  <a:lnTo>
                    <a:pt x="495300" y="605790"/>
                  </a:lnTo>
                  <a:lnTo>
                    <a:pt x="510540" y="605790"/>
                  </a:lnTo>
                  <a:lnTo>
                    <a:pt x="526733" y="604838"/>
                  </a:lnTo>
                  <a:lnTo>
                    <a:pt x="541972" y="604838"/>
                  </a:lnTo>
                  <a:lnTo>
                    <a:pt x="558165" y="604838"/>
                  </a:lnTo>
                  <a:lnTo>
                    <a:pt x="574358" y="603885"/>
                  </a:lnTo>
                  <a:lnTo>
                    <a:pt x="590550" y="603885"/>
                  </a:lnTo>
                  <a:lnTo>
                    <a:pt x="605790" y="603885"/>
                  </a:lnTo>
                  <a:lnTo>
                    <a:pt x="621983" y="602933"/>
                  </a:lnTo>
                  <a:lnTo>
                    <a:pt x="637222" y="602933"/>
                  </a:lnTo>
                  <a:lnTo>
                    <a:pt x="653415" y="602933"/>
                  </a:lnTo>
                  <a:lnTo>
                    <a:pt x="668655" y="602933"/>
                  </a:lnTo>
                  <a:lnTo>
                    <a:pt x="684848" y="602933"/>
                  </a:lnTo>
                  <a:lnTo>
                    <a:pt x="700088" y="602933"/>
                  </a:lnTo>
                  <a:lnTo>
                    <a:pt x="716280" y="603885"/>
                  </a:lnTo>
                  <a:lnTo>
                    <a:pt x="731520" y="603885"/>
                  </a:lnTo>
                  <a:lnTo>
                    <a:pt x="747712" y="603885"/>
                  </a:lnTo>
                  <a:lnTo>
                    <a:pt x="762952" y="604838"/>
                  </a:lnTo>
                  <a:lnTo>
                    <a:pt x="779145" y="604838"/>
                  </a:lnTo>
                  <a:lnTo>
                    <a:pt x="795338" y="605790"/>
                  </a:lnTo>
                  <a:lnTo>
                    <a:pt x="810578" y="605790"/>
                  </a:lnTo>
                  <a:lnTo>
                    <a:pt x="826770" y="605790"/>
                  </a:lnTo>
                  <a:lnTo>
                    <a:pt x="842010" y="604838"/>
                  </a:lnTo>
                  <a:lnTo>
                    <a:pt x="858202" y="604838"/>
                  </a:lnTo>
                  <a:lnTo>
                    <a:pt x="874395" y="603885"/>
                  </a:lnTo>
                  <a:lnTo>
                    <a:pt x="889635" y="602933"/>
                  </a:lnTo>
                  <a:lnTo>
                    <a:pt x="905828" y="601980"/>
                  </a:lnTo>
                  <a:lnTo>
                    <a:pt x="921067" y="600075"/>
                  </a:lnTo>
                  <a:lnTo>
                    <a:pt x="937260" y="598170"/>
                  </a:lnTo>
                  <a:lnTo>
                    <a:pt x="953452" y="597217"/>
                  </a:lnTo>
                  <a:lnTo>
                    <a:pt x="968692" y="595312"/>
                  </a:lnTo>
                  <a:lnTo>
                    <a:pt x="984885" y="595312"/>
                  </a:lnTo>
                  <a:lnTo>
                    <a:pt x="1000125" y="594360"/>
                  </a:lnTo>
                  <a:lnTo>
                    <a:pt x="1016317" y="594360"/>
                  </a:lnTo>
                  <a:lnTo>
                    <a:pt x="1031558" y="595312"/>
                  </a:lnTo>
                  <a:lnTo>
                    <a:pt x="1047750" y="595312"/>
                  </a:lnTo>
                  <a:lnTo>
                    <a:pt x="1062990" y="597217"/>
                  </a:lnTo>
                  <a:lnTo>
                    <a:pt x="1079182" y="599122"/>
                  </a:lnTo>
                  <a:lnTo>
                    <a:pt x="1094422" y="601028"/>
                  </a:lnTo>
                  <a:lnTo>
                    <a:pt x="1110615" y="602933"/>
                  </a:lnTo>
                  <a:lnTo>
                    <a:pt x="1125855" y="603885"/>
                  </a:lnTo>
                  <a:lnTo>
                    <a:pt x="1142048" y="605790"/>
                  </a:lnTo>
                  <a:lnTo>
                    <a:pt x="1158240" y="605790"/>
                  </a:lnTo>
                  <a:lnTo>
                    <a:pt x="1174432" y="603885"/>
                  </a:lnTo>
                  <a:lnTo>
                    <a:pt x="1189672" y="601028"/>
                  </a:lnTo>
                  <a:lnTo>
                    <a:pt x="1205865" y="595312"/>
                  </a:lnTo>
                  <a:lnTo>
                    <a:pt x="1221105" y="587692"/>
                  </a:lnTo>
                  <a:lnTo>
                    <a:pt x="1237298" y="576262"/>
                  </a:lnTo>
                  <a:lnTo>
                    <a:pt x="1252538" y="561975"/>
                  </a:lnTo>
                  <a:lnTo>
                    <a:pt x="1268730" y="543878"/>
                  </a:lnTo>
                  <a:lnTo>
                    <a:pt x="1283970" y="522922"/>
                  </a:lnTo>
                  <a:lnTo>
                    <a:pt x="1300162" y="497205"/>
                  </a:lnTo>
                  <a:lnTo>
                    <a:pt x="1316355" y="468630"/>
                  </a:lnTo>
                  <a:lnTo>
                    <a:pt x="1331595" y="436245"/>
                  </a:lnTo>
                  <a:lnTo>
                    <a:pt x="1347788" y="401003"/>
                  </a:lnTo>
                  <a:lnTo>
                    <a:pt x="1363028" y="363855"/>
                  </a:lnTo>
                  <a:lnTo>
                    <a:pt x="1379220" y="324803"/>
                  </a:lnTo>
                  <a:lnTo>
                    <a:pt x="1394460" y="283845"/>
                  </a:lnTo>
                  <a:lnTo>
                    <a:pt x="1410652" y="242888"/>
                  </a:lnTo>
                  <a:lnTo>
                    <a:pt x="1425892" y="202883"/>
                  </a:lnTo>
                  <a:lnTo>
                    <a:pt x="1442085" y="163830"/>
                  </a:lnTo>
                  <a:lnTo>
                    <a:pt x="1457325" y="127635"/>
                  </a:lnTo>
                  <a:lnTo>
                    <a:pt x="1474470" y="94297"/>
                  </a:lnTo>
                  <a:lnTo>
                    <a:pt x="1489710" y="64770"/>
                  </a:lnTo>
                  <a:lnTo>
                    <a:pt x="1505902" y="40005"/>
                  </a:lnTo>
                  <a:lnTo>
                    <a:pt x="1521142" y="20002"/>
                  </a:lnTo>
                  <a:lnTo>
                    <a:pt x="1537335" y="7620"/>
                  </a:lnTo>
                  <a:lnTo>
                    <a:pt x="1552575" y="0"/>
                  </a:lnTo>
                  <a:lnTo>
                    <a:pt x="1568768" y="0"/>
                  </a:lnTo>
                  <a:lnTo>
                    <a:pt x="1584008" y="5715"/>
                  </a:lnTo>
                  <a:lnTo>
                    <a:pt x="1600200" y="18098"/>
                  </a:lnTo>
                  <a:lnTo>
                    <a:pt x="1615440" y="36195"/>
                  </a:lnTo>
                  <a:lnTo>
                    <a:pt x="1631632" y="60960"/>
                  </a:lnTo>
                  <a:lnTo>
                    <a:pt x="1647825" y="90488"/>
                  </a:lnTo>
                  <a:lnTo>
                    <a:pt x="1663065" y="124778"/>
                  </a:lnTo>
                  <a:lnTo>
                    <a:pt x="1679258" y="161925"/>
                  </a:lnTo>
                  <a:lnTo>
                    <a:pt x="1694497" y="201930"/>
                  </a:lnTo>
                  <a:lnTo>
                    <a:pt x="1710690" y="243840"/>
                  </a:lnTo>
                  <a:lnTo>
                    <a:pt x="1725930" y="286703"/>
                  </a:lnTo>
                  <a:lnTo>
                    <a:pt x="1742122" y="329565"/>
                  </a:lnTo>
                  <a:lnTo>
                    <a:pt x="1757362" y="370522"/>
                  </a:lnTo>
                  <a:lnTo>
                    <a:pt x="1773555" y="409575"/>
                  </a:lnTo>
                  <a:lnTo>
                    <a:pt x="1789747" y="445770"/>
                  </a:lnTo>
                  <a:lnTo>
                    <a:pt x="1804988" y="477203"/>
                  </a:lnTo>
                  <a:lnTo>
                    <a:pt x="1821180" y="504825"/>
                  </a:lnTo>
                  <a:lnTo>
                    <a:pt x="1837372" y="525780"/>
                  </a:lnTo>
                  <a:lnTo>
                    <a:pt x="1852612" y="541972"/>
                  </a:lnTo>
                  <a:lnTo>
                    <a:pt x="1868805" y="551497"/>
                  </a:lnTo>
                  <a:lnTo>
                    <a:pt x="1884045" y="555308"/>
                  </a:lnTo>
                  <a:lnTo>
                    <a:pt x="1900238" y="551497"/>
                  </a:lnTo>
                  <a:lnTo>
                    <a:pt x="1915478" y="541972"/>
                  </a:lnTo>
                  <a:lnTo>
                    <a:pt x="1931670" y="525780"/>
                  </a:lnTo>
                  <a:lnTo>
                    <a:pt x="1946910" y="504825"/>
                  </a:lnTo>
                  <a:lnTo>
                    <a:pt x="1963103" y="477203"/>
                  </a:lnTo>
                  <a:lnTo>
                    <a:pt x="1978342" y="445770"/>
                  </a:lnTo>
                  <a:lnTo>
                    <a:pt x="1994535" y="409575"/>
                  </a:lnTo>
                  <a:lnTo>
                    <a:pt x="2010728" y="370522"/>
                  </a:lnTo>
                  <a:lnTo>
                    <a:pt x="2025968" y="329565"/>
                  </a:lnTo>
                  <a:lnTo>
                    <a:pt x="2042160" y="286703"/>
                  </a:lnTo>
                  <a:lnTo>
                    <a:pt x="2057400" y="243840"/>
                  </a:lnTo>
                  <a:lnTo>
                    <a:pt x="2073592" y="201930"/>
                  </a:lnTo>
                  <a:lnTo>
                    <a:pt x="2089785" y="161925"/>
                  </a:lnTo>
                  <a:lnTo>
                    <a:pt x="2105025" y="124778"/>
                  </a:lnTo>
                  <a:lnTo>
                    <a:pt x="2121218" y="90488"/>
                  </a:lnTo>
                  <a:lnTo>
                    <a:pt x="2136458" y="60960"/>
                  </a:lnTo>
                  <a:lnTo>
                    <a:pt x="2152650" y="36195"/>
                  </a:lnTo>
                  <a:lnTo>
                    <a:pt x="2168842" y="18098"/>
                  </a:lnTo>
                  <a:lnTo>
                    <a:pt x="2184082" y="5715"/>
                  </a:lnTo>
                  <a:lnTo>
                    <a:pt x="2200275" y="0"/>
                  </a:lnTo>
                  <a:lnTo>
                    <a:pt x="2215515" y="0"/>
                  </a:lnTo>
                  <a:lnTo>
                    <a:pt x="2231708" y="7620"/>
                  </a:lnTo>
                  <a:lnTo>
                    <a:pt x="2246948" y="20002"/>
                  </a:lnTo>
                  <a:lnTo>
                    <a:pt x="2263140" y="40005"/>
                  </a:lnTo>
                  <a:lnTo>
                    <a:pt x="2278380" y="64770"/>
                  </a:lnTo>
                  <a:lnTo>
                    <a:pt x="2294572" y="94297"/>
                  </a:lnTo>
                  <a:lnTo>
                    <a:pt x="2309812" y="127635"/>
                  </a:lnTo>
                  <a:lnTo>
                    <a:pt x="2326005" y="163830"/>
                  </a:lnTo>
                  <a:lnTo>
                    <a:pt x="2341245" y="202883"/>
                  </a:lnTo>
                  <a:lnTo>
                    <a:pt x="2357438" y="242888"/>
                  </a:lnTo>
                  <a:lnTo>
                    <a:pt x="2373630" y="283845"/>
                  </a:lnTo>
                  <a:lnTo>
                    <a:pt x="2389822" y="324803"/>
                  </a:lnTo>
                  <a:lnTo>
                    <a:pt x="2405062" y="363855"/>
                  </a:lnTo>
                  <a:lnTo>
                    <a:pt x="2421255" y="401003"/>
                  </a:lnTo>
                  <a:lnTo>
                    <a:pt x="2436495" y="436245"/>
                  </a:lnTo>
                  <a:lnTo>
                    <a:pt x="2452688" y="468630"/>
                  </a:lnTo>
                  <a:lnTo>
                    <a:pt x="2467928" y="497205"/>
                  </a:lnTo>
                  <a:lnTo>
                    <a:pt x="2484120" y="522922"/>
                  </a:lnTo>
                  <a:lnTo>
                    <a:pt x="2499360" y="543878"/>
                  </a:lnTo>
                  <a:lnTo>
                    <a:pt x="2515552" y="561975"/>
                  </a:lnTo>
                  <a:lnTo>
                    <a:pt x="2531745" y="576262"/>
                  </a:lnTo>
                  <a:lnTo>
                    <a:pt x="2546985" y="587692"/>
                  </a:lnTo>
                  <a:lnTo>
                    <a:pt x="2563178" y="595312"/>
                  </a:lnTo>
                  <a:lnTo>
                    <a:pt x="2578418" y="601028"/>
                  </a:lnTo>
                  <a:lnTo>
                    <a:pt x="2594610" y="603885"/>
                  </a:lnTo>
                  <a:lnTo>
                    <a:pt x="2609850" y="605790"/>
                  </a:lnTo>
                  <a:lnTo>
                    <a:pt x="2626042" y="605790"/>
                  </a:lnTo>
                  <a:lnTo>
                    <a:pt x="2641282" y="603885"/>
                  </a:lnTo>
                  <a:lnTo>
                    <a:pt x="2657475" y="602933"/>
                  </a:lnTo>
                  <a:lnTo>
                    <a:pt x="2672715" y="601028"/>
                  </a:lnTo>
                  <a:lnTo>
                    <a:pt x="2688908" y="599122"/>
                  </a:lnTo>
                  <a:lnTo>
                    <a:pt x="2705100" y="597217"/>
                  </a:lnTo>
                  <a:lnTo>
                    <a:pt x="2721292" y="595312"/>
                  </a:lnTo>
                  <a:lnTo>
                    <a:pt x="2736532" y="595312"/>
                  </a:lnTo>
                  <a:lnTo>
                    <a:pt x="2752725" y="594360"/>
                  </a:lnTo>
                  <a:lnTo>
                    <a:pt x="2767965" y="594360"/>
                  </a:lnTo>
                  <a:lnTo>
                    <a:pt x="2784158" y="595312"/>
                  </a:lnTo>
                  <a:lnTo>
                    <a:pt x="2799398" y="595312"/>
                  </a:lnTo>
                  <a:lnTo>
                    <a:pt x="2815590" y="597217"/>
                  </a:lnTo>
                  <a:lnTo>
                    <a:pt x="2830830" y="598170"/>
                  </a:lnTo>
                  <a:lnTo>
                    <a:pt x="2847022" y="600075"/>
                  </a:lnTo>
                  <a:lnTo>
                    <a:pt x="2862262" y="601980"/>
                  </a:lnTo>
                  <a:lnTo>
                    <a:pt x="2878455" y="602933"/>
                  </a:lnTo>
                  <a:lnTo>
                    <a:pt x="2894648" y="603885"/>
                  </a:lnTo>
                  <a:lnTo>
                    <a:pt x="2909888" y="604838"/>
                  </a:lnTo>
                  <a:lnTo>
                    <a:pt x="2926080" y="604838"/>
                  </a:lnTo>
                  <a:lnTo>
                    <a:pt x="2941320" y="605790"/>
                  </a:lnTo>
                  <a:lnTo>
                    <a:pt x="2957512" y="605790"/>
                  </a:lnTo>
                  <a:lnTo>
                    <a:pt x="2972752" y="605790"/>
                  </a:lnTo>
                  <a:lnTo>
                    <a:pt x="2988945" y="604838"/>
                  </a:lnTo>
                  <a:lnTo>
                    <a:pt x="3005138" y="604838"/>
                  </a:lnTo>
                  <a:lnTo>
                    <a:pt x="3020378" y="603885"/>
                  </a:lnTo>
                  <a:lnTo>
                    <a:pt x="3036570" y="603885"/>
                  </a:lnTo>
                  <a:lnTo>
                    <a:pt x="3052762" y="603885"/>
                  </a:lnTo>
                  <a:lnTo>
                    <a:pt x="3068002" y="602933"/>
                  </a:lnTo>
                  <a:lnTo>
                    <a:pt x="3084195" y="602933"/>
                  </a:lnTo>
                  <a:lnTo>
                    <a:pt x="3099435" y="602933"/>
                  </a:lnTo>
                  <a:lnTo>
                    <a:pt x="3115628" y="602933"/>
                  </a:lnTo>
                  <a:lnTo>
                    <a:pt x="3130868" y="602933"/>
                  </a:lnTo>
                  <a:lnTo>
                    <a:pt x="3147060" y="602933"/>
                  </a:lnTo>
                  <a:lnTo>
                    <a:pt x="3162300" y="603885"/>
                  </a:lnTo>
                  <a:lnTo>
                    <a:pt x="3178492" y="603885"/>
                  </a:lnTo>
                  <a:lnTo>
                    <a:pt x="3193732" y="603885"/>
                  </a:lnTo>
                  <a:lnTo>
                    <a:pt x="3209925" y="604838"/>
                  </a:lnTo>
                  <a:lnTo>
                    <a:pt x="3225165" y="604838"/>
                  </a:lnTo>
                  <a:lnTo>
                    <a:pt x="3241358" y="604838"/>
                  </a:lnTo>
                  <a:lnTo>
                    <a:pt x="3257550" y="605790"/>
                  </a:lnTo>
                  <a:lnTo>
                    <a:pt x="3272790" y="605790"/>
                  </a:lnTo>
                  <a:lnTo>
                    <a:pt x="3288982" y="605790"/>
                  </a:lnTo>
                  <a:lnTo>
                    <a:pt x="3305175" y="605790"/>
                  </a:lnTo>
                  <a:lnTo>
                    <a:pt x="3320415" y="605790"/>
                  </a:lnTo>
                  <a:lnTo>
                    <a:pt x="3336608" y="605790"/>
                  </a:lnTo>
                  <a:lnTo>
                    <a:pt x="3351848" y="604838"/>
                  </a:lnTo>
                  <a:lnTo>
                    <a:pt x="3368040" y="604838"/>
                  </a:lnTo>
                  <a:lnTo>
                    <a:pt x="3383280" y="604838"/>
                  </a:lnTo>
                  <a:lnTo>
                    <a:pt x="3399472" y="604838"/>
                  </a:lnTo>
                  <a:lnTo>
                    <a:pt x="3415665" y="604838"/>
                  </a:lnTo>
                  <a:lnTo>
                    <a:pt x="3430905" y="603885"/>
                  </a:lnTo>
                  <a:lnTo>
                    <a:pt x="3447098" y="603885"/>
                  </a:lnTo>
                  <a:lnTo>
                    <a:pt x="3462338" y="603885"/>
                  </a:lnTo>
                  <a:lnTo>
                    <a:pt x="3478530" y="604838"/>
                  </a:lnTo>
                  <a:lnTo>
                    <a:pt x="3493770" y="604838"/>
                  </a:lnTo>
                  <a:lnTo>
                    <a:pt x="3509962" y="604838"/>
                  </a:lnTo>
                  <a:lnTo>
                    <a:pt x="3525202" y="604838"/>
                  </a:lnTo>
                  <a:lnTo>
                    <a:pt x="3541395" y="604838"/>
                  </a:lnTo>
                  <a:lnTo>
                    <a:pt x="3556635" y="604838"/>
                  </a:lnTo>
                  <a:lnTo>
                    <a:pt x="3572828" y="605790"/>
                  </a:lnTo>
                  <a:lnTo>
                    <a:pt x="3588068" y="605790"/>
                  </a:lnTo>
                  <a:lnTo>
                    <a:pt x="3605212" y="605790"/>
                  </a:lnTo>
                  <a:lnTo>
                    <a:pt x="3620452" y="605790"/>
                  </a:lnTo>
                  <a:lnTo>
                    <a:pt x="3636645" y="605790"/>
                  </a:lnTo>
                  <a:lnTo>
                    <a:pt x="3651885" y="605790"/>
                  </a:lnTo>
                  <a:lnTo>
                    <a:pt x="3668078" y="605790"/>
                  </a:lnTo>
                  <a:lnTo>
                    <a:pt x="3683318" y="605790"/>
                  </a:lnTo>
                  <a:lnTo>
                    <a:pt x="3699510" y="604838"/>
                  </a:lnTo>
                  <a:lnTo>
                    <a:pt x="3714750" y="604838"/>
                  </a:lnTo>
                  <a:lnTo>
                    <a:pt x="3730942" y="604838"/>
                  </a:lnTo>
                  <a:lnTo>
                    <a:pt x="3746182" y="604838"/>
                  </a:lnTo>
                  <a:lnTo>
                    <a:pt x="3762375" y="604838"/>
                  </a:lnTo>
                  <a:lnTo>
                    <a:pt x="3769042" y="604838"/>
                  </a:lnTo>
                </a:path>
              </a:pathLst>
            </a:custGeom>
            <a:noFill/>
            <a:ln w="22860">
              <a:solidFill>
                <a:srgbClr val="2F4B9A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904875" y="4421505"/>
              <a:ext cx="3769042" cy="9525"/>
            </a:xfrm>
            <a:custGeom>
              <a:avLst/>
              <a:gdLst/>
              <a:ahLst/>
              <a:cxnLst/>
              <a:rect l="l" t="t" r="r" b="b"/>
              <a:pathLst>
                <a:path w="3769042" h="9525">
                  <a:moveTo>
                    <a:pt x="0" y="0"/>
                  </a:moveTo>
                  <a:lnTo>
                    <a:pt x="3769042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904875" y="3818572"/>
              <a:ext cx="3769042" cy="602933"/>
            </a:xfrm>
            <a:custGeom>
              <a:avLst/>
              <a:gdLst/>
              <a:ahLst/>
              <a:cxnLst/>
              <a:rect l="l" t="t" r="r" b="b"/>
              <a:pathLst>
                <a:path w="3769042" h="602933">
                  <a:moveTo>
                    <a:pt x="0" y="602933"/>
                  </a:moveTo>
                  <a:lnTo>
                    <a:pt x="5715" y="602933"/>
                  </a:lnTo>
                  <a:lnTo>
                    <a:pt x="21907" y="602933"/>
                  </a:lnTo>
                  <a:lnTo>
                    <a:pt x="37148" y="602933"/>
                  </a:lnTo>
                  <a:lnTo>
                    <a:pt x="53340" y="601980"/>
                  </a:lnTo>
                  <a:lnTo>
                    <a:pt x="69532" y="601980"/>
                  </a:lnTo>
                  <a:lnTo>
                    <a:pt x="84773" y="601980"/>
                  </a:lnTo>
                  <a:lnTo>
                    <a:pt x="100965" y="601980"/>
                  </a:lnTo>
                  <a:lnTo>
                    <a:pt x="116205" y="601980"/>
                  </a:lnTo>
                  <a:lnTo>
                    <a:pt x="132398" y="601980"/>
                  </a:lnTo>
                  <a:lnTo>
                    <a:pt x="147638" y="601980"/>
                  </a:lnTo>
                  <a:lnTo>
                    <a:pt x="163830" y="601980"/>
                  </a:lnTo>
                  <a:lnTo>
                    <a:pt x="179070" y="602933"/>
                  </a:lnTo>
                  <a:lnTo>
                    <a:pt x="195262" y="602933"/>
                  </a:lnTo>
                  <a:lnTo>
                    <a:pt x="210502" y="602933"/>
                  </a:lnTo>
                  <a:lnTo>
                    <a:pt x="226695" y="602933"/>
                  </a:lnTo>
                  <a:lnTo>
                    <a:pt x="241935" y="602933"/>
                  </a:lnTo>
                  <a:lnTo>
                    <a:pt x="259080" y="602933"/>
                  </a:lnTo>
                  <a:lnTo>
                    <a:pt x="274320" y="602933"/>
                  </a:lnTo>
                  <a:lnTo>
                    <a:pt x="290512" y="602933"/>
                  </a:lnTo>
                  <a:lnTo>
                    <a:pt x="305752" y="602933"/>
                  </a:lnTo>
                  <a:lnTo>
                    <a:pt x="321945" y="602933"/>
                  </a:lnTo>
                  <a:lnTo>
                    <a:pt x="337185" y="602933"/>
                  </a:lnTo>
                  <a:lnTo>
                    <a:pt x="353377" y="601980"/>
                  </a:lnTo>
                  <a:lnTo>
                    <a:pt x="368617" y="601980"/>
                  </a:lnTo>
                  <a:lnTo>
                    <a:pt x="384810" y="601980"/>
                  </a:lnTo>
                  <a:lnTo>
                    <a:pt x="400050" y="601980"/>
                  </a:lnTo>
                  <a:lnTo>
                    <a:pt x="416242" y="601980"/>
                  </a:lnTo>
                  <a:lnTo>
                    <a:pt x="432435" y="601980"/>
                  </a:lnTo>
                  <a:lnTo>
                    <a:pt x="447675" y="601980"/>
                  </a:lnTo>
                  <a:lnTo>
                    <a:pt x="463867" y="601980"/>
                  </a:lnTo>
                  <a:lnTo>
                    <a:pt x="479108" y="601980"/>
                  </a:lnTo>
                  <a:lnTo>
                    <a:pt x="495300" y="601980"/>
                  </a:lnTo>
                  <a:lnTo>
                    <a:pt x="510540" y="601980"/>
                  </a:lnTo>
                  <a:lnTo>
                    <a:pt x="526733" y="601980"/>
                  </a:lnTo>
                  <a:lnTo>
                    <a:pt x="541972" y="601980"/>
                  </a:lnTo>
                  <a:lnTo>
                    <a:pt x="558165" y="602933"/>
                  </a:lnTo>
                  <a:lnTo>
                    <a:pt x="574358" y="602933"/>
                  </a:lnTo>
                  <a:lnTo>
                    <a:pt x="590550" y="602933"/>
                  </a:lnTo>
                  <a:lnTo>
                    <a:pt x="605790" y="602933"/>
                  </a:lnTo>
                  <a:lnTo>
                    <a:pt x="621983" y="602933"/>
                  </a:lnTo>
                  <a:lnTo>
                    <a:pt x="637222" y="602933"/>
                  </a:lnTo>
                  <a:lnTo>
                    <a:pt x="653415" y="601980"/>
                  </a:lnTo>
                  <a:lnTo>
                    <a:pt x="668655" y="601980"/>
                  </a:lnTo>
                  <a:lnTo>
                    <a:pt x="684848" y="601980"/>
                  </a:lnTo>
                  <a:lnTo>
                    <a:pt x="700088" y="601980"/>
                  </a:lnTo>
                  <a:lnTo>
                    <a:pt x="716280" y="601028"/>
                  </a:lnTo>
                  <a:lnTo>
                    <a:pt x="731520" y="601028"/>
                  </a:lnTo>
                  <a:lnTo>
                    <a:pt x="747712" y="600075"/>
                  </a:lnTo>
                  <a:lnTo>
                    <a:pt x="762952" y="600075"/>
                  </a:lnTo>
                  <a:lnTo>
                    <a:pt x="779145" y="600075"/>
                  </a:lnTo>
                  <a:lnTo>
                    <a:pt x="795338" y="600075"/>
                  </a:lnTo>
                  <a:lnTo>
                    <a:pt x="810578" y="600075"/>
                  </a:lnTo>
                  <a:lnTo>
                    <a:pt x="826770" y="600075"/>
                  </a:lnTo>
                  <a:lnTo>
                    <a:pt x="842010" y="601028"/>
                  </a:lnTo>
                  <a:lnTo>
                    <a:pt x="858202" y="601028"/>
                  </a:lnTo>
                  <a:lnTo>
                    <a:pt x="874395" y="601980"/>
                  </a:lnTo>
                  <a:lnTo>
                    <a:pt x="889635" y="601980"/>
                  </a:lnTo>
                  <a:lnTo>
                    <a:pt x="905828" y="602933"/>
                  </a:lnTo>
                  <a:lnTo>
                    <a:pt x="921067" y="602933"/>
                  </a:lnTo>
                  <a:lnTo>
                    <a:pt x="937260" y="602933"/>
                  </a:lnTo>
                  <a:lnTo>
                    <a:pt x="953452" y="602933"/>
                  </a:lnTo>
                  <a:lnTo>
                    <a:pt x="968692" y="601980"/>
                  </a:lnTo>
                  <a:lnTo>
                    <a:pt x="984885" y="601980"/>
                  </a:lnTo>
                  <a:lnTo>
                    <a:pt x="1000125" y="601028"/>
                  </a:lnTo>
                  <a:lnTo>
                    <a:pt x="1016317" y="600075"/>
                  </a:lnTo>
                  <a:lnTo>
                    <a:pt x="1031558" y="599123"/>
                  </a:lnTo>
                  <a:lnTo>
                    <a:pt x="1047750" y="597218"/>
                  </a:lnTo>
                  <a:lnTo>
                    <a:pt x="1062990" y="596265"/>
                  </a:lnTo>
                  <a:lnTo>
                    <a:pt x="1079182" y="595312"/>
                  </a:lnTo>
                  <a:lnTo>
                    <a:pt x="1094422" y="593408"/>
                  </a:lnTo>
                  <a:lnTo>
                    <a:pt x="1110615" y="592455"/>
                  </a:lnTo>
                  <a:lnTo>
                    <a:pt x="1125855" y="592455"/>
                  </a:lnTo>
                  <a:lnTo>
                    <a:pt x="1142048" y="592455"/>
                  </a:lnTo>
                  <a:lnTo>
                    <a:pt x="1158240" y="592455"/>
                  </a:lnTo>
                  <a:lnTo>
                    <a:pt x="1174432" y="593408"/>
                  </a:lnTo>
                  <a:lnTo>
                    <a:pt x="1189672" y="595312"/>
                  </a:lnTo>
                  <a:lnTo>
                    <a:pt x="1205865" y="597218"/>
                  </a:lnTo>
                  <a:lnTo>
                    <a:pt x="1221105" y="599123"/>
                  </a:lnTo>
                  <a:lnTo>
                    <a:pt x="1237298" y="600075"/>
                  </a:lnTo>
                  <a:lnTo>
                    <a:pt x="1252538" y="601980"/>
                  </a:lnTo>
                  <a:lnTo>
                    <a:pt x="1268730" y="602933"/>
                  </a:lnTo>
                  <a:lnTo>
                    <a:pt x="1283970" y="602933"/>
                  </a:lnTo>
                  <a:lnTo>
                    <a:pt x="1300162" y="601028"/>
                  </a:lnTo>
                  <a:lnTo>
                    <a:pt x="1316355" y="597218"/>
                  </a:lnTo>
                  <a:lnTo>
                    <a:pt x="1331595" y="591503"/>
                  </a:lnTo>
                  <a:lnTo>
                    <a:pt x="1347788" y="582930"/>
                  </a:lnTo>
                  <a:lnTo>
                    <a:pt x="1363028" y="571500"/>
                  </a:lnTo>
                  <a:lnTo>
                    <a:pt x="1379220" y="556260"/>
                  </a:lnTo>
                  <a:lnTo>
                    <a:pt x="1394460" y="538162"/>
                  </a:lnTo>
                  <a:lnTo>
                    <a:pt x="1410652" y="515303"/>
                  </a:lnTo>
                  <a:lnTo>
                    <a:pt x="1425892" y="489585"/>
                  </a:lnTo>
                  <a:lnTo>
                    <a:pt x="1442085" y="460058"/>
                  </a:lnTo>
                  <a:lnTo>
                    <a:pt x="1457325" y="426720"/>
                  </a:lnTo>
                  <a:lnTo>
                    <a:pt x="1474470" y="390525"/>
                  </a:lnTo>
                  <a:lnTo>
                    <a:pt x="1489710" y="352425"/>
                  </a:lnTo>
                  <a:lnTo>
                    <a:pt x="1505902" y="312420"/>
                  </a:lnTo>
                  <a:lnTo>
                    <a:pt x="1521142" y="270510"/>
                  </a:lnTo>
                  <a:lnTo>
                    <a:pt x="1537335" y="229553"/>
                  </a:lnTo>
                  <a:lnTo>
                    <a:pt x="1552575" y="189548"/>
                  </a:lnTo>
                  <a:lnTo>
                    <a:pt x="1568768" y="150495"/>
                  </a:lnTo>
                  <a:lnTo>
                    <a:pt x="1584008" y="115253"/>
                  </a:lnTo>
                  <a:lnTo>
                    <a:pt x="1600200" y="82868"/>
                  </a:lnTo>
                  <a:lnTo>
                    <a:pt x="1615440" y="55245"/>
                  </a:lnTo>
                  <a:lnTo>
                    <a:pt x="1631632" y="31433"/>
                  </a:lnTo>
                  <a:lnTo>
                    <a:pt x="1647825" y="15240"/>
                  </a:lnTo>
                  <a:lnTo>
                    <a:pt x="1663065" y="4762"/>
                  </a:lnTo>
                  <a:lnTo>
                    <a:pt x="1679258" y="0"/>
                  </a:lnTo>
                  <a:lnTo>
                    <a:pt x="1694497" y="2858"/>
                  </a:lnTo>
                  <a:lnTo>
                    <a:pt x="1710690" y="12383"/>
                  </a:lnTo>
                  <a:lnTo>
                    <a:pt x="1725930" y="27623"/>
                  </a:lnTo>
                  <a:lnTo>
                    <a:pt x="1742122" y="48578"/>
                  </a:lnTo>
                  <a:lnTo>
                    <a:pt x="1757362" y="75248"/>
                  </a:lnTo>
                  <a:lnTo>
                    <a:pt x="1773555" y="106680"/>
                  </a:lnTo>
                  <a:lnTo>
                    <a:pt x="1789747" y="141923"/>
                  </a:lnTo>
                  <a:lnTo>
                    <a:pt x="1804988" y="180023"/>
                  </a:lnTo>
                  <a:lnTo>
                    <a:pt x="1821180" y="220028"/>
                  </a:lnTo>
                  <a:lnTo>
                    <a:pt x="1837372" y="260985"/>
                  </a:lnTo>
                  <a:lnTo>
                    <a:pt x="1852612" y="301943"/>
                  </a:lnTo>
                  <a:lnTo>
                    <a:pt x="1868805" y="342900"/>
                  </a:lnTo>
                  <a:lnTo>
                    <a:pt x="1884045" y="381953"/>
                  </a:lnTo>
                  <a:lnTo>
                    <a:pt x="1900238" y="418148"/>
                  </a:lnTo>
                  <a:lnTo>
                    <a:pt x="1915478" y="451485"/>
                  </a:lnTo>
                  <a:lnTo>
                    <a:pt x="1931670" y="482918"/>
                  </a:lnTo>
                  <a:lnTo>
                    <a:pt x="1946910" y="509588"/>
                  </a:lnTo>
                  <a:lnTo>
                    <a:pt x="1963103" y="532448"/>
                  </a:lnTo>
                  <a:lnTo>
                    <a:pt x="1978342" y="552450"/>
                  </a:lnTo>
                  <a:lnTo>
                    <a:pt x="1994535" y="568643"/>
                  </a:lnTo>
                  <a:lnTo>
                    <a:pt x="2010728" y="581025"/>
                  </a:lnTo>
                  <a:lnTo>
                    <a:pt x="2025968" y="590550"/>
                  </a:lnTo>
                  <a:lnTo>
                    <a:pt x="2042160" y="596265"/>
                  </a:lnTo>
                  <a:lnTo>
                    <a:pt x="2057400" y="600075"/>
                  </a:lnTo>
                  <a:lnTo>
                    <a:pt x="2073592" y="601980"/>
                  </a:lnTo>
                  <a:lnTo>
                    <a:pt x="2089785" y="602933"/>
                  </a:lnTo>
                  <a:lnTo>
                    <a:pt x="2105025" y="601980"/>
                  </a:lnTo>
                  <a:lnTo>
                    <a:pt x="2121218" y="601028"/>
                  </a:lnTo>
                  <a:lnTo>
                    <a:pt x="2136458" y="599123"/>
                  </a:lnTo>
                  <a:lnTo>
                    <a:pt x="2152650" y="597218"/>
                  </a:lnTo>
                  <a:lnTo>
                    <a:pt x="2168842" y="595312"/>
                  </a:lnTo>
                  <a:lnTo>
                    <a:pt x="2184082" y="594360"/>
                  </a:lnTo>
                  <a:lnTo>
                    <a:pt x="2200275" y="592455"/>
                  </a:lnTo>
                  <a:lnTo>
                    <a:pt x="2215515" y="592455"/>
                  </a:lnTo>
                  <a:lnTo>
                    <a:pt x="2231708" y="592455"/>
                  </a:lnTo>
                  <a:lnTo>
                    <a:pt x="2246948" y="592455"/>
                  </a:lnTo>
                  <a:lnTo>
                    <a:pt x="2263140" y="593408"/>
                  </a:lnTo>
                  <a:lnTo>
                    <a:pt x="2278380" y="594360"/>
                  </a:lnTo>
                  <a:lnTo>
                    <a:pt x="2294572" y="596265"/>
                  </a:lnTo>
                  <a:lnTo>
                    <a:pt x="2309812" y="597218"/>
                  </a:lnTo>
                  <a:lnTo>
                    <a:pt x="2326005" y="599123"/>
                  </a:lnTo>
                  <a:lnTo>
                    <a:pt x="2341245" y="599123"/>
                  </a:lnTo>
                  <a:lnTo>
                    <a:pt x="2357438" y="601028"/>
                  </a:lnTo>
                  <a:lnTo>
                    <a:pt x="2373630" y="601980"/>
                  </a:lnTo>
                  <a:lnTo>
                    <a:pt x="2389822" y="601980"/>
                  </a:lnTo>
                  <a:lnTo>
                    <a:pt x="2405062" y="602933"/>
                  </a:lnTo>
                  <a:lnTo>
                    <a:pt x="2421255" y="602933"/>
                  </a:lnTo>
                  <a:lnTo>
                    <a:pt x="2436495" y="602933"/>
                  </a:lnTo>
                  <a:lnTo>
                    <a:pt x="2452688" y="602933"/>
                  </a:lnTo>
                  <a:lnTo>
                    <a:pt x="2467928" y="601980"/>
                  </a:lnTo>
                  <a:lnTo>
                    <a:pt x="2484120" y="601980"/>
                  </a:lnTo>
                  <a:lnTo>
                    <a:pt x="2499360" y="601028"/>
                  </a:lnTo>
                  <a:lnTo>
                    <a:pt x="2515552" y="601028"/>
                  </a:lnTo>
                  <a:lnTo>
                    <a:pt x="2531745" y="601028"/>
                  </a:lnTo>
                  <a:lnTo>
                    <a:pt x="2546985" y="600075"/>
                  </a:lnTo>
                  <a:lnTo>
                    <a:pt x="2563178" y="600075"/>
                  </a:lnTo>
                  <a:lnTo>
                    <a:pt x="2578418" y="600075"/>
                  </a:lnTo>
                  <a:lnTo>
                    <a:pt x="2594610" y="600075"/>
                  </a:lnTo>
                  <a:lnTo>
                    <a:pt x="2609850" y="600075"/>
                  </a:lnTo>
                  <a:lnTo>
                    <a:pt x="2626042" y="601028"/>
                  </a:lnTo>
                  <a:lnTo>
                    <a:pt x="2641282" y="601028"/>
                  </a:lnTo>
                  <a:lnTo>
                    <a:pt x="2657475" y="601028"/>
                  </a:lnTo>
                  <a:lnTo>
                    <a:pt x="2672715" y="601980"/>
                  </a:lnTo>
                  <a:lnTo>
                    <a:pt x="2688908" y="601980"/>
                  </a:lnTo>
                  <a:lnTo>
                    <a:pt x="2705100" y="601980"/>
                  </a:lnTo>
                  <a:lnTo>
                    <a:pt x="2721292" y="602933"/>
                  </a:lnTo>
                  <a:lnTo>
                    <a:pt x="2736532" y="602933"/>
                  </a:lnTo>
                  <a:lnTo>
                    <a:pt x="2752725" y="602933"/>
                  </a:lnTo>
                  <a:lnTo>
                    <a:pt x="2767965" y="602933"/>
                  </a:lnTo>
                  <a:lnTo>
                    <a:pt x="2784158" y="602933"/>
                  </a:lnTo>
                  <a:lnTo>
                    <a:pt x="2799398" y="602933"/>
                  </a:lnTo>
                  <a:lnTo>
                    <a:pt x="2815590" y="602933"/>
                  </a:lnTo>
                  <a:lnTo>
                    <a:pt x="2830830" y="601980"/>
                  </a:lnTo>
                  <a:lnTo>
                    <a:pt x="2847022" y="601980"/>
                  </a:lnTo>
                  <a:lnTo>
                    <a:pt x="2862262" y="601980"/>
                  </a:lnTo>
                  <a:lnTo>
                    <a:pt x="2878455" y="601980"/>
                  </a:lnTo>
                  <a:lnTo>
                    <a:pt x="2894648" y="601980"/>
                  </a:lnTo>
                  <a:lnTo>
                    <a:pt x="2909888" y="601980"/>
                  </a:lnTo>
                  <a:lnTo>
                    <a:pt x="2926080" y="601980"/>
                  </a:lnTo>
                  <a:lnTo>
                    <a:pt x="2941320" y="601980"/>
                  </a:lnTo>
                  <a:lnTo>
                    <a:pt x="2957512" y="601980"/>
                  </a:lnTo>
                  <a:lnTo>
                    <a:pt x="2972752" y="601980"/>
                  </a:lnTo>
                  <a:lnTo>
                    <a:pt x="2988945" y="601980"/>
                  </a:lnTo>
                  <a:lnTo>
                    <a:pt x="3005138" y="601980"/>
                  </a:lnTo>
                  <a:lnTo>
                    <a:pt x="3020378" y="602933"/>
                  </a:lnTo>
                  <a:lnTo>
                    <a:pt x="3036570" y="602933"/>
                  </a:lnTo>
                  <a:lnTo>
                    <a:pt x="3052762" y="602933"/>
                  </a:lnTo>
                  <a:lnTo>
                    <a:pt x="3068002" y="602933"/>
                  </a:lnTo>
                  <a:lnTo>
                    <a:pt x="3084195" y="602933"/>
                  </a:lnTo>
                  <a:lnTo>
                    <a:pt x="3099435" y="602933"/>
                  </a:lnTo>
                  <a:lnTo>
                    <a:pt x="3115628" y="602933"/>
                  </a:lnTo>
                  <a:lnTo>
                    <a:pt x="3130868" y="602933"/>
                  </a:lnTo>
                  <a:lnTo>
                    <a:pt x="3147060" y="602933"/>
                  </a:lnTo>
                  <a:lnTo>
                    <a:pt x="3162300" y="602933"/>
                  </a:lnTo>
                  <a:lnTo>
                    <a:pt x="3178492" y="602933"/>
                  </a:lnTo>
                  <a:lnTo>
                    <a:pt x="3193732" y="601980"/>
                  </a:lnTo>
                  <a:lnTo>
                    <a:pt x="3209925" y="601980"/>
                  </a:lnTo>
                  <a:lnTo>
                    <a:pt x="3225165" y="601980"/>
                  </a:lnTo>
                  <a:lnTo>
                    <a:pt x="3241358" y="601980"/>
                  </a:lnTo>
                  <a:lnTo>
                    <a:pt x="3257550" y="601980"/>
                  </a:lnTo>
                  <a:lnTo>
                    <a:pt x="3272790" y="601980"/>
                  </a:lnTo>
                  <a:lnTo>
                    <a:pt x="3288982" y="601980"/>
                  </a:lnTo>
                  <a:lnTo>
                    <a:pt x="3305175" y="601980"/>
                  </a:lnTo>
                  <a:lnTo>
                    <a:pt x="3320415" y="602933"/>
                  </a:lnTo>
                  <a:lnTo>
                    <a:pt x="3336608" y="602933"/>
                  </a:lnTo>
                  <a:lnTo>
                    <a:pt x="3351848" y="602933"/>
                  </a:lnTo>
                  <a:lnTo>
                    <a:pt x="3368040" y="602933"/>
                  </a:lnTo>
                  <a:lnTo>
                    <a:pt x="3383280" y="602933"/>
                  </a:lnTo>
                  <a:lnTo>
                    <a:pt x="3399472" y="602933"/>
                  </a:lnTo>
                  <a:lnTo>
                    <a:pt x="3415665" y="602933"/>
                  </a:lnTo>
                  <a:lnTo>
                    <a:pt x="3430905" y="602933"/>
                  </a:lnTo>
                  <a:lnTo>
                    <a:pt x="3447098" y="602933"/>
                  </a:lnTo>
                  <a:lnTo>
                    <a:pt x="3462338" y="602933"/>
                  </a:lnTo>
                  <a:lnTo>
                    <a:pt x="3478530" y="602933"/>
                  </a:lnTo>
                  <a:lnTo>
                    <a:pt x="3493770" y="602933"/>
                  </a:lnTo>
                  <a:lnTo>
                    <a:pt x="3509962" y="602933"/>
                  </a:lnTo>
                  <a:lnTo>
                    <a:pt x="3525202" y="602933"/>
                  </a:lnTo>
                  <a:lnTo>
                    <a:pt x="3541395" y="602933"/>
                  </a:lnTo>
                  <a:lnTo>
                    <a:pt x="3556635" y="602933"/>
                  </a:lnTo>
                  <a:lnTo>
                    <a:pt x="3572828" y="602933"/>
                  </a:lnTo>
                  <a:lnTo>
                    <a:pt x="3588068" y="602933"/>
                  </a:lnTo>
                  <a:lnTo>
                    <a:pt x="3605212" y="602933"/>
                  </a:lnTo>
                  <a:lnTo>
                    <a:pt x="3620452" y="602933"/>
                  </a:lnTo>
                  <a:lnTo>
                    <a:pt x="3636645" y="602933"/>
                  </a:lnTo>
                  <a:lnTo>
                    <a:pt x="3651885" y="602933"/>
                  </a:lnTo>
                  <a:lnTo>
                    <a:pt x="3668078" y="602933"/>
                  </a:lnTo>
                  <a:lnTo>
                    <a:pt x="3683318" y="602933"/>
                  </a:lnTo>
                  <a:lnTo>
                    <a:pt x="3699510" y="602933"/>
                  </a:lnTo>
                  <a:lnTo>
                    <a:pt x="3714750" y="602933"/>
                  </a:lnTo>
                  <a:lnTo>
                    <a:pt x="3730942" y="602933"/>
                  </a:lnTo>
                  <a:lnTo>
                    <a:pt x="3746182" y="602933"/>
                  </a:lnTo>
                  <a:lnTo>
                    <a:pt x="3762375" y="602933"/>
                  </a:lnTo>
                  <a:lnTo>
                    <a:pt x="3769042" y="602933"/>
                  </a:lnTo>
                </a:path>
              </a:pathLst>
            </a:custGeom>
            <a:noFill/>
            <a:ln w="13335">
              <a:solidFill>
                <a:srgbClr val="5B6475"/>
              </a:solidFill>
              <a:custDash>
                <a:ds d="428571" sp="285714"/>
              </a:custDash>
            </a:ln>
          </p:spPr>
        </p:sp>
        <p:sp>
          <p:nvSpPr>
            <p:cNvPr id="13" name="Freeform 13"/>
            <p:cNvSpPr/>
            <p:nvPr/>
          </p:nvSpPr>
          <p:spPr>
            <a:xfrm>
              <a:off x="904875" y="3818572"/>
              <a:ext cx="3769042" cy="602933"/>
            </a:xfrm>
            <a:custGeom>
              <a:avLst/>
              <a:gdLst/>
              <a:ahLst/>
              <a:cxnLst/>
              <a:rect l="l" t="t" r="r" b="b"/>
              <a:pathLst>
                <a:path w="3769042" h="602933">
                  <a:moveTo>
                    <a:pt x="0" y="602933"/>
                  </a:moveTo>
                  <a:lnTo>
                    <a:pt x="5715" y="602933"/>
                  </a:lnTo>
                  <a:lnTo>
                    <a:pt x="21907" y="602933"/>
                  </a:lnTo>
                  <a:lnTo>
                    <a:pt x="37148" y="602933"/>
                  </a:lnTo>
                  <a:lnTo>
                    <a:pt x="53340" y="602933"/>
                  </a:lnTo>
                  <a:lnTo>
                    <a:pt x="69532" y="602933"/>
                  </a:lnTo>
                  <a:lnTo>
                    <a:pt x="84773" y="602933"/>
                  </a:lnTo>
                  <a:lnTo>
                    <a:pt x="100965" y="602933"/>
                  </a:lnTo>
                  <a:lnTo>
                    <a:pt x="116205" y="602933"/>
                  </a:lnTo>
                  <a:lnTo>
                    <a:pt x="132398" y="602933"/>
                  </a:lnTo>
                  <a:lnTo>
                    <a:pt x="147638" y="602933"/>
                  </a:lnTo>
                  <a:lnTo>
                    <a:pt x="163830" y="602933"/>
                  </a:lnTo>
                  <a:lnTo>
                    <a:pt x="179070" y="602933"/>
                  </a:lnTo>
                  <a:lnTo>
                    <a:pt x="195262" y="602933"/>
                  </a:lnTo>
                  <a:lnTo>
                    <a:pt x="210502" y="602933"/>
                  </a:lnTo>
                  <a:lnTo>
                    <a:pt x="226695" y="602933"/>
                  </a:lnTo>
                  <a:lnTo>
                    <a:pt x="241935" y="602933"/>
                  </a:lnTo>
                  <a:lnTo>
                    <a:pt x="259080" y="602933"/>
                  </a:lnTo>
                  <a:lnTo>
                    <a:pt x="274320" y="602933"/>
                  </a:lnTo>
                  <a:lnTo>
                    <a:pt x="290512" y="602933"/>
                  </a:lnTo>
                  <a:lnTo>
                    <a:pt x="305752" y="602933"/>
                  </a:lnTo>
                  <a:lnTo>
                    <a:pt x="321945" y="602933"/>
                  </a:lnTo>
                  <a:lnTo>
                    <a:pt x="337185" y="602933"/>
                  </a:lnTo>
                  <a:lnTo>
                    <a:pt x="353377" y="602933"/>
                  </a:lnTo>
                  <a:lnTo>
                    <a:pt x="368617" y="602933"/>
                  </a:lnTo>
                  <a:lnTo>
                    <a:pt x="384810" y="602933"/>
                  </a:lnTo>
                  <a:lnTo>
                    <a:pt x="400050" y="602933"/>
                  </a:lnTo>
                  <a:lnTo>
                    <a:pt x="416242" y="602933"/>
                  </a:lnTo>
                  <a:lnTo>
                    <a:pt x="432435" y="602933"/>
                  </a:lnTo>
                  <a:lnTo>
                    <a:pt x="447675" y="602933"/>
                  </a:lnTo>
                  <a:lnTo>
                    <a:pt x="463867" y="601980"/>
                  </a:lnTo>
                  <a:lnTo>
                    <a:pt x="479108" y="601980"/>
                  </a:lnTo>
                  <a:lnTo>
                    <a:pt x="495300" y="601980"/>
                  </a:lnTo>
                  <a:lnTo>
                    <a:pt x="510540" y="601980"/>
                  </a:lnTo>
                  <a:lnTo>
                    <a:pt x="526733" y="601980"/>
                  </a:lnTo>
                  <a:lnTo>
                    <a:pt x="541972" y="601980"/>
                  </a:lnTo>
                  <a:lnTo>
                    <a:pt x="558165" y="601980"/>
                  </a:lnTo>
                  <a:lnTo>
                    <a:pt x="574358" y="601980"/>
                  </a:lnTo>
                  <a:lnTo>
                    <a:pt x="590550" y="602933"/>
                  </a:lnTo>
                  <a:lnTo>
                    <a:pt x="605790" y="602933"/>
                  </a:lnTo>
                  <a:lnTo>
                    <a:pt x="621983" y="602933"/>
                  </a:lnTo>
                  <a:lnTo>
                    <a:pt x="637222" y="602933"/>
                  </a:lnTo>
                  <a:lnTo>
                    <a:pt x="653415" y="602933"/>
                  </a:lnTo>
                  <a:lnTo>
                    <a:pt x="668655" y="602933"/>
                  </a:lnTo>
                  <a:lnTo>
                    <a:pt x="684848" y="602933"/>
                  </a:lnTo>
                  <a:lnTo>
                    <a:pt x="700088" y="602933"/>
                  </a:lnTo>
                  <a:lnTo>
                    <a:pt x="716280" y="602933"/>
                  </a:lnTo>
                  <a:lnTo>
                    <a:pt x="731520" y="602933"/>
                  </a:lnTo>
                  <a:lnTo>
                    <a:pt x="747712" y="602933"/>
                  </a:lnTo>
                  <a:lnTo>
                    <a:pt x="762952" y="601980"/>
                  </a:lnTo>
                  <a:lnTo>
                    <a:pt x="779145" y="601980"/>
                  </a:lnTo>
                  <a:lnTo>
                    <a:pt x="795338" y="601980"/>
                  </a:lnTo>
                  <a:lnTo>
                    <a:pt x="810578" y="601980"/>
                  </a:lnTo>
                  <a:lnTo>
                    <a:pt x="826770" y="601980"/>
                  </a:lnTo>
                  <a:lnTo>
                    <a:pt x="842010" y="601980"/>
                  </a:lnTo>
                  <a:lnTo>
                    <a:pt x="858202" y="601980"/>
                  </a:lnTo>
                  <a:lnTo>
                    <a:pt x="874395" y="601980"/>
                  </a:lnTo>
                  <a:lnTo>
                    <a:pt x="889635" y="601980"/>
                  </a:lnTo>
                  <a:lnTo>
                    <a:pt x="905828" y="601980"/>
                  </a:lnTo>
                  <a:lnTo>
                    <a:pt x="921067" y="601980"/>
                  </a:lnTo>
                  <a:lnTo>
                    <a:pt x="937260" y="601980"/>
                  </a:lnTo>
                  <a:lnTo>
                    <a:pt x="953452" y="602933"/>
                  </a:lnTo>
                  <a:lnTo>
                    <a:pt x="968692" y="602933"/>
                  </a:lnTo>
                  <a:lnTo>
                    <a:pt x="984885" y="602933"/>
                  </a:lnTo>
                  <a:lnTo>
                    <a:pt x="1000125" y="602933"/>
                  </a:lnTo>
                  <a:lnTo>
                    <a:pt x="1016317" y="602933"/>
                  </a:lnTo>
                  <a:lnTo>
                    <a:pt x="1031558" y="602933"/>
                  </a:lnTo>
                  <a:lnTo>
                    <a:pt x="1047750" y="602933"/>
                  </a:lnTo>
                  <a:lnTo>
                    <a:pt x="1062990" y="601980"/>
                  </a:lnTo>
                  <a:lnTo>
                    <a:pt x="1079182" y="601980"/>
                  </a:lnTo>
                  <a:lnTo>
                    <a:pt x="1094422" y="601980"/>
                  </a:lnTo>
                  <a:lnTo>
                    <a:pt x="1110615" y="601028"/>
                  </a:lnTo>
                  <a:lnTo>
                    <a:pt x="1125855" y="601028"/>
                  </a:lnTo>
                  <a:lnTo>
                    <a:pt x="1142048" y="601028"/>
                  </a:lnTo>
                  <a:lnTo>
                    <a:pt x="1158240" y="600075"/>
                  </a:lnTo>
                  <a:lnTo>
                    <a:pt x="1174432" y="600075"/>
                  </a:lnTo>
                  <a:lnTo>
                    <a:pt x="1189672" y="600075"/>
                  </a:lnTo>
                  <a:lnTo>
                    <a:pt x="1205865" y="600075"/>
                  </a:lnTo>
                  <a:lnTo>
                    <a:pt x="1221105" y="600075"/>
                  </a:lnTo>
                  <a:lnTo>
                    <a:pt x="1237298" y="601028"/>
                  </a:lnTo>
                  <a:lnTo>
                    <a:pt x="1252538" y="601028"/>
                  </a:lnTo>
                  <a:lnTo>
                    <a:pt x="1268730" y="601028"/>
                  </a:lnTo>
                  <a:lnTo>
                    <a:pt x="1283970" y="601980"/>
                  </a:lnTo>
                  <a:lnTo>
                    <a:pt x="1300162" y="601980"/>
                  </a:lnTo>
                  <a:lnTo>
                    <a:pt x="1316355" y="602933"/>
                  </a:lnTo>
                  <a:lnTo>
                    <a:pt x="1331595" y="602933"/>
                  </a:lnTo>
                  <a:lnTo>
                    <a:pt x="1347788" y="602933"/>
                  </a:lnTo>
                  <a:lnTo>
                    <a:pt x="1363028" y="602933"/>
                  </a:lnTo>
                  <a:lnTo>
                    <a:pt x="1379220" y="601980"/>
                  </a:lnTo>
                  <a:lnTo>
                    <a:pt x="1394460" y="601980"/>
                  </a:lnTo>
                  <a:lnTo>
                    <a:pt x="1410652" y="601028"/>
                  </a:lnTo>
                  <a:lnTo>
                    <a:pt x="1425892" y="599123"/>
                  </a:lnTo>
                  <a:lnTo>
                    <a:pt x="1442085" y="599123"/>
                  </a:lnTo>
                  <a:lnTo>
                    <a:pt x="1457325" y="597218"/>
                  </a:lnTo>
                  <a:lnTo>
                    <a:pt x="1474470" y="596265"/>
                  </a:lnTo>
                  <a:lnTo>
                    <a:pt x="1489710" y="594360"/>
                  </a:lnTo>
                  <a:lnTo>
                    <a:pt x="1505902" y="593408"/>
                  </a:lnTo>
                  <a:lnTo>
                    <a:pt x="1521142" y="592455"/>
                  </a:lnTo>
                  <a:lnTo>
                    <a:pt x="1537335" y="592455"/>
                  </a:lnTo>
                  <a:lnTo>
                    <a:pt x="1552575" y="592455"/>
                  </a:lnTo>
                  <a:lnTo>
                    <a:pt x="1568768" y="592455"/>
                  </a:lnTo>
                  <a:lnTo>
                    <a:pt x="1584008" y="594360"/>
                  </a:lnTo>
                  <a:lnTo>
                    <a:pt x="1600200" y="595312"/>
                  </a:lnTo>
                  <a:lnTo>
                    <a:pt x="1615440" y="597218"/>
                  </a:lnTo>
                  <a:lnTo>
                    <a:pt x="1631632" y="599123"/>
                  </a:lnTo>
                  <a:lnTo>
                    <a:pt x="1647825" y="601028"/>
                  </a:lnTo>
                  <a:lnTo>
                    <a:pt x="1663065" y="601980"/>
                  </a:lnTo>
                  <a:lnTo>
                    <a:pt x="1679258" y="602933"/>
                  </a:lnTo>
                  <a:lnTo>
                    <a:pt x="1694497" y="601980"/>
                  </a:lnTo>
                  <a:lnTo>
                    <a:pt x="1710690" y="600075"/>
                  </a:lnTo>
                  <a:lnTo>
                    <a:pt x="1725930" y="596265"/>
                  </a:lnTo>
                  <a:lnTo>
                    <a:pt x="1742122" y="590550"/>
                  </a:lnTo>
                  <a:lnTo>
                    <a:pt x="1757362" y="581025"/>
                  </a:lnTo>
                  <a:lnTo>
                    <a:pt x="1773555" y="568643"/>
                  </a:lnTo>
                  <a:lnTo>
                    <a:pt x="1789747" y="552450"/>
                  </a:lnTo>
                  <a:lnTo>
                    <a:pt x="1804988" y="532448"/>
                  </a:lnTo>
                  <a:lnTo>
                    <a:pt x="1821180" y="509588"/>
                  </a:lnTo>
                  <a:lnTo>
                    <a:pt x="1837372" y="482918"/>
                  </a:lnTo>
                  <a:lnTo>
                    <a:pt x="1852612" y="451485"/>
                  </a:lnTo>
                  <a:lnTo>
                    <a:pt x="1868805" y="418148"/>
                  </a:lnTo>
                  <a:lnTo>
                    <a:pt x="1884045" y="381953"/>
                  </a:lnTo>
                  <a:lnTo>
                    <a:pt x="1900238" y="342900"/>
                  </a:lnTo>
                  <a:lnTo>
                    <a:pt x="1915478" y="301943"/>
                  </a:lnTo>
                  <a:lnTo>
                    <a:pt x="1931670" y="260985"/>
                  </a:lnTo>
                  <a:lnTo>
                    <a:pt x="1946910" y="220028"/>
                  </a:lnTo>
                  <a:lnTo>
                    <a:pt x="1963103" y="180023"/>
                  </a:lnTo>
                  <a:lnTo>
                    <a:pt x="1978342" y="141923"/>
                  </a:lnTo>
                  <a:lnTo>
                    <a:pt x="1994535" y="106680"/>
                  </a:lnTo>
                  <a:lnTo>
                    <a:pt x="2010728" y="75248"/>
                  </a:lnTo>
                  <a:lnTo>
                    <a:pt x="2025968" y="48578"/>
                  </a:lnTo>
                  <a:lnTo>
                    <a:pt x="2042160" y="27623"/>
                  </a:lnTo>
                  <a:lnTo>
                    <a:pt x="2057400" y="12383"/>
                  </a:lnTo>
                  <a:lnTo>
                    <a:pt x="2073592" y="2858"/>
                  </a:lnTo>
                  <a:lnTo>
                    <a:pt x="2089785" y="0"/>
                  </a:lnTo>
                  <a:lnTo>
                    <a:pt x="2105025" y="4762"/>
                  </a:lnTo>
                  <a:lnTo>
                    <a:pt x="2121218" y="15240"/>
                  </a:lnTo>
                  <a:lnTo>
                    <a:pt x="2136458" y="31433"/>
                  </a:lnTo>
                  <a:lnTo>
                    <a:pt x="2152650" y="55245"/>
                  </a:lnTo>
                  <a:lnTo>
                    <a:pt x="2168842" y="82868"/>
                  </a:lnTo>
                  <a:lnTo>
                    <a:pt x="2184082" y="115253"/>
                  </a:lnTo>
                  <a:lnTo>
                    <a:pt x="2200275" y="150495"/>
                  </a:lnTo>
                  <a:lnTo>
                    <a:pt x="2215515" y="189548"/>
                  </a:lnTo>
                  <a:lnTo>
                    <a:pt x="2231708" y="229553"/>
                  </a:lnTo>
                  <a:lnTo>
                    <a:pt x="2246948" y="270510"/>
                  </a:lnTo>
                  <a:lnTo>
                    <a:pt x="2263140" y="312420"/>
                  </a:lnTo>
                  <a:lnTo>
                    <a:pt x="2278380" y="352425"/>
                  </a:lnTo>
                  <a:lnTo>
                    <a:pt x="2294572" y="390525"/>
                  </a:lnTo>
                  <a:lnTo>
                    <a:pt x="2309812" y="426720"/>
                  </a:lnTo>
                  <a:lnTo>
                    <a:pt x="2326005" y="460058"/>
                  </a:lnTo>
                  <a:lnTo>
                    <a:pt x="2341245" y="489585"/>
                  </a:lnTo>
                  <a:lnTo>
                    <a:pt x="2357438" y="515303"/>
                  </a:lnTo>
                  <a:lnTo>
                    <a:pt x="2373630" y="538162"/>
                  </a:lnTo>
                  <a:lnTo>
                    <a:pt x="2389822" y="556260"/>
                  </a:lnTo>
                  <a:lnTo>
                    <a:pt x="2405062" y="571500"/>
                  </a:lnTo>
                  <a:lnTo>
                    <a:pt x="2421255" y="582930"/>
                  </a:lnTo>
                  <a:lnTo>
                    <a:pt x="2436495" y="591503"/>
                  </a:lnTo>
                  <a:lnTo>
                    <a:pt x="2452688" y="597218"/>
                  </a:lnTo>
                  <a:lnTo>
                    <a:pt x="2467928" y="601028"/>
                  </a:lnTo>
                  <a:lnTo>
                    <a:pt x="2484120" y="602933"/>
                  </a:lnTo>
                  <a:lnTo>
                    <a:pt x="2499360" y="602933"/>
                  </a:lnTo>
                  <a:lnTo>
                    <a:pt x="2515552" y="601980"/>
                  </a:lnTo>
                  <a:lnTo>
                    <a:pt x="2531745" y="600075"/>
                  </a:lnTo>
                  <a:lnTo>
                    <a:pt x="2546985" y="599123"/>
                  </a:lnTo>
                  <a:lnTo>
                    <a:pt x="2563178" y="597218"/>
                  </a:lnTo>
                  <a:lnTo>
                    <a:pt x="2578418" y="595312"/>
                  </a:lnTo>
                  <a:lnTo>
                    <a:pt x="2594610" y="593408"/>
                  </a:lnTo>
                  <a:lnTo>
                    <a:pt x="2609850" y="592455"/>
                  </a:lnTo>
                  <a:lnTo>
                    <a:pt x="2626042" y="592455"/>
                  </a:lnTo>
                  <a:lnTo>
                    <a:pt x="2641282" y="592455"/>
                  </a:lnTo>
                  <a:lnTo>
                    <a:pt x="2657475" y="592455"/>
                  </a:lnTo>
                  <a:lnTo>
                    <a:pt x="2672715" y="593408"/>
                  </a:lnTo>
                  <a:lnTo>
                    <a:pt x="2688908" y="595312"/>
                  </a:lnTo>
                  <a:lnTo>
                    <a:pt x="2705100" y="596265"/>
                  </a:lnTo>
                  <a:lnTo>
                    <a:pt x="2721292" y="597218"/>
                  </a:lnTo>
                  <a:lnTo>
                    <a:pt x="2736532" y="599123"/>
                  </a:lnTo>
                  <a:lnTo>
                    <a:pt x="2752725" y="600075"/>
                  </a:lnTo>
                  <a:lnTo>
                    <a:pt x="2767965" y="601028"/>
                  </a:lnTo>
                  <a:lnTo>
                    <a:pt x="2784158" y="601980"/>
                  </a:lnTo>
                  <a:lnTo>
                    <a:pt x="2799398" y="601980"/>
                  </a:lnTo>
                  <a:lnTo>
                    <a:pt x="2815590" y="602933"/>
                  </a:lnTo>
                  <a:lnTo>
                    <a:pt x="2830830" y="602933"/>
                  </a:lnTo>
                  <a:lnTo>
                    <a:pt x="2847022" y="602933"/>
                  </a:lnTo>
                  <a:lnTo>
                    <a:pt x="2862262" y="602933"/>
                  </a:lnTo>
                  <a:lnTo>
                    <a:pt x="2878455" y="601980"/>
                  </a:lnTo>
                  <a:lnTo>
                    <a:pt x="2894648" y="601980"/>
                  </a:lnTo>
                  <a:lnTo>
                    <a:pt x="2909888" y="601028"/>
                  </a:lnTo>
                  <a:lnTo>
                    <a:pt x="2926080" y="601028"/>
                  </a:lnTo>
                  <a:lnTo>
                    <a:pt x="2941320" y="600075"/>
                  </a:lnTo>
                  <a:lnTo>
                    <a:pt x="2957512" y="600075"/>
                  </a:lnTo>
                  <a:lnTo>
                    <a:pt x="2972752" y="600075"/>
                  </a:lnTo>
                  <a:lnTo>
                    <a:pt x="2988945" y="600075"/>
                  </a:lnTo>
                  <a:lnTo>
                    <a:pt x="3005138" y="600075"/>
                  </a:lnTo>
                  <a:lnTo>
                    <a:pt x="3020378" y="600075"/>
                  </a:lnTo>
                  <a:lnTo>
                    <a:pt x="3036570" y="601028"/>
                  </a:lnTo>
                  <a:lnTo>
                    <a:pt x="3052762" y="601028"/>
                  </a:lnTo>
                  <a:lnTo>
                    <a:pt x="3068002" y="601980"/>
                  </a:lnTo>
                  <a:lnTo>
                    <a:pt x="3084195" y="601980"/>
                  </a:lnTo>
                  <a:lnTo>
                    <a:pt x="3099435" y="601980"/>
                  </a:lnTo>
                  <a:lnTo>
                    <a:pt x="3115628" y="601980"/>
                  </a:lnTo>
                  <a:lnTo>
                    <a:pt x="3130868" y="602933"/>
                  </a:lnTo>
                  <a:lnTo>
                    <a:pt x="3147060" y="602933"/>
                  </a:lnTo>
                  <a:lnTo>
                    <a:pt x="3162300" y="602933"/>
                  </a:lnTo>
                  <a:lnTo>
                    <a:pt x="3178492" y="602933"/>
                  </a:lnTo>
                  <a:lnTo>
                    <a:pt x="3193732" y="602933"/>
                  </a:lnTo>
                  <a:lnTo>
                    <a:pt x="3209925" y="602933"/>
                  </a:lnTo>
                  <a:lnTo>
                    <a:pt x="3225165" y="601980"/>
                  </a:lnTo>
                  <a:lnTo>
                    <a:pt x="3241358" y="601980"/>
                  </a:lnTo>
                  <a:lnTo>
                    <a:pt x="3257550" y="601980"/>
                  </a:lnTo>
                  <a:lnTo>
                    <a:pt x="3272790" y="601980"/>
                  </a:lnTo>
                  <a:lnTo>
                    <a:pt x="3288982" y="601980"/>
                  </a:lnTo>
                  <a:lnTo>
                    <a:pt x="3305175" y="601980"/>
                  </a:lnTo>
                  <a:lnTo>
                    <a:pt x="3320415" y="601980"/>
                  </a:lnTo>
                  <a:lnTo>
                    <a:pt x="3336608" y="601980"/>
                  </a:lnTo>
                  <a:lnTo>
                    <a:pt x="3351848" y="601980"/>
                  </a:lnTo>
                  <a:lnTo>
                    <a:pt x="3368040" y="601980"/>
                  </a:lnTo>
                  <a:lnTo>
                    <a:pt x="3383280" y="601980"/>
                  </a:lnTo>
                  <a:lnTo>
                    <a:pt x="3399472" y="601980"/>
                  </a:lnTo>
                  <a:lnTo>
                    <a:pt x="3415665" y="601980"/>
                  </a:lnTo>
                  <a:lnTo>
                    <a:pt x="3430905" y="602933"/>
                  </a:lnTo>
                  <a:lnTo>
                    <a:pt x="3447098" y="602933"/>
                  </a:lnTo>
                  <a:lnTo>
                    <a:pt x="3462338" y="602933"/>
                  </a:lnTo>
                  <a:lnTo>
                    <a:pt x="3478530" y="602933"/>
                  </a:lnTo>
                  <a:lnTo>
                    <a:pt x="3493770" y="602933"/>
                  </a:lnTo>
                  <a:lnTo>
                    <a:pt x="3509962" y="602933"/>
                  </a:lnTo>
                  <a:lnTo>
                    <a:pt x="3525202" y="602933"/>
                  </a:lnTo>
                  <a:lnTo>
                    <a:pt x="3541395" y="602933"/>
                  </a:lnTo>
                  <a:lnTo>
                    <a:pt x="3556635" y="602933"/>
                  </a:lnTo>
                  <a:lnTo>
                    <a:pt x="3572828" y="602933"/>
                  </a:lnTo>
                  <a:lnTo>
                    <a:pt x="3588068" y="602933"/>
                  </a:lnTo>
                  <a:lnTo>
                    <a:pt x="3605212" y="601980"/>
                  </a:lnTo>
                  <a:lnTo>
                    <a:pt x="3620452" y="601980"/>
                  </a:lnTo>
                  <a:lnTo>
                    <a:pt x="3636645" y="601980"/>
                  </a:lnTo>
                  <a:lnTo>
                    <a:pt x="3651885" y="601980"/>
                  </a:lnTo>
                  <a:lnTo>
                    <a:pt x="3668078" y="601980"/>
                  </a:lnTo>
                  <a:lnTo>
                    <a:pt x="3683318" y="601980"/>
                  </a:lnTo>
                  <a:lnTo>
                    <a:pt x="3699510" y="601980"/>
                  </a:lnTo>
                  <a:lnTo>
                    <a:pt x="3714750" y="601980"/>
                  </a:lnTo>
                  <a:lnTo>
                    <a:pt x="3730942" y="602933"/>
                  </a:lnTo>
                  <a:lnTo>
                    <a:pt x="3746182" y="602933"/>
                  </a:lnTo>
                  <a:lnTo>
                    <a:pt x="3762375" y="602933"/>
                  </a:lnTo>
                  <a:lnTo>
                    <a:pt x="3769042" y="602933"/>
                  </a:lnTo>
                </a:path>
              </a:pathLst>
            </a:custGeom>
            <a:noFill/>
            <a:ln w="13335">
              <a:solidFill>
                <a:srgbClr val="5B6475"/>
              </a:solidFill>
              <a:custDash>
                <a:ds d="428571" sp="285714"/>
              </a:custDash>
            </a:ln>
          </p:spPr>
        </p:sp>
        <p:sp>
          <p:nvSpPr>
            <p:cNvPr id="14" name="Freeform 14"/>
            <p:cNvSpPr/>
            <p:nvPr/>
          </p:nvSpPr>
          <p:spPr>
            <a:xfrm>
              <a:off x="904875" y="3818572"/>
              <a:ext cx="3769042" cy="602933"/>
            </a:xfrm>
            <a:custGeom>
              <a:avLst/>
              <a:gdLst/>
              <a:ahLst/>
              <a:cxnLst/>
              <a:rect l="l" t="t" r="r" b="b"/>
              <a:pathLst>
                <a:path w="3769042" h="602933">
                  <a:moveTo>
                    <a:pt x="0" y="602933"/>
                  </a:moveTo>
                  <a:lnTo>
                    <a:pt x="5715" y="602933"/>
                  </a:lnTo>
                  <a:lnTo>
                    <a:pt x="21907" y="602933"/>
                  </a:lnTo>
                  <a:lnTo>
                    <a:pt x="37148" y="602933"/>
                  </a:lnTo>
                  <a:lnTo>
                    <a:pt x="53340" y="601980"/>
                  </a:lnTo>
                  <a:lnTo>
                    <a:pt x="69532" y="601980"/>
                  </a:lnTo>
                  <a:lnTo>
                    <a:pt x="84773" y="601980"/>
                  </a:lnTo>
                  <a:lnTo>
                    <a:pt x="100965" y="601980"/>
                  </a:lnTo>
                  <a:lnTo>
                    <a:pt x="116205" y="601980"/>
                  </a:lnTo>
                  <a:lnTo>
                    <a:pt x="132398" y="601980"/>
                  </a:lnTo>
                  <a:lnTo>
                    <a:pt x="147638" y="601980"/>
                  </a:lnTo>
                  <a:lnTo>
                    <a:pt x="163830" y="601980"/>
                  </a:lnTo>
                  <a:lnTo>
                    <a:pt x="179070" y="601980"/>
                  </a:lnTo>
                  <a:lnTo>
                    <a:pt x="195262" y="601980"/>
                  </a:lnTo>
                  <a:lnTo>
                    <a:pt x="210502" y="601980"/>
                  </a:lnTo>
                  <a:lnTo>
                    <a:pt x="226695" y="602933"/>
                  </a:lnTo>
                  <a:lnTo>
                    <a:pt x="241935" y="602933"/>
                  </a:lnTo>
                  <a:lnTo>
                    <a:pt x="259080" y="602933"/>
                  </a:lnTo>
                  <a:lnTo>
                    <a:pt x="274320" y="602933"/>
                  </a:lnTo>
                  <a:lnTo>
                    <a:pt x="290512" y="602933"/>
                  </a:lnTo>
                  <a:lnTo>
                    <a:pt x="305752" y="602933"/>
                  </a:lnTo>
                  <a:lnTo>
                    <a:pt x="321945" y="602933"/>
                  </a:lnTo>
                  <a:lnTo>
                    <a:pt x="337185" y="602933"/>
                  </a:lnTo>
                  <a:lnTo>
                    <a:pt x="353377" y="601980"/>
                  </a:lnTo>
                  <a:lnTo>
                    <a:pt x="368617" y="601980"/>
                  </a:lnTo>
                  <a:lnTo>
                    <a:pt x="384810" y="601980"/>
                  </a:lnTo>
                  <a:lnTo>
                    <a:pt x="400050" y="601980"/>
                  </a:lnTo>
                  <a:lnTo>
                    <a:pt x="416242" y="601980"/>
                  </a:lnTo>
                  <a:lnTo>
                    <a:pt x="432435" y="601980"/>
                  </a:lnTo>
                  <a:lnTo>
                    <a:pt x="447675" y="601028"/>
                  </a:lnTo>
                  <a:lnTo>
                    <a:pt x="463867" y="601028"/>
                  </a:lnTo>
                  <a:lnTo>
                    <a:pt x="479108" y="601028"/>
                  </a:lnTo>
                  <a:lnTo>
                    <a:pt x="495300" y="601980"/>
                  </a:lnTo>
                  <a:lnTo>
                    <a:pt x="510540" y="601980"/>
                  </a:lnTo>
                  <a:lnTo>
                    <a:pt x="526733" y="601980"/>
                  </a:lnTo>
                  <a:lnTo>
                    <a:pt x="541972" y="601980"/>
                  </a:lnTo>
                  <a:lnTo>
                    <a:pt x="558165" y="601980"/>
                  </a:lnTo>
                  <a:lnTo>
                    <a:pt x="574358" y="601980"/>
                  </a:lnTo>
                  <a:lnTo>
                    <a:pt x="590550" y="602933"/>
                  </a:lnTo>
                  <a:lnTo>
                    <a:pt x="605790" y="602933"/>
                  </a:lnTo>
                  <a:lnTo>
                    <a:pt x="621983" y="602933"/>
                  </a:lnTo>
                  <a:lnTo>
                    <a:pt x="637222" y="602933"/>
                  </a:lnTo>
                  <a:lnTo>
                    <a:pt x="653415" y="601980"/>
                  </a:lnTo>
                  <a:lnTo>
                    <a:pt x="668655" y="601980"/>
                  </a:lnTo>
                  <a:lnTo>
                    <a:pt x="684848" y="601980"/>
                  </a:lnTo>
                  <a:lnTo>
                    <a:pt x="700088" y="601028"/>
                  </a:lnTo>
                  <a:lnTo>
                    <a:pt x="716280" y="601028"/>
                  </a:lnTo>
                  <a:lnTo>
                    <a:pt x="731520" y="601028"/>
                  </a:lnTo>
                  <a:lnTo>
                    <a:pt x="747712" y="600075"/>
                  </a:lnTo>
                  <a:lnTo>
                    <a:pt x="762952" y="600075"/>
                  </a:lnTo>
                  <a:lnTo>
                    <a:pt x="779145" y="599123"/>
                  </a:lnTo>
                  <a:lnTo>
                    <a:pt x="795338" y="599123"/>
                  </a:lnTo>
                  <a:lnTo>
                    <a:pt x="810578" y="599123"/>
                  </a:lnTo>
                  <a:lnTo>
                    <a:pt x="826770" y="599123"/>
                  </a:lnTo>
                  <a:lnTo>
                    <a:pt x="842010" y="600075"/>
                  </a:lnTo>
                  <a:lnTo>
                    <a:pt x="858202" y="600075"/>
                  </a:lnTo>
                  <a:lnTo>
                    <a:pt x="874395" y="601028"/>
                  </a:lnTo>
                  <a:lnTo>
                    <a:pt x="889635" y="601028"/>
                  </a:lnTo>
                  <a:lnTo>
                    <a:pt x="905828" y="601980"/>
                  </a:lnTo>
                  <a:lnTo>
                    <a:pt x="921067" y="601980"/>
                  </a:lnTo>
                  <a:lnTo>
                    <a:pt x="937260" y="601980"/>
                  </a:lnTo>
                  <a:lnTo>
                    <a:pt x="953452" y="601980"/>
                  </a:lnTo>
                  <a:lnTo>
                    <a:pt x="968692" y="601980"/>
                  </a:lnTo>
                  <a:lnTo>
                    <a:pt x="984885" y="601980"/>
                  </a:lnTo>
                  <a:lnTo>
                    <a:pt x="1000125" y="601028"/>
                  </a:lnTo>
                  <a:lnTo>
                    <a:pt x="1016317" y="600075"/>
                  </a:lnTo>
                  <a:lnTo>
                    <a:pt x="1031558" y="599123"/>
                  </a:lnTo>
                  <a:lnTo>
                    <a:pt x="1047750" y="597218"/>
                  </a:lnTo>
                  <a:lnTo>
                    <a:pt x="1062990" y="595312"/>
                  </a:lnTo>
                  <a:lnTo>
                    <a:pt x="1079182" y="594360"/>
                  </a:lnTo>
                  <a:lnTo>
                    <a:pt x="1094422" y="592455"/>
                  </a:lnTo>
                  <a:lnTo>
                    <a:pt x="1110615" y="591503"/>
                  </a:lnTo>
                  <a:lnTo>
                    <a:pt x="1125855" y="590550"/>
                  </a:lnTo>
                  <a:lnTo>
                    <a:pt x="1142048" y="590550"/>
                  </a:lnTo>
                  <a:lnTo>
                    <a:pt x="1158240" y="590550"/>
                  </a:lnTo>
                  <a:lnTo>
                    <a:pt x="1174432" y="591503"/>
                  </a:lnTo>
                  <a:lnTo>
                    <a:pt x="1189672" y="592455"/>
                  </a:lnTo>
                  <a:lnTo>
                    <a:pt x="1205865" y="594360"/>
                  </a:lnTo>
                  <a:lnTo>
                    <a:pt x="1221105" y="596265"/>
                  </a:lnTo>
                  <a:lnTo>
                    <a:pt x="1237298" y="598170"/>
                  </a:lnTo>
                  <a:lnTo>
                    <a:pt x="1252538" y="600075"/>
                  </a:lnTo>
                  <a:lnTo>
                    <a:pt x="1268730" y="601028"/>
                  </a:lnTo>
                  <a:lnTo>
                    <a:pt x="1283970" y="601980"/>
                  </a:lnTo>
                  <a:lnTo>
                    <a:pt x="1300162" y="600075"/>
                  </a:lnTo>
                  <a:lnTo>
                    <a:pt x="1316355" y="597218"/>
                  </a:lnTo>
                  <a:lnTo>
                    <a:pt x="1331595" y="591503"/>
                  </a:lnTo>
                  <a:lnTo>
                    <a:pt x="1347788" y="582930"/>
                  </a:lnTo>
                  <a:lnTo>
                    <a:pt x="1363028" y="571500"/>
                  </a:lnTo>
                  <a:lnTo>
                    <a:pt x="1379220" y="556260"/>
                  </a:lnTo>
                  <a:lnTo>
                    <a:pt x="1394460" y="537210"/>
                  </a:lnTo>
                  <a:lnTo>
                    <a:pt x="1410652" y="513398"/>
                  </a:lnTo>
                  <a:lnTo>
                    <a:pt x="1425892" y="485775"/>
                  </a:lnTo>
                  <a:lnTo>
                    <a:pt x="1442085" y="455295"/>
                  </a:lnTo>
                  <a:lnTo>
                    <a:pt x="1457325" y="421005"/>
                  </a:lnTo>
                  <a:lnTo>
                    <a:pt x="1474470" y="383858"/>
                  </a:lnTo>
                  <a:lnTo>
                    <a:pt x="1489710" y="343853"/>
                  </a:lnTo>
                  <a:lnTo>
                    <a:pt x="1505902" y="302895"/>
                  </a:lnTo>
                  <a:lnTo>
                    <a:pt x="1521142" y="260985"/>
                  </a:lnTo>
                  <a:lnTo>
                    <a:pt x="1537335" y="219075"/>
                  </a:lnTo>
                  <a:lnTo>
                    <a:pt x="1552575" y="179070"/>
                  </a:lnTo>
                  <a:lnTo>
                    <a:pt x="1568768" y="140970"/>
                  </a:lnTo>
                  <a:lnTo>
                    <a:pt x="1584008" y="105728"/>
                  </a:lnTo>
                  <a:lnTo>
                    <a:pt x="1600200" y="75248"/>
                  </a:lnTo>
                  <a:lnTo>
                    <a:pt x="1615440" y="48578"/>
                  </a:lnTo>
                  <a:lnTo>
                    <a:pt x="1631632" y="28575"/>
                  </a:lnTo>
                  <a:lnTo>
                    <a:pt x="1647825" y="13335"/>
                  </a:lnTo>
                  <a:lnTo>
                    <a:pt x="1663065" y="3810"/>
                  </a:lnTo>
                  <a:lnTo>
                    <a:pt x="1679258" y="0"/>
                  </a:lnTo>
                  <a:lnTo>
                    <a:pt x="1694497" y="2858"/>
                  </a:lnTo>
                  <a:lnTo>
                    <a:pt x="1710690" y="9525"/>
                  </a:lnTo>
                  <a:lnTo>
                    <a:pt x="1725930" y="20955"/>
                  </a:lnTo>
                  <a:lnTo>
                    <a:pt x="1742122" y="35243"/>
                  </a:lnTo>
                  <a:lnTo>
                    <a:pt x="1757362" y="53340"/>
                  </a:lnTo>
                  <a:lnTo>
                    <a:pt x="1773555" y="72390"/>
                  </a:lnTo>
                  <a:lnTo>
                    <a:pt x="1789747" y="91440"/>
                  </a:lnTo>
                  <a:lnTo>
                    <a:pt x="1804988" y="109538"/>
                  </a:lnTo>
                  <a:lnTo>
                    <a:pt x="1821180" y="126683"/>
                  </a:lnTo>
                  <a:lnTo>
                    <a:pt x="1837372" y="140970"/>
                  </a:lnTo>
                  <a:lnTo>
                    <a:pt x="1852612" y="151448"/>
                  </a:lnTo>
                  <a:lnTo>
                    <a:pt x="1868805" y="158115"/>
                  </a:lnTo>
                  <a:lnTo>
                    <a:pt x="1884045" y="160020"/>
                  </a:lnTo>
                  <a:lnTo>
                    <a:pt x="1900238" y="158115"/>
                  </a:lnTo>
                  <a:lnTo>
                    <a:pt x="1915478" y="151448"/>
                  </a:lnTo>
                  <a:lnTo>
                    <a:pt x="1931670" y="140970"/>
                  </a:lnTo>
                  <a:lnTo>
                    <a:pt x="1946910" y="126683"/>
                  </a:lnTo>
                  <a:lnTo>
                    <a:pt x="1963103" y="109538"/>
                  </a:lnTo>
                  <a:lnTo>
                    <a:pt x="1978342" y="91440"/>
                  </a:lnTo>
                  <a:lnTo>
                    <a:pt x="1994535" y="72390"/>
                  </a:lnTo>
                  <a:lnTo>
                    <a:pt x="2010728" y="53340"/>
                  </a:lnTo>
                  <a:lnTo>
                    <a:pt x="2025968" y="35243"/>
                  </a:lnTo>
                  <a:lnTo>
                    <a:pt x="2042160" y="20955"/>
                  </a:lnTo>
                  <a:lnTo>
                    <a:pt x="2057400" y="9525"/>
                  </a:lnTo>
                  <a:lnTo>
                    <a:pt x="2073592" y="2858"/>
                  </a:lnTo>
                  <a:lnTo>
                    <a:pt x="2089785" y="0"/>
                  </a:lnTo>
                  <a:lnTo>
                    <a:pt x="2105025" y="3810"/>
                  </a:lnTo>
                  <a:lnTo>
                    <a:pt x="2121218" y="13335"/>
                  </a:lnTo>
                  <a:lnTo>
                    <a:pt x="2136458" y="28575"/>
                  </a:lnTo>
                  <a:lnTo>
                    <a:pt x="2152650" y="48578"/>
                  </a:lnTo>
                  <a:lnTo>
                    <a:pt x="2168842" y="75248"/>
                  </a:lnTo>
                  <a:lnTo>
                    <a:pt x="2184082" y="105728"/>
                  </a:lnTo>
                  <a:lnTo>
                    <a:pt x="2200275" y="140970"/>
                  </a:lnTo>
                  <a:lnTo>
                    <a:pt x="2215515" y="179070"/>
                  </a:lnTo>
                  <a:lnTo>
                    <a:pt x="2231708" y="219075"/>
                  </a:lnTo>
                  <a:lnTo>
                    <a:pt x="2246948" y="260985"/>
                  </a:lnTo>
                  <a:lnTo>
                    <a:pt x="2263140" y="302895"/>
                  </a:lnTo>
                  <a:lnTo>
                    <a:pt x="2278380" y="343853"/>
                  </a:lnTo>
                  <a:lnTo>
                    <a:pt x="2294572" y="383858"/>
                  </a:lnTo>
                  <a:lnTo>
                    <a:pt x="2309812" y="421005"/>
                  </a:lnTo>
                  <a:lnTo>
                    <a:pt x="2326005" y="455295"/>
                  </a:lnTo>
                  <a:lnTo>
                    <a:pt x="2341245" y="485775"/>
                  </a:lnTo>
                  <a:lnTo>
                    <a:pt x="2357438" y="513398"/>
                  </a:lnTo>
                  <a:lnTo>
                    <a:pt x="2373630" y="537210"/>
                  </a:lnTo>
                  <a:lnTo>
                    <a:pt x="2389822" y="556260"/>
                  </a:lnTo>
                  <a:lnTo>
                    <a:pt x="2405062" y="571500"/>
                  </a:lnTo>
                  <a:lnTo>
                    <a:pt x="2421255" y="582930"/>
                  </a:lnTo>
                  <a:lnTo>
                    <a:pt x="2436495" y="591503"/>
                  </a:lnTo>
                  <a:lnTo>
                    <a:pt x="2452688" y="597218"/>
                  </a:lnTo>
                  <a:lnTo>
                    <a:pt x="2467928" y="600075"/>
                  </a:lnTo>
                  <a:lnTo>
                    <a:pt x="2484120" y="601980"/>
                  </a:lnTo>
                  <a:lnTo>
                    <a:pt x="2499360" y="601028"/>
                  </a:lnTo>
                  <a:lnTo>
                    <a:pt x="2515552" y="600075"/>
                  </a:lnTo>
                  <a:lnTo>
                    <a:pt x="2531745" y="598170"/>
                  </a:lnTo>
                  <a:lnTo>
                    <a:pt x="2546985" y="596265"/>
                  </a:lnTo>
                  <a:lnTo>
                    <a:pt x="2563178" y="594360"/>
                  </a:lnTo>
                  <a:lnTo>
                    <a:pt x="2578418" y="592455"/>
                  </a:lnTo>
                  <a:lnTo>
                    <a:pt x="2594610" y="591503"/>
                  </a:lnTo>
                  <a:lnTo>
                    <a:pt x="2609850" y="590550"/>
                  </a:lnTo>
                  <a:lnTo>
                    <a:pt x="2626042" y="590550"/>
                  </a:lnTo>
                  <a:lnTo>
                    <a:pt x="2641282" y="590550"/>
                  </a:lnTo>
                  <a:lnTo>
                    <a:pt x="2657475" y="591503"/>
                  </a:lnTo>
                  <a:lnTo>
                    <a:pt x="2672715" y="592455"/>
                  </a:lnTo>
                  <a:lnTo>
                    <a:pt x="2688908" y="594360"/>
                  </a:lnTo>
                  <a:lnTo>
                    <a:pt x="2705100" y="595312"/>
                  </a:lnTo>
                  <a:lnTo>
                    <a:pt x="2721292" y="597218"/>
                  </a:lnTo>
                  <a:lnTo>
                    <a:pt x="2736532" y="599123"/>
                  </a:lnTo>
                  <a:lnTo>
                    <a:pt x="2752725" y="600075"/>
                  </a:lnTo>
                  <a:lnTo>
                    <a:pt x="2767965" y="601028"/>
                  </a:lnTo>
                  <a:lnTo>
                    <a:pt x="2784158" y="601980"/>
                  </a:lnTo>
                  <a:lnTo>
                    <a:pt x="2799398" y="601980"/>
                  </a:lnTo>
                  <a:lnTo>
                    <a:pt x="2815590" y="601980"/>
                  </a:lnTo>
                  <a:lnTo>
                    <a:pt x="2830830" y="601980"/>
                  </a:lnTo>
                  <a:lnTo>
                    <a:pt x="2847022" y="601980"/>
                  </a:lnTo>
                  <a:lnTo>
                    <a:pt x="2862262" y="601980"/>
                  </a:lnTo>
                  <a:lnTo>
                    <a:pt x="2878455" y="601028"/>
                  </a:lnTo>
                  <a:lnTo>
                    <a:pt x="2894648" y="601028"/>
                  </a:lnTo>
                  <a:lnTo>
                    <a:pt x="2909888" y="600075"/>
                  </a:lnTo>
                  <a:lnTo>
                    <a:pt x="2926080" y="600075"/>
                  </a:lnTo>
                  <a:lnTo>
                    <a:pt x="2941320" y="599123"/>
                  </a:lnTo>
                  <a:lnTo>
                    <a:pt x="2957512" y="599123"/>
                  </a:lnTo>
                  <a:lnTo>
                    <a:pt x="2972752" y="599123"/>
                  </a:lnTo>
                  <a:lnTo>
                    <a:pt x="2988945" y="599123"/>
                  </a:lnTo>
                  <a:lnTo>
                    <a:pt x="3005138" y="600075"/>
                  </a:lnTo>
                  <a:lnTo>
                    <a:pt x="3020378" y="600075"/>
                  </a:lnTo>
                  <a:lnTo>
                    <a:pt x="3036570" y="601028"/>
                  </a:lnTo>
                  <a:lnTo>
                    <a:pt x="3052762" y="601028"/>
                  </a:lnTo>
                  <a:lnTo>
                    <a:pt x="3068002" y="601028"/>
                  </a:lnTo>
                  <a:lnTo>
                    <a:pt x="3084195" y="601980"/>
                  </a:lnTo>
                  <a:lnTo>
                    <a:pt x="3099435" y="601980"/>
                  </a:lnTo>
                  <a:lnTo>
                    <a:pt x="3115628" y="601980"/>
                  </a:lnTo>
                  <a:lnTo>
                    <a:pt x="3130868" y="602933"/>
                  </a:lnTo>
                  <a:lnTo>
                    <a:pt x="3147060" y="602933"/>
                  </a:lnTo>
                  <a:lnTo>
                    <a:pt x="3162300" y="602933"/>
                  </a:lnTo>
                  <a:lnTo>
                    <a:pt x="3178492" y="602933"/>
                  </a:lnTo>
                  <a:lnTo>
                    <a:pt x="3193732" y="601980"/>
                  </a:lnTo>
                  <a:lnTo>
                    <a:pt x="3209925" y="601980"/>
                  </a:lnTo>
                  <a:lnTo>
                    <a:pt x="3225165" y="601980"/>
                  </a:lnTo>
                  <a:lnTo>
                    <a:pt x="3241358" y="601980"/>
                  </a:lnTo>
                  <a:lnTo>
                    <a:pt x="3257550" y="601980"/>
                  </a:lnTo>
                  <a:lnTo>
                    <a:pt x="3272790" y="601980"/>
                  </a:lnTo>
                  <a:lnTo>
                    <a:pt x="3288982" y="601028"/>
                  </a:lnTo>
                  <a:lnTo>
                    <a:pt x="3305175" y="601028"/>
                  </a:lnTo>
                  <a:lnTo>
                    <a:pt x="3320415" y="601028"/>
                  </a:lnTo>
                  <a:lnTo>
                    <a:pt x="3336608" y="601980"/>
                  </a:lnTo>
                  <a:lnTo>
                    <a:pt x="3351848" y="601980"/>
                  </a:lnTo>
                  <a:lnTo>
                    <a:pt x="3368040" y="601980"/>
                  </a:lnTo>
                  <a:lnTo>
                    <a:pt x="3383280" y="601980"/>
                  </a:lnTo>
                  <a:lnTo>
                    <a:pt x="3399472" y="601980"/>
                  </a:lnTo>
                  <a:lnTo>
                    <a:pt x="3415665" y="601980"/>
                  </a:lnTo>
                  <a:lnTo>
                    <a:pt x="3430905" y="602933"/>
                  </a:lnTo>
                  <a:lnTo>
                    <a:pt x="3447098" y="602933"/>
                  </a:lnTo>
                  <a:lnTo>
                    <a:pt x="3462338" y="602933"/>
                  </a:lnTo>
                  <a:lnTo>
                    <a:pt x="3478530" y="602933"/>
                  </a:lnTo>
                  <a:lnTo>
                    <a:pt x="3493770" y="602933"/>
                  </a:lnTo>
                  <a:lnTo>
                    <a:pt x="3509962" y="602933"/>
                  </a:lnTo>
                  <a:lnTo>
                    <a:pt x="3525202" y="602933"/>
                  </a:lnTo>
                  <a:lnTo>
                    <a:pt x="3541395" y="602933"/>
                  </a:lnTo>
                  <a:lnTo>
                    <a:pt x="3556635" y="601980"/>
                  </a:lnTo>
                  <a:lnTo>
                    <a:pt x="3572828" y="601980"/>
                  </a:lnTo>
                  <a:lnTo>
                    <a:pt x="3588068" y="601980"/>
                  </a:lnTo>
                  <a:lnTo>
                    <a:pt x="3605212" y="601980"/>
                  </a:lnTo>
                  <a:lnTo>
                    <a:pt x="3620452" y="601980"/>
                  </a:lnTo>
                  <a:lnTo>
                    <a:pt x="3636645" y="601980"/>
                  </a:lnTo>
                  <a:lnTo>
                    <a:pt x="3651885" y="601980"/>
                  </a:lnTo>
                  <a:lnTo>
                    <a:pt x="3668078" y="601980"/>
                  </a:lnTo>
                  <a:lnTo>
                    <a:pt x="3683318" y="601980"/>
                  </a:lnTo>
                  <a:lnTo>
                    <a:pt x="3699510" y="601980"/>
                  </a:lnTo>
                  <a:lnTo>
                    <a:pt x="3714750" y="601980"/>
                  </a:lnTo>
                  <a:lnTo>
                    <a:pt x="3730942" y="602933"/>
                  </a:lnTo>
                  <a:lnTo>
                    <a:pt x="3746182" y="602933"/>
                  </a:lnTo>
                  <a:lnTo>
                    <a:pt x="3762375" y="602933"/>
                  </a:lnTo>
                  <a:lnTo>
                    <a:pt x="3769042" y="602933"/>
                  </a:lnTo>
                </a:path>
              </a:pathLst>
            </a:custGeom>
            <a:noFill/>
            <a:ln w="22860">
              <a:solidFill>
                <a:srgbClr val="2F4B9A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904875" y="5870258"/>
              <a:ext cx="3769042" cy="9525"/>
            </a:xfrm>
            <a:custGeom>
              <a:avLst/>
              <a:gdLst/>
              <a:ahLst/>
              <a:cxnLst/>
              <a:rect l="l" t="t" r="r" b="b"/>
              <a:pathLst>
                <a:path w="3769042" h="9525">
                  <a:moveTo>
                    <a:pt x="0" y="0"/>
                  </a:moveTo>
                  <a:lnTo>
                    <a:pt x="3769042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904875" y="5268278"/>
              <a:ext cx="3769042" cy="601980"/>
            </a:xfrm>
            <a:custGeom>
              <a:avLst/>
              <a:gdLst/>
              <a:ahLst/>
              <a:cxnLst/>
              <a:rect l="l" t="t" r="r" b="b"/>
              <a:pathLst>
                <a:path w="3769042" h="601980">
                  <a:moveTo>
                    <a:pt x="0" y="601980"/>
                  </a:moveTo>
                  <a:lnTo>
                    <a:pt x="5715" y="601980"/>
                  </a:lnTo>
                  <a:lnTo>
                    <a:pt x="21907" y="601980"/>
                  </a:lnTo>
                  <a:lnTo>
                    <a:pt x="37148" y="601980"/>
                  </a:lnTo>
                  <a:lnTo>
                    <a:pt x="53340" y="601980"/>
                  </a:lnTo>
                  <a:lnTo>
                    <a:pt x="69532" y="601980"/>
                  </a:lnTo>
                  <a:lnTo>
                    <a:pt x="84773" y="601980"/>
                  </a:lnTo>
                  <a:lnTo>
                    <a:pt x="100965" y="601980"/>
                  </a:lnTo>
                  <a:lnTo>
                    <a:pt x="116205" y="601980"/>
                  </a:lnTo>
                  <a:lnTo>
                    <a:pt x="132398" y="601980"/>
                  </a:lnTo>
                  <a:lnTo>
                    <a:pt x="147638" y="601980"/>
                  </a:lnTo>
                  <a:lnTo>
                    <a:pt x="163830" y="601028"/>
                  </a:lnTo>
                  <a:lnTo>
                    <a:pt x="179070" y="601028"/>
                  </a:lnTo>
                  <a:lnTo>
                    <a:pt x="195262" y="601028"/>
                  </a:lnTo>
                  <a:lnTo>
                    <a:pt x="210502" y="601028"/>
                  </a:lnTo>
                  <a:lnTo>
                    <a:pt x="226695" y="601028"/>
                  </a:lnTo>
                  <a:lnTo>
                    <a:pt x="241935" y="601980"/>
                  </a:lnTo>
                  <a:lnTo>
                    <a:pt x="259080" y="601980"/>
                  </a:lnTo>
                  <a:lnTo>
                    <a:pt x="274320" y="601980"/>
                  </a:lnTo>
                  <a:lnTo>
                    <a:pt x="290512" y="601980"/>
                  </a:lnTo>
                  <a:lnTo>
                    <a:pt x="305752" y="601980"/>
                  </a:lnTo>
                  <a:lnTo>
                    <a:pt x="321945" y="601980"/>
                  </a:lnTo>
                  <a:lnTo>
                    <a:pt x="337185" y="601980"/>
                  </a:lnTo>
                  <a:lnTo>
                    <a:pt x="353377" y="601980"/>
                  </a:lnTo>
                  <a:lnTo>
                    <a:pt x="368617" y="601980"/>
                  </a:lnTo>
                  <a:lnTo>
                    <a:pt x="384810" y="601980"/>
                  </a:lnTo>
                  <a:lnTo>
                    <a:pt x="400050" y="601980"/>
                  </a:lnTo>
                  <a:lnTo>
                    <a:pt x="416242" y="601980"/>
                  </a:lnTo>
                  <a:lnTo>
                    <a:pt x="432435" y="601980"/>
                  </a:lnTo>
                  <a:lnTo>
                    <a:pt x="447675" y="601028"/>
                  </a:lnTo>
                  <a:lnTo>
                    <a:pt x="463867" y="601028"/>
                  </a:lnTo>
                  <a:lnTo>
                    <a:pt x="479108" y="601028"/>
                  </a:lnTo>
                  <a:lnTo>
                    <a:pt x="495300" y="601028"/>
                  </a:lnTo>
                  <a:lnTo>
                    <a:pt x="510540" y="601028"/>
                  </a:lnTo>
                  <a:lnTo>
                    <a:pt x="526733" y="601028"/>
                  </a:lnTo>
                  <a:lnTo>
                    <a:pt x="541972" y="601028"/>
                  </a:lnTo>
                  <a:lnTo>
                    <a:pt x="558165" y="601028"/>
                  </a:lnTo>
                  <a:lnTo>
                    <a:pt x="574358" y="601028"/>
                  </a:lnTo>
                  <a:lnTo>
                    <a:pt x="590550" y="601028"/>
                  </a:lnTo>
                  <a:lnTo>
                    <a:pt x="605790" y="601028"/>
                  </a:lnTo>
                  <a:lnTo>
                    <a:pt x="621983" y="601980"/>
                  </a:lnTo>
                  <a:lnTo>
                    <a:pt x="637222" y="601980"/>
                  </a:lnTo>
                  <a:lnTo>
                    <a:pt x="653415" y="601980"/>
                  </a:lnTo>
                  <a:lnTo>
                    <a:pt x="668655" y="601980"/>
                  </a:lnTo>
                  <a:lnTo>
                    <a:pt x="684848" y="601980"/>
                  </a:lnTo>
                  <a:lnTo>
                    <a:pt x="700088" y="601980"/>
                  </a:lnTo>
                  <a:lnTo>
                    <a:pt x="716280" y="601980"/>
                  </a:lnTo>
                  <a:lnTo>
                    <a:pt x="731520" y="601980"/>
                  </a:lnTo>
                  <a:lnTo>
                    <a:pt x="747712" y="601028"/>
                  </a:lnTo>
                  <a:lnTo>
                    <a:pt x="762952" y="601028"/>
                  </a:lnTo>
                  <a:lnTo>
                    <a:pt x="779145" y="601028"/>
                  </a:lnTo>
                  <a:lnTo>
                    <a:pt x="795338" y="600075"/>
                  </a:lnTo>
                  <a:lnTo>
                    <a:pt x="810578" y="600075"/>
                  </a:lnTo>
                  <a:lnTo>
                    <a:pt x="826770" y="600075"/>
                  </a:lnTo>
                  <a:lnTo>
                    <a:pt x="842010" y="599122"/>
                  </a:lnTo>
                  <a:lnTo>
                    <a:pt x="858202" y="599122"/>
                  </a:lnTo>
                  <a:lnTo>
                    <a:pt x="874395" y="599122"/>
                  </a:lnTo>
                  <a:lnTo>
                    <a:pt x="889635" y="599122"/>
                  </a:lnTo>
                  <a:lnTo>
                    <a:pt x="905828" y="599122"/>
                  </a:lnTo>
                  <a:lnTo>
                    <a:pt x="921067" y="600075"/>
                  </a:lnTo>
                  <a:lnTo>
                    <a:pt x="937260" y="600075"/>
                  </a:lnTo>
                  <a:lnTo>
                    <a:pt x="953452" y="601028"/>
                  </a:lnTo>
                  <a:lnTo>
                    <a:pt x="968692" y="601028"/>
                  </a:lnTo>
                  <a:lnTo>
                    <a:pt x="984885" y="601980"/>
                  </a:lnTo>
                  <a:lnTo>
                    <a:pt x="1000125" y="601980"/>
                  </a:lnTo>
                  <a:lnTo>
                    <a:pt x="1016317" y="601980"/>
                  </a:lnTo>
                  <a:lnTo>
                    <a:pt x="1031558" y="601980"/>
                  </a:lnTo>
                  <a:lnTo>
                    <a:pt x="1047750" y="601980"/>
                  </a:lnTo>
                  <a:lnTo>
                    <a:pt x="1062990" y="601028"/>
                  </a:lnTo>
                  <a:lnTo>
                    <a:pt x="1079182" y="600075"/>
                  </a:lnTo>
                  <a:lnTo>
                    <a:pt x="1094422" y="599122"/>
                  </a:lnTo>
                  <a:lnTo>
                    <a:pt x="1110615" y="598170"/>
                  </a:lnTo>
                  <a:lnTo>
                    <a:pt x="1125855" y="596265"/>
                  </a:lnTo>
                  <a:lnTo>
                    <a:pt x="1142048" y="595312"/>
                  </a:lnTo>
                  <a:lnTo>
                    <a:pt x="1158240" y="594360"/>
                  </a:lnTo>
                  <a:lnTo>
                    <a:pt x="1174432" y="593407"/>
                  </a:lnTo>
                  <a:lnTo>
                    <a:pt x="1189672" y="592455"/>
                  </a:lnTo>
                  <a:lnTo>
                    <a:pt x="1205865" y="591503"/>
                  </a:lnTo>
                  <a:lnTo>
                    <a:pt x="1221105" y="591503"/>
                  </a:lnTo>
                  <a:lnTo>
                    <a:pt x="1237298" y="591503"/>
                  </a:lnTo>
                  <a:lnTo>
                    <a:pt x="1252538" y="592455"/>
                  </a:lnTo>
                  <a:lnTo>
                    <a:pt x="1268730" y="594360"/>
                  </a:lnTo>
                  <a:lnTo>
                    <a:pt x="1283970" y="595312"/>
                  </a:lnTo>
                  <a:lnTo>
                    <a:pt x="1300162" y="597217"/>
                  </a:lnTo>
                  <a:lnTo>
                    <a:pt x="1316355" y="599122"/>
                  </a:lnTo>
                  <a:lnTo>
                    <a:pt x="1331595" y="601028"/>
                  </a:lnTo>
                  <a:lnTo>
                    <a:pt x="1347788" y="601980"/>
                  </a:lnTo>
                  <a:lnTo>
                    <a:pt x="1363028" y="601980"/>
                  </a:lnTo>
                  <a:lnTo>
                    <a:pt x="1379220" y="600075"/>
                  </a:lnTo>
                  <a:lnTo>
                    <a:pt x="1394460" y="597217"/>
                  </a:lnTo>
                  <a:lnTo>
                    <a:pt x="1410652" y="591503"/>
                  </a:lnTo>
                  <a:lnTo>
                    <a:pt x="1425892" y="583882"/>
                  </a:lnTo>
                  <a:lnTo>
                    <a:pt x="1442085" y="572453"/>
                  </a:lnTo>
                  <a:lnTo>
                    <a:pt x="1457325" y="558165"/>
                  </a:lnTo>
                  <a:lnTo>
                    <a:pt x="1474470" y="540067"/>
                  </a:lnTo>
                  <a:lnTo>
                    <a:pt x="1489710" y="518160"/>
                  </a:lnTo>
                  <a:lnTo>
                    <a:pt x="1505902" y="492442"/>
                  </a:lnTo>
                  <a:lnTo>
                    <a:pt x="1521142" y="462915"/>
                  </a:lnTo>
                  <a:lnTo>
                    <a:pt x="1537335" y="430530"/>
                  </a:lnTo>
                  <a:lnTo>
                    <a:pt x="1552575" y="395288"/>
                  </a:lnTo>
                  <a:lnTo>
                    <a:pt x="1568768" y="357188"/>
                  </a:lnTo>
                  <a:lnTo>
                    <a:pt x="1584008" y="317182"/>
                  </a:lnTo>
                  <a:lnTo>
                    <a:pt x="1600200" y="276225"/>
                  </a:lnTo>
                  <a:lnTo>
                    <a:pt x="1615440" y="235267"/>
                  </a:lnTo>
                  <a:lnTo>
                    <a:pt x="1631632" y="194310"/>
                  </a:lnTo>
                  <a:lnTo>
                    <a:pt x="1647825" y="155257"/>
                  </a:lnTo>
                  <a:lnTo>
                    <a:pt x="1663065" y="119062"/>
                  </a:lnTo>
                  <a:lnTo>
                    <a:pt x="1679258" y="86678"/>
                  </a:lnTo>
                  <a:lnTo>
                    <a:pt x="1694497" y="57150"/>
                  </a:lnTo>
                  <a:lnTo>
                    <a:pt x="1710690" y="34290"/>
                  </a:lnTo>
                  <a:lnTo>
                    <a:pt x="1725930" y="16192"/>
                  </a:lnTo>
                  <a:lnTo>
                    <a:pt x="1742122" y="4762"/>
                  </a:lnTo>
                  <a:lnTo>
                    <a:pt x="1757362" y="0"/>
                  </a:lnTo>
                  <a:lnTo>
                    <a:pt x="1773555" y="953"/>
                  </a:lnTo>
                  <a:lnTo>
                    <a:pt x="1789747" y="9525"/>
                  </a:lnTo>
                  <a:lnTo>
                    <a:pt x="1804988" y="23812"/>
                  </a:lnTo>
                  <a:lnTo>
                    <a:pt x="1821180" y="43815"/>
                  </a:lnTo>
                  <a:lnTo>
                    <a:pt x="1837372" y="70485"/>
                  </a:lnTo>
                  <a:lnTo>
                    <a:pt x="1852612" y="100965"/>
                  </a:lnTo>
                  <a:lnTo>
                    <a:pt x="1868805" y="135255"/>
                  </a:lnTo>
                  <a:lnTo>
                    <a:pt x="1884045" y="173355"/>
                  </a:lnTo>
                  <a:lnTo>
                    <a:pt x="1900238" y="213360"/>
                  </a:lnTo>
                  <a:lnTo>
                    <a:pt x="1915478" y="253365"/>
                  </a:lnTo>
                  <a:lnTo>
                    <a:pt x="1931670" y="294322"/>
                  </a:lnTo>
                  <a:lnTo>
                    <a:pt x="1946910" y="335280"/>
                  </a:lnTo>
                  <a:lnTo>
                    <a:pt x="1963103" y="374332"/>
                  </a:lnTo>
                  <a:lnTo>
                    <a:pt x="1978342" y="411480"/>
                  </a:lnTo>
                  <a:lnTo>
                    <a:pt x="1994535" y="445770"/>
                  </a:lnTo>
                  <a:lnTo>
                    <a:pt x="2010728" y="477203"/>
                  </a:lnTo>
                  <a:lnTo>
                    <a:pt x="2025968" y="504825"/>
                  </a:lnTo>
                  <a:lnTo>
                    <a:pt x="2042160" y="528638"/>
                  </a:lnTo>
                  <a:lnTo>
                    <a:pt x="2057400" y="548640"/>
                  </a:lnTo>
                  <a:lnTo>
                    <a:pt x="2073592" y="564832"/>
                  </a:lnTo>
                  <a:lnTo>
                    <a:pt x="2089785" y="578167"/>
                  </a:lnTo>
                  <a:lnTo>
                    <a:pt x="2105025" y="587692"/>
                  </a:lnTo>
                  <a:lnTo>
                    <a:pt x="2121218" y="594360"/>
                  </a:lnTo>
                  <a:lnTo>
                    <a:pt x="2136458" y="599122"/>
                  </a:lnTo>
                  <a:lnTo>
                    <a:pt x="2152650" y="601028"/>
                  </a:lnTo>
                  <a:lnTo>
                    <a:pt x="2168842" y="601980"/>
                  </a:lnTo>
                  <a:lnTo>
                    <a:pt x="2184082" y="601028"/>
                  </a:lnTo>
                  <a:lnTo>
                    <a:pt x="2200275" y="600075"/>
                  </a:lnTo>
                  <a:lnTo>
                    <a:pt x="2215515" y="598170"/>
                  </a:lnTo>
                  <a:lnTo>
                    <a:pt x="2231708" y="596265"/>
                  </a:lnTo>
                  <a:lnTo>
                    <a:pt x="2246948" y="594360"/>
                  </a:lnTo>
                  <a:lnTo>
                    <a:pt x="2263140" y="593407"/>
                  </a:lnTo>
                  <a:lnTo>
                    <a:pt x="2278380" y="592455"/>
                  </a:lnTo>
                  <a:lnTo>
                    <a:pt x="2294572" y="591503"/>
                  </a:lnTo>
                  <a:lnTo>
                    <a:pt x="2309812" y="591503"/>
                  </a:lnTo>
                  <a:lnTo>
                    <a:pt x="2326005" y="591503"/>
                  </a:lnTo>
                  <a:lnTo>
                    <a:pt x="2341245" y="592455"/>
                  </a:lnTo>
                  <a:lnTo>
                    <a:pt x="2357438" y="593407"/>
                  </a:lnTo>
                  <a:lnTo>
                    <a:pt x="2373630" y="594360"/>
                  </a:lnTo>
                  <a:lnTo>
                    <a:pt x="2389822" y="596265"/>
                  </a:lnTo>
                  <a:lnTo>
                    <a:pt x="2405062" y="597217"/>
                  </a:lnTo>
                  <a:lnTo>
                    <a:pt x="2421255" y="598170"/>
                  </a:lnTo>
                  <a:lnTo>
                    <a:pt x="2436495" y="599122"/>
                  </a:lnTo>
                  <a:lnTo>
                    <a:pt x="2452688" y="600075"/>
                  </a:lnTo>
                  <a:lnTo>
                    <a:pt x="2467928" y="601028"/>
                  </a:lnTo>
                  <a:lnTo>
                    <a:pt x="2484120" y="601980"/>
                  </a:lnTo>
                  <a:lnTo>
                    <a:pt x="2499360" y="601980"/>
                  </a:lnTo>
                  <a:lnTo>
                    <a:pt x="2515552" y="601980"/>
                  </a:lnTo>
                  <a:lnTo>
                    <a:pt x="2531745" y="601980"/>
                  </a:lnTo>
                  <a:lnTo>
                    <a:pt x="2546985" y="601028"/>
                  </a:lnTo>
                  <a:lnTo>
                    <a:pt x="2563178" y="601028"/>
                  </a:lnTo>
                  <a:lnTo>
                    <a:pt x="2578418" y="600075"/>
                  </a:lnTo>
                  <a:lnTo>
                    <a:pt x="2594610" y="600075"/>
                  </a:lnTo>
                  <a:lnTo>
                    <a:pt x="2609850" y="600075"/>
                  </a:lnTo>
                  <a:lnTo>
                    <a:pt x="2626042" y="599122"/>
                  </a:lnTo>
                  <a:lnTo>
                    <a:pt x="2641282" y="599122"/>
                  </a:lnTo>
                  <a:lnTo>
                    <a:pt x="2657475" y="599122"/>
                  </a:lnTo>
                  <a:lnTo>
                    <a:pt x="2672715" y="599122"/>
                  </a:lnTo>
                  <a:lnTo>
                    <a:pt x="2688908" y="599122"/>
                  </a:lnTo>
                  <a:lnTo>
                    <a:pt x="2705100" y="600075"/>
                  </a:lnTo>
                  <a:lnTo>
                    <a:pt x="2721292" y="600075"/>
                  </a:lnTo>
                  <a:lnTo>
                    <a:pt x="2736532" y="600075"/>
                  </a:lnTo>
                  <a:lnTo>
                    <a:pt x="2752725" y="601028"/>
                  </a:lnTo>
                  <a:lnTo>
                    <a:pt x="2767965" y="601028"/>
                  </a:lnTo>
                  <a:lnTo>
                    <a:pt x="2784158" y="601028"/>
                  </a:lnTo>
                  <a:lnTo>
                    <a:pt x="2799398" y="601980"/>
                  </a:lnTo>
                  <a:lnTo>
                    <a:pt x="2815590" y="601980"/>
                  </a:lnTo>
                  <a:lnTo>
                    <a:pt x="2830830" y="601980"/>
                  </a:lnTo>
                  <a:lnTo>
                    <a:pt x="2847022" y="601980"/>
                  </a:lnTo>
                  <a:lnTo>
                    <a:pt x="2862262" y="601980"/>
                  </a:lnTo>
                  <a:lnTo>
                    <a:pt x="2878455" y="601980"/>
                  </a:lnTo>
                  <a:lnTo>
                    <a:pt x="2894648" y="601980"/>
                  </a:lnTo>
                  <a:lnTo>
                    <a:pt x="2909888" y="601028"/>
                  </a:lnTo>
                  <a:lnTo>
                    <a:pt x="2926080" y="601028"/>
                  </a:lnTo>
                  <a:lnTo>
                    <a:pt x="2941320" y="601028"/>
                  </a:lnTo>
                  <a:lnTo>
                    <a:pt x="2957512" y="601028"/>
                  </a:lnTo>
                  <a:lnTo>
                    <a:pt x="2972752" y="601028"/>
                  </a:lnTo>
                  <a:lnTo>
                    <a:pt x="2988945" y="601028"/>
                  </a:lnTo>
                  <a:lnTo>
                    <a:pt x="3005138" y="601028"/>
                  </a:lnTo>
                  <a:lnTo>
                    <a:pt x="3020378" y="601028"/>
                  </a:lnTo>
                  <a:lnTo>
                    <a:pt x="3036570" y="601028"/>
                  </a:lnTo>
                  <a:lnTo>
                    <a:pt x="3052762" y="601028"/>
                  </a:lnTo>
                  <a:lnTo>
                    <a:pt x="3068002" y="601028"/>
                  </a:lnTo>
                  <a:lnTo>
                    <a:pt x="3084195" y="601028"/>
                  </a:lnTo>
                  <a:lnTo>
                    <a:pt x="3099435" y="601980"/>
                  </a:lnTo>
                  <a:lnTo>
                    <a:pt x="3115628" y="601980"/>
                  </a:lnTo>
                  <a:lnTo>
                    <a:pt x="3130868" y="601980"/>
                  </a:lnTo>
                  <a:lnTo>
                    <a:pt x="3147060" y="601980"/>
                  </a:lnTo>
                  <a:lnTo>
                    <a:pt x="3162300" y="601980"/>
                  </a:lnTo>
                  <a:lnTo>
                    <a:pt x="3178492" y="601980"/>
                  </a:lnTo>
                  <a:lnTo>
                    <a:pt x="3193732" y="601980"/>
                  </a:lnTo>
                  <a:lnTo>
                    <a:pt x="3209925" y="601980"/>
                  </a:lnTo>
                  <a:lnTo>
                    <a:pt x="3225165" y="601980"/>
                  </a:lnTo>
                  <a:lnTo>
                    <a:pt x="3241358" y="601980"/>
                  </a:lnTo>
                  <a:lnTo>
                    <a:pt x="3257550" y="601980"/>
                  </a:lnTo>
                  <a:lnTo>
                    <a:pt x="3272790" y="601980"/>
                  </a:lnTo>
                  <a:lnTo>
                    <a:pt x="3288982" y="601980"/>
                  </a:lnTo>
                  <a:lnTo>
                    <a:pt x="3305175" y="601028"/>
                  </a:lnTo>
                  <a:lnTo>
                    <a:pt x="3320415" y="601028"/>
                  </a:lnTo>
                  <a:lnTo>
                    <a:pt x="3336608" y="601028"/>
                  </a:lnTo>
                  <a:lnTo>
                    <a:pt x="3351848" y="601028"/>
                  </a:lnTo>
                  <a:lnTo>
                    <a:pt x="3368040" y="601028"/>
                  </a:lnTo>
                  <a:lnTo>
                    <a:pt x="3383280" y="601980"/>
                  </a:lnTo>
                  <a:lnTo>
                    <a:pt x="3399472" y="601980"/>
                  </a:lnTo>
                  <a:lnTo>
                    <a:pt x="3415665" y="601980"/>
                  </a:lnTo>
                  <a:lnTo>
                    <a:pt x="3430905" y="601980"/>
                  </a:lnTo>
                  <a:lnTo>
                    <a:pt x="3447098" y="601980"/>
                  </a:lnTo>
                  <a:lnTo>
                    <a:pt x="3462338" y="601980"/>
                  </a:lnTo>
                  <a:lnTo>
                    <a:pt x="3478530" y="601980"/>
                  </a:lnTo>
                  <a:lnTo>
                    <a:pt x="3493770" y="601980"/>
                  </a:lnTo>
                  <a:lnTo>
                    <a:pt x="3509962" y="601980"/>
                  </a:lnTo>
                  <a:lnTo>
                    <a:pt x="3525202" y="601980"/>
                  </a:lnTo>
                  <a:lnTo>
                    <a:pt x="3541395" y="601980"/>
                  </a:lnTo>
                  <a:lnTo>
                    <a:pt x="3556635" y="601980"/>
                  </a:lnTo>
                  <a:lnTo>
                    <a:pt x="3572828" y="601980"/>
                  </a:lnTo>
                  <a:lnTo>
                    <a:pt x="3588068" y="601980"/>
                  </a:lnTo>
                  <a:lnTo>
                    <a:pt x="3605212" y="601980"/>
                  </a:lnTo>
                  <a:lnTo>
                    <a:pt x="3620452" y="601980"/>
                  </a:lnTo>
                  <a:lnTo>
                    <a:pt x="3636645" y="601980"/>
                  </a:lnTo>
                  <a:lnTo>
                    <a:pt x="3651885" y="601980"/>
                  </a:lnTo>
                  <a:lnTo>
                    <a:pt x="3668078" y="601980"/>
                  </a:lnTo>
                  <a:lnTo>
                    <a:pt x="3683318" y="601980"/>
                  </a:lnTo>
                  <a:lnTo>
                    <a:pt x="3699510" y="601980"/>
                  </a:lnTo>
                  <a:lnTo>
                    <a:pt x="3714750" y="601980"/>
                  </a:lnTo>
                  <a:lnTo>
                    <a:pt x="3730942" y="601980"/>
                  </a:lnTo>
                  <a:lnTo>
                    <a:pt x="3746182" y="601980"/>
                  </a:lnTo>
                  <a:lnTo>
                    <a:pt x="3762375" y="601980"/>
                  </a:lnTo>
                  <a:lnTo>
                    <a:pt x="3769042" y="601980"/>
                  </a:lnTo>
                </a:path>
              </a:pathLst>
            </a:custGeom>
            <a:noFill/>
            <a:ln w="13335">
              <a:solidFill>
                <a:srgbClr val="5B6475"/>
              </a:solidFill>
              <a:custDash>
                <a:ds d="428571" sp="285714"/>
              </a:custDash>
            </a:ln>
          </p:spPr>
        </p:sp>
        <p:sp>
          <p:nvSpPr>
            <p:cNvPr id="17" name="Freeform 17"/>
            <p:cNvSpPr/>
            <p:nvPr/>
          </p:nvSpPr>
          <p:spPr>
            <a:xfrm>
              <a:off x="904875" y="5268278"/>
              <a:ext cx="3769042" cy="601980"/>
            </a:xfrm>
            <a:custGeom>
              <a:avLst/>
              <a:gdLst/>
              <a:ahLst/>
              <a:cxnLst/>
              <a:rect l="l" t="t" r="r" b="b"/>
              <a:pathLst>
                <a:path w="3769042" h="601980">
                  <a:moveTo>
                    <a:pt x="0" y="601980"/>
                  </a:moveTo>
                  <a:lnTo>
                    <a:pt x="5715" y="601980"/>
                  </a:lnTo>
                  <a:lnTo>
                    <a:pt x="21907" y="601980"/>
                  </a:lnTo>
                  <a:lnTo>
                    <a:pt x="37148" y="601980"/>
                  </a:lnTo>
                  <a:lnTo>
                    <a:pt x="53340" y="601980"/>
                  </a:lnTo>
                  <a:lnTo>
                    <a:pt x="69532" y="601980"/>
                  </a:lnTo>
                  <a:lnTo>
                    <a:pt x="84773" y="601980"/>
                  </a:lnTo>
                  <a:lnTo>
                    <a:pt x="100965" y="601980"/>
                  </a:lnTo>
                  <a:lnTo>
                    <a:pt x="116205" y="601980"/>
                  </a:lnTo>
                  <a:lnTo>
                    <a:pt x="132398" y="601980"/>
                  </a:lnTo>
                  <a:lnTo>
                    <a:pt x="147638" y="601980"/>
                  </a:lnTo>
                  <a:lnTo>
                    <a:pt x="163830" y="601980"/>
                  </a:lnTo>
                  <a:lnTo>
                    <a:pt x="179070" y="601980"/>
                  </a:lnTo>
                  <a:lnTo>
                    <a:pt x="195262" y="601980"/>
                  </a:lnTo>
                  <a:lnTo>
                    <a:pt x="210502" y="601980"/>
                  </a:lnTo>
                  <a:lnTo>
                    <a:pt x="226695" y="601980"/>
                  </a:lnTo>
                  <a:lnTo>
                    <a:pt x="241935" y="601980"/>
                  </a:lnTo>
                  <a:lnTo>
                    <a:pt x="259080" y="601980"/>
                  </a:lnTo>
                  <a:lnTo>
                    <a:pt x="274320" y="601980"/>
                  </a:lnTo>
                  <a:lnTo>
                    <a:pt x="290512" y="601980"/>
                  </a:lnTo>
                  <a:lnTo>
                    <a:pt x="305752" y="601980"/>
                  </a:lnTo>
                  <a:lnTo>
                    <a:pt x="321945" y="601980"/>
                  </a:lnTo>
                  <a:lnTo>
                    <a:pt x="337185" y="601980"/>
                  </a:lnTo>
                  <a:lnTo>
                    <a:pt x="353377" y="601980"/>
                  </a:lnTo>
                  <a:lnTo>
                    <a:pt x="368617" y="601980"/>
                  </a:lnTo>
                  <a:lnTo>
                    <a:pt x="384810" y="601980"/>
                  </a:lnTo>
                  <a:lnTo>
                    <a:pt x="400050" y="601028"/>
                  </a:lnTo>
                  <a:lnTo>
                    <a:pt x="416242" y="601028"/>
                  </a:lnTo>
                  <a:lnTo>
                    <a:pt x="432435" y="601028"/>
                  </a:lnTo>
                  <a:lnTo>
                    <a:pt x="447675" y="601028"/>
                  </a:lnTo>
                  <a:lnTo>
                    <a:pt x="463867" y="601028"/>
                  </a:lnTo>
                  <a:lnTo>
                    <a:pt x="479108" y="601980"/>
                  </a:lnTo>
                  <a:lnTo>
                    <a:pt x="495300" y="601980"/>
                  </a:lnTo>
                  <a:lnTo>
                    <a:pt x="510540" y="601980"/>
                  </a:lnTo>
                  <a:lnTo>
                    <a:pt x="526733" y="601980"/>
                  </a:lnTo>
                  <a:lnTo>
                    <a:pt x="541972" y="601980"/>
                  </a:lnTo>
                  <a:lnTo>
                    <a:pt x="558165" y="601980"/>
                  </a:lnTo>
                  <a:lnTo>
                    <a:pt x="574358" y="601980"/>
                  </a:lnTo>
                  <a:lnTo>
                    <a:pt x="590550" y="601980"/>
                  </a:lnTo>
                  <a:lnTo>
                    <a:pt x="605790" y="601980"/>
                  </a:lnTo>
                  <a:lnTo>
                    <a:pt x="621983" y="601980"/>
                  </a:lnTo>
                  <a:lnTo>
                    <a:pt x="637222" y="601980"/>
                  </a:lnTo>
                  <a:lnTo>
                    <a:pt x="653415" y="601980"/>
                  </a:lnTo>
                  <a:lnTo>
                    <a:pt x="668655" y="601980"/>
                  </a:lnTo>
                  <a:lnTo>
                    <a:pt x="684848" y="601028"/>
                  </a:lnTo>
                  <a:lnTo>
                    <a:pt x="700088" y="601028"/>
                  </a:lnTo>
                  <a:lnTo>
                    <a:pt x="716280" y="601028"/>
                  </a:lnTo>
                  <a:lnTo>
                    <a:pt x="731520" y="601028"/>
                  </a:lnTo>
                  <a:lnTo>
                    <a:pt x="747712" y="601028"/>
                  </a:lnTo>
                  <a:lnTo>
                    <a:pt x="762952" y="601028"/>
                  </a:lnTo>
                  <a:lnTo>
                    <a:pt x="779145" y="601028"/>
                  </a:lnTo>
                  <a:lnTo>
                    <a:pt x="795338" y="601028"/>
                  </a:lnTo>
                  <a:lnTo>
                    <a:pt x="810578" y="601028"/>
                  </a:lnTo>
                  <a:lnTo>
                    <a:pt x="826770" y="601028"/>
                  </a:lnTo>
                  <a:lnTo>
                    <a:pt x="842010" y="601028"/>
                  </a:lnTo>
                  <a:lnTo>
                    <a:pt x="858202" y="601028"/>
                  </a:lnTo>
                  <a:lnTo>
                    <a:pt x="874395" y="601980"/>
                  </a:lnTo>
                  <a:lnTo>
                    <a:pt x="889635" y="601980"/>
                  </a:lnTo>
                  <a:lnTo>
                    <a:pt x="905828" y="601980"/>
                  </a:lnTo>
                  <a:lnTo>
                    <a:pt x="921067" y="601980"/>
                  </a:lnTo>
                  <a:lnTo>
                    <a:pt x="937260" y="601980"/>
                  </a:lnTo>
                  <a:lnTo>
                    <a:pt x="953452" y="601980"/>
                  </a:lnTo>
                  <a:lnTo>
                    <a:pt x="968692" y="601980"/>
                  </a:lnTo>
                  <a:lnTo>
                    <a:pt x="984885" y="601028"/>
                  </a:lnTo>
                  <a:lnTo>
                    <a:pt x="1000125" y="601028"/>
                  </a:lnTo>
                  <a:lnTo>
                    <a:pt x="1016317" y="601028"/>
                  </a:lnTo>
                  <a:lnTo>
                    <a:pt x="1031558" y="600075"/>
                  </a:lnTo>
                  <a:lnTo>
                    <a:pt x="1047750" y="600075"/>
                  </a:lnTo>
                  <a:lnTo>
                    <a:pt x="1062990" y="600075"/>
                  </a:lnTo>
                  <a:lnTo>
                    <a:pt x="1079182" y="599122"/>
                  </a:lnTo>
                  <a:lnTo>
                    <a:pt x="1094422" y="599122"/>
                  </a:lnTo>
                  <a:lnTo>
                    <a:pt x="1110615" y="599122"/>
                  </a:lnTo>
                  <a:lnTo>
                    <a:pt x="1125855" y="599122"/>
                  </a:lnTo>
                  <a:lnTo>
                    <a:pt x="1142048" y="599122"/>
                  </a:lnTo>
                  <a:lnTo>
                    <a:pt x="1158240" y="600075"/>
                  </a:lnTo>
                  <a:lnTo>
                    <a:pt x="1174432" y="600075"/>
                  </a:lnTo>
                  <a:lnTo>
                    <a:pt x="1189672" y="600075"/>
                  </a:lnTo>
                  <a:lnTo>
                    <a:pt x="1205865" y="601028"/>
                  </a:lnTo>
                  <a:lnTo>
                    <a:pt x="1221105" y="601028"/>
                  </a:lnTo>
                  <a:lnTo>
                    <a:pt x="1237298" y="601980"/>
                  </a:lnTo>
                  <a:lnTo>
                    <a:pt x="1252538" y="601980"/>
                  </a:lnTo>
                  <a:lnTo>
                    <a:pt x="1268730" y="601980"/>
                  </a:lnTo>
                  <a:lnTo>
                    <a:pt x="1283970" y="601980"/>
                  </a:lnTo>
                  <a:lnTo>
                    <a:pt x="1300162" y="601028"/>
                  </a:lnTo>
                  <a:lnTo>
                    <a:pt x="1316355" y="600075"/>
                  </a:lnTo>
                  <a:lnTo>
                    <a:pt x="1331595" y="599122"/>
                  </a:lnTo>
                  <a:lnTo>
                    <a:pt x="1347788" y="598170"/>
                  </a:lnTo>
                  <a:lnTo>
                    <a:pt x="1363028" y="597217"/>
                  </a:lnTo>
                  <a:lnTo>
                    <a:pt x="1379220" y="596265"/>
                  </a:lnTo>
                  <a:lnTo>
                    <a:pt x="1394460" y="594360"/>
                  </a:lnTo>
                  <a:lnTo>
                    <a:pt x="1410652" y="593407"/>
                  </a:lnTo>
                  <a:lnTo>
                    <a:pt x="1425892" y="592455"/>
                  </a:lnTo>
                  <a:lnTo>
                    <a:pt x="1442085" y="591503"/>
                  </a:lnTo>
                  <a:lnTo>
                    <a:pt x="1457325" y="591503"/>
                  </a:lnTo>
                  <a:lnTo>
                    <a:pt x="1474470" y="591503"/>
                  </a:lnTo>
                  <a:lnTo>
                    <a:pt x="1489710" y="592455"/>
                  </a:lnTo>
                  <a:lnTo>
                    <a:pt x="1505902" y="593407"/>
                  </a:lnTo>
                  <a:lnTo>
                    <a:pt x="1521142" y="594360"/>
                  </a:lnTo>
                  <a:lnTo>
                    <a:pt x="1537335" y="596265"/>
                  </a:lnTo>
                  <a:lnTo>
                    <a:pt x="1552575" y="598170"/>
                  </a:lnTo>
                  <a:lnTo>
                    <a:pt x="1568768" y="600075"/>
                  </a:lnTo>
                  <a:lnTo>
                    <a:pt x="1584008" y="601028"/>
                  </a:lnTo>
                  <a:lnTo>
                    <a:pt x="1600200" y="601980"/>
                  </a:lnTo>
                  <a:lnTo>
                    <a:pt x="1615440" y="601028"/>
                  </a:lnTo>
                  <a:lnTo>
                    <a:pt x="1631632" y="599122"/>
                  </a:lnTo>
                  <a:lnTo>
                    <a:pt x="1647825" y="594360"/>
                  </a:lnTo>
                  <a:lnTo>
                    <a:pt x="1663065" y="587692"/>
                  </a:lnTo>
                  <a:lnTo>
                    <a:pt x="1679258" y="578167"/>
                  </a:lnTo>
                  <a:lnTo>
                    <a:pt x="1694497" y="564832"/>
                  </a:lnTo>
                  <a:lnTo>
                    <a:pt x="1710690" y="548640"/>
                  </a:lnTo>
                  <a:lnTo>
                    <a:pt x="1725930" y="528638"/>
                  </a:lnTo>
                  <a:lnTo>
                    <a:pt x="1742122" y="504825"/>
                  </a:lnTo>
                  <a:lnTo>
                    <a:pt x="1757362" y="477203"/>
                  </a:lnTo>
                  <a:lnTo>
                    <a:pt x="1773555" y="445770"/>
                  </a:lnTo>
                  <a:lnTo>
                    <a:pt x="1789747" y="411480"/>
                  </a:lnTo>
                  <a:lnTo>
                    <a:pt x="1804988" y="374332"/>
                  </a:lnTo>
                  <a:lnTo>
                    <a:pt x="1821180" y="335280"/>
                  </a:lnTo>
                  <a:lnTo>
                    <a:pt x="1837372" y="294322"/>
                  </a:lnTo>
                  <a:lnTo>
                    <a:pt x="1852612" y="253365"/>
                  </a:lnTo>
                  <a:lnTo>
                    <a:pt x="1868805" y="213360"/>
                  </a:lnTo>
                  <a:lnTo>
                    <a:pt x="1884045" y="173355"/>
                  </a:lnTo>
                  <a:lnTo>
                    <a:pt x="1900238" y="135255"/>
                  </a:lnTo>
                  <a:lnTo>
                    <a:pt x="1915478" y="100965"/>
                  </a:lnTo>
                  <a:lnTo>
                    <a:pt x="1931670" y="70485"/>
                  </a:lnTo>
                  <a:lnTo>
                    <a:pt x="1946910" y="43815"/>
                  </a:lnTo>
                  <a:lnTo>
                    <a:pt x="1963103" y="23812"/>
                  </a:lnTo>
                  <a:lnTo>
                    <a:pt x="1978342" y="9525"/>
                  </a:lnTo>
                  <a:lnTo>
                    <a:pt x="1994535" y="953"/>
                  </a:lnTo>
                  <a:lnTo>
                    <a:pt x="2010728" y="0"/>
                  </a:lnTo>
                  <a:lnTo>
                    <a:pt x="2025968" y="4762"/>
                  </a:lnTo>
                  <a:lnTo>
                    <a:pt x="2042160" y="16192"/>
                  </a:lnTo>
                  <a:lnTo>
                    <a:pt x="2057400" y="34290"/>
                  </a:lnTo>
                  <a:lnTo>
                    <a:pt x="2073592" y="57150"/>
                  </a:lnTo>
                  <a:lnTo>
                    <a:pt x="2089785" y="86678"/>
                  </a:lnTo>
                  <a:lnTo>
                    <a:pt x="2105025" y="119062"/>
                  </a:lnTo>
                  <a:lnTo>
                    <a:pt x="2121218" y="155257"/>
                  </a:lnTo>
                  <a:lnTo>
                    <a:pt x="2136458" y="194310"/>
                  </a:lnTo>
                  <a:lnTo>
                    <a:pt x="2152650" y="235267"/>
                  </a:lnTo>
                  <a:lnTo>
                    <a:pt x="2168842" y="276225"/>
                  </a:lnTo>
                  <a:lnTo>
                    <a:pt x="2184082" y="317182"/>
                  </a:lnTo>
                  <a:lnTo>
                    <a:pt x="2200275" y="357188"/>
                  </a:lnTo>
                  <a:lnTo>
                    <a:pt x="2215515" y="395288"/>
                  </a:lnTo>
                  <a:lnTo>
                    <a:pt x="2231708" y="430530"/>
                  </a:lnTo>
                  <a:lnTo>
                    <a:pt x="2246948" y="462915"/>
                  </a:lnTo>
                  <a:lnTo>
                    <a:pt x="2263140" y="492442"/>
                  </a:lnTo>
                  <a:lnTo>
                    <a:pt x="2278380" y="518160"/>
                  </a:lnTo>
                  <a:lnTo>
                    <a:pt x="2294572" y="540067"/>
                  </a:lnTo>
                  <a:lnTo>
                    <a:pt x="2309812" y="558165"/>
                  </a:lnTo>
                  <a:lnTo>
                    <a:pt x="2326005" y="572453"/>
                  </a:lnTo>
                  <a:lnTo>
                    <a:pt x="2341245" y="583882"/>
                  </a:lnTo>
                  <a:lnTo>
                    <a:pt x="2357438" y="591503"/>
                  </a:lnTo>
                  <a:lnTo>
                    <a:pt x="2373630" y="597217"/>
                  </a:lnTo>
                  <a:lnTo>
                    <a:pt x="2389822" y="600075"/>
                  </a:lnTo>
                  <a:lnTo>
                    <a:pt x="2405062" y="601980"/>
                  </a:lnTo>
                  <a:lnTo>
                    <a:pt x="2421255" y="601980"/>
                  </a:lnTo>
                  <a:lnTo>
                    <a:pt x="2436495" y="601028"/>
                  </a:lnTo>
                  <a:lnTo>
                    <a:pt x="2452688" y="599122"/>
                  </a:lnTo>
                  <a:lnTo>
                    <a:pt x="2467928" y="597217"/>
                  </a:lnTo>
                  <a:lnTo>
                    <a:pt x="2484120" y="595312"/>
                  </a:lnTo>
                  <a:lnTo>
                    <a:pt x="2499360" y="594360"/>
                  </a:lnTo>
                  <a:lnTo>
                    <a:pt x="2515552" y="592455"/>
                  </a:lnTo>
                  <a:lnTo>
                    <a:pt x="2531745" y="591503"/>
                  </a:lnTo>
                  <a:lnTo>
                    <a:pt x="2546985" y="591503"/>
                  </a:lnTo>
                  <a:lnTo>
                    <a:pt x="2563178" y="591503"/>
                  </a:lnTo>
                  <a:lnTo>
                    <a:pt x="2578418" y="592455"/>
                  </a:lnTo>
                  <a:lnTo>
                    <a:pt x="2594610" y="593407"/>
                  </a:lnTo>
                  <a:lnTo>
                    <a:pt x="2609850" y="594360"/>
                  </a:lnTo>
                  <a:lnTo>
                    <a:pt x="2626042" y="595312"/>
                  </a:lnTo>
                  <a:lnTo>
                    <a:pt x="2641282" y="596265"/>
                  </a:lnTo>
                  <a:lnTo>
                    <a:pt x="2657475" y="598170"/>
                  </a:lnTo>
                  <a:lnTo>
                    <a:pt x="2672715" y="599122"/>
                  </a:lnTo>
                  <a:lnTo>
                    <a:pt x="2688908" y="600075"/>
                  </a:lnTo>
                  <a:lnTo>
                    <a:pt x="2705100" y="601028"/>
                  </a:lnTo>
                  <a:lnTo>
                    <a:pt x="2721292" y="601980"/>
                  </a:lnTo>
                  <a:lnTo>
                    <a:pt x="2736532" y="601980"/>
                  </a:lnTo>
                  <a:lnTo>
                    <a:pt x="2752725" y="601980"/>
                  </a:lnTo>
                  <a:lnTo>
                    <a:pt x="2767965" y="601980"/>
                  </a:lnTo>
                  <a:lnTo>
                    <a:pt x="2784158" y="601980"/>
                  </a:lnTo>
                  <a:lnTo>
                    <a:pt x="2799398" y="601028"/>
                  </a:lnTo>
                  <a:lnTo>
                    <a:pt x="2815590" y="601028"/>
                  </a:lnTo>
                  <a:lnTo>
                    <a:pt x="2830830" y="600075"/>
                  </a:lnTo>
                  <a:lnTo>
                    <a:pt x="2847022" y="600075"/>
                  </a:lnTo>
                  <a:lnTo>
                    <a:pt x="2862262" y="599122"/>
                  </a:lnTo>
                  <a:lnTo>
                    <a:pt x="2878455" y="599122"/>
                  </a:lnTo>
                  <a:lnTo>
                    <a:pt x="2894648" y="599122"/>
                  </a:lnTo>
                  <a:lnTo>
                    <a:pt x="2909888" y="599122"/>
                  </a:lnTo>
                  <a:lnTo>
                    <a:pt x="2926080" y="599122"/>
                  </a:lnTo>
                  <a:lnTo>
                    <a:pt x="2941320" y="600075"/>
                  </a:lnTo>
                  <a:lnTo>
                    <a:pt x="2957512" y="600075"/>
                  </a:lnTo>
                  <a:lnTo>
                    <a:pt x="2972752" y="600075"/>
                  </a:lnTo>
                  <a:lnTo>
                    <a:pt x="2988945" y="601028"/>
                  </a:lnTo>
                  <a:lnTo>
                    <a:pt x="3005138" y="601028"/>
                  </a:lnTo>
                  <a:lnTo>
                    <a:pt x="3020378" y="601028"/>
                  </a:lnTo>
                  <a:lnTo>
                    <a:pt x="3036570" y="601980"/>
                  </a:lnTo>
                  <a:lnTo>
                    <a:pt x="3052762" y="601980"/>
                  </a:lnTo>
                  <a:lnTo>
                    <a:pt x="3068002" y="601980"/>
                  </a:lnTo>
                  <a:lnTo>
                    <a:pt x="3084195" y="601980"/>
                  </a:lnTo>
                  <a:lnTo>
                    <a:pt x="3099435" y="601980"/>
                  </a:lnTo>
                  <a:lnTo>
                    <a:pt x="3115628" y="601980"/>
                  </a:lnTo>
                  <a:lnTo>
                    <a:pt x="3130868" y="601980"/>
                  </a:lnTo>
                  <a:lnTo>
                    <a:pt x="3147060" y="601980"/>
                  </a:lnTo>
                  <a:lnTo>
                    <a:pt x="3162300" y="601028"/>
                  </a:lnTo>
                  <a:lnTo>
                    <a:pt x="3178492" y="601028"/>
                  </a:lnTo>
                  <a:lnTo>
                    <a:pt x="3193732" y="601028"/>
                  </a:lnTo>
                  <a:lnTo>
                    <a:pt x="3209925" y="601028"/>
                  </a:lnTo>
                  <a:lnTo>
                    <a:pt x="3225165" y="601028"/>
                  </a:lnTo>
                  <a:lnTo>
                    <a:pt x="3241358" y="601028"/>
                  </a:lnTo>
                  <a:lnTo>
                    <a:pt x="3257550" y="601028"/>
                  </a:lnTo>
                  <a:lnTo>
                    <a:pt x="3272790" y="601028"/>
                  </a:lnTo>
                  <a:lnTo>
                    <a:pt x="3288982" y="601028"/>
                  </a:lnTo>
                  <a:lnTo>
                    <a:pt x="3305175" y="601028"/>
                  </a:lnTo>
                  <a:lnTo>
                    <a:pt x="3320415" y="601028"/>
                  </a:lnTo>
                  <a:lnTo>
                    <a:pt x="3336608" y="601980"/>
                  </a:lnTo>
                  <a:lnTo>
                    <a:pt x="3351848" y="601980"/>
                  </a:lnTo>
                  <a:lnTo>
                    <a:pt x="3368040" y="601980"/>
                  </a:lnTo>
                  <a:lnTo>
                    <a:pt x="3383280" y="601980"/>
                  </a:lnTo>
                  <a:lnTo>
                    <a:pt x="3399472" y="601980"/>
                  </a:lnTo>
                  <a:lnTo>
                    <a:pt x="3415665" y="601980"/>
                  </a:lnTo>
                  <a:lnTo>
                    <a:pt x="3430905" y="601980"/>
                  </a:lnTo>
                  <a:lnTo>
                    <a:pt x="3447098" y="601980"/>
                  </a:lnTo>
                  <a:lnTo>
                    <a:pt x="3462338" y="601980"/>
                  </a:lnTo>
                  <a:lnTo>
                    <a:pt x="3478530" y="601980"/>
                  </a:lnTo>
                  <a:lnTo>
                    <a:pt x="3493770" y="601980"/>
                  </a:lnTo>
                  <a:lnTo>
                    <a:pt x="3509962" y="601980"/>
                  </a:lnTo>
                  <a:lnTo>
                    <a:pt x="3525202" y="601980"/>
                  </a:lnTo>
                  <a:lnTo>
                    <a:pt x="3541395" y="601028"/>
                  </a:lnTo>
                  <a:lnTo>
                    <a:pt x="3556635" y="601028"/>
                  </a:lnTo>
                  <a:lnTo>
                    <a:pt x="3572828" y="601028"/>
                  </a:lnTo>
                  <a:lnTo>
                    <a:pt x="3588068" y="601028"/>
                  </a:lnTo>
                  <a:lnTo>
                    <a:pt x="3605212" y="601028"/>
                  </a:lnTo>
                  <a:lnTo>
                    <a:pt x="3620452" y="601980"/>
                  </a:lnTo>
                  <a:lnTo>
                    <a:pt x="3636645" y="601980"/>
                  </a:lnTo>
                  <a:lnTo>
                    <a:pt x="3651885" y="601980"/>
                  </a:lnTo>
                  <a:lnTo>
                    <a:pt x="3668078" y="601980"/>
                  </a:lnTo>
                  <a:lnTo>
                    <a:pt x="3683318" y="601980"/>
                  </a:lnTo>
                  <a:lnTo>
                    <a:pt x="3699510" y="601980"/>
                  </a:lnTo>
                  <a:lnTo>
                    <a:pt x="3714750" y="601980"/>
                  </a:lnTo>
                  <a:lnTo>
                    <a:pt x="3730942" y="601980"/>
                  </a:lnTo>
                  <a:lnTo>
                    <a:pt x="3746182" y="601980"/>
                  </a:lnTo>
                  <a:lnTo>
                    <a:pt x="3762375" y="601980"/>
                  </a:lnTo>
                  <a:lnTo>
                    <a:pt x="3769042" y="601980"/>
                  </a:lnTo>
                </a:path>
              </a:pathLst>
            </a:custGeom>
            <a:noFill/>
            <a:ln w="13335">
              <a:solidFill>
                <a:srgbClr val="5B6475"/>
              </a:solidFill>
              <a:custDash>
                <a:ds d="428571" sp="285714"/>
              </a:custDash>
            </a:ln>
          </p:spPr>
        </p:sp>
        <p:sp>
          <p:nvSpPr>
            <p:cNvPr id="18" name="Freeform 18"/>
            <p:cNvSpPr/>
            <p:nvPr/>
          </p:nvSpPr>
          <p:spPr>
            <a:xfrm>
              <a:off x="904875" y="5012055"/>
              <a:ext cx="3769042" cy="858202"/>
            </a:xfrm>
            <a:custGeom>
              <a:avLst/>
              <a:gdLst/>
              <a:ahLst/>
              <a:cxnLst/>
              <a:rect l="l" t="t" r="r" b="b"/>
              <a:pathLst>
                <a:path w="3769042" h="858202">
                  <a:moveTo>
                    <a:pt x="0" y="858202"/>
                  </a:moveTo>
                  <a:lnTo>
                    <a:pt x="5715" y="858202"/>
                  </a:lnTo>
                  <a:lnTo>
                    <a:pt x="21907" y="858202"/>
                  </a:lnTo>
                  <a:lnTo>
                    <a:pt x="37148" y="858202"/>
                  </a:lnTo>
                  <a:lnTo>
                    <a:pt x="53340" y="858202"/>
                  </a:lnTo>
                  <a:lnTo>
                    <a:pt x="69532" y="858202"/>
                  </a:lnTo>
                  <a:lnTo>
                    <a:pt x="84773" y="857250"/>
                  </a:lnTo>
                  <a:lnTo>
                    <a:pt x="100965" y="857250"/>
                  </a:lnTo>
                  <a:lnTo>
                    <a:pt x="116205" y="857250"/>
                  </a:lnTo>
                  <a:lnTo>
                    <a:pt x="132398" y="857250"/>
                  </a:lnTo>
                  <a:lnTo>
                    <a:pt x="147638" y="857250"/>
                  </a:lnTo>
                  <a:lnTo>
                    <a:pt x="163830" y="857250"/>
                  </a:lnTo>
                  <a:lnTo>
                    <a:pt x="179070" y="857250"/>
                  </a:lnTo>
                  <a:lnTo>
                    <a:pt x="195262" y="857250"/>
                  </a:lnTo>
                  <a:lnTo>
                    <a:pt x="210502" y="857250"/>
                  </a:lnTo>
                  <a:lnTo>
                    <a:pt x="226695" y="857250"/>
                  </a:lnTo>
                  <a:lnTo>
                    <a:pt x="241935" y="858202"/>
                  </a:lnTo>
                  <a:lnTo>
                    <a:pt x="259080" y="858202"/>
                  </a:lnTo>
                  <a:lnTo>
                    <a:pt x="274320" y="858202"/>
                  </a:lnTo>
                  <a:lnTo>
                    <a:pt x="290512" y="858202"/>
                  </a:lnTo>
                  <a:lnTo>
                    <a:pt x="305752" y="858202"/>
                  </a:lnTo>
                  <a:lnTo>
                    <a:pt x="321945" y="858202"/>
                  </a:lnTo>
                  <a:lnTo>
                    <a:pt x="337185" y="858202"/>
                  </a:lnTo>
                  <a:lnTo>
                    <a:pt x="353377" y="858202"/>
                  </a:lnTo>
                  <a:lnTo>
                    <a:pt x="368617" y="858202"/>
                  </a:lnTo>
                  <a:lnTo>
                    <a:pt x="384810" y="857250"/>
                  </a:lnTo>
                  <a:lnTo>
                    <a:pt x="400050" y="857250"/>
                  </a:lnTo>
                  <a:lnTo>
                    <a:pt x="416242" y="857250"/>
                  </a:lnTo>
                  <a:lnTo>
                    <a:pt x="432435" y="857250"/>
                  </a:lnTo>
                  <a:lnTo>
                    <a:pt x="447675" y="857250"/>
                  </a:lnTo>
                  <a:lnTo>
                    <a:pt x="463867" y="857250"/>
                  </a:lnTo>
                  <a:lnTo>
                    <a:pt x="479108" y="857250"/>
                  </a:lnTo>
                  <a:lnTo>
                    <a:pt x="495300" y="857250"/>
                  </a:lnTo>
                  <a:lnTo>
                    <a:pt x="510540" y="857250"/>
                  </a:lnTo>
                  <a:lnTo>
                    <a:pt x="526733" y="857250"/>
                  </a:lnTo>
                  <a:lnTo>
                    <a:pt x="541972" y="857250"/>
                  </a:lnTo>
                  <a:lnTo>
                    <a:pt x="558165" y="857250"/>
                  </a:lnTo>
                  <a:lnTo>
                    <a:pt x="574358" y="857250"/>
                  </a:lnTo>
                  <a:lnTo>
                    <a:pt x="590550" y="857250"/>
                  </a:lnTo>
                  <a:lnTo>
                    <a:pt x="605790" y="857250"/>
                  </a:lnTo>
                  <a:lnTo>
                    <a:pt x="621983" y="857250"/>
                  </a:lnTo>
                  <a:lnTo>
                    <a:pt x="637222" y="858202"/>
                  </a:lnTo>
                  <a:lnTo>
                    <a:pt x="653415" y="858202"/>
                  </a:lnTo>
                  <a:lnTo>
                    <a:pt x="668655" y="858202"/>
                  </a:lnTo>
                  <a:lnTo>
                    <a:pt x="684848" y="857250"/>
                  </a:lnTo>
                  <a:lnTo>
                    <a:pt x="700088" y="857250"/>
                  </a:lnTo>
                  <a:lnTo>
                    <a:pt x="716280" y="857250"/>
                  </a:lnTo>
                  <a:lnTo>
                    <a:pt x="731520" y="857250"/>
                  </a:lnTo>
                  <a:lnTo>
                    <a:pt x="747712" y="856297"/>
                  </a:lnTo>
                  <a:lnTo>
                    <a:pt x="762952" y="856297"/>
                  </a:lnTo>
                  <a:lnTo>
                    <a:pt x="779145" y="856297"/>
                  </a:lnTo>
                  <a:lnTo>
                    <a:pt x="795338" y="855345"/>
                  </a:lnTo>
                  <a:lnTo>
                    <a:pt x="810578" y="855345"/>
                  </a:lnTo>
                  <a:lnTo>
                    <a:pt x="826770" y="855345"/>
                  </a:lnTo>
                  <a:lnTo>
                    <a:pt x="842010" y="855345"/>
                  </a:lnTo>
                  <a:lnTo>
                    <a:pt x="858202" y="855345"/>
                  </a:lnTo>
                  <a:lnTo>
                    <a:pt x="874395" y="855345"/>
                  </a:lnTo>
                  <a:lnTo>
                    <a:pt x="889635" y="855345"/>
                  </a:lnTo>
                  <a:lnTo>
                    <a:pt x="905828" y="855345"/>
                  </a:lnTo>
                  <a:lnTo>
                    <a:pt x="921067" y="856297"/>
                  </a:lnTo>
                  <a:lnTo>
                    <a:pt x="937260" y="856297"/>
                  </a:lnTo>
                  <a:lnTo>
                    <a:pt x="953452" y="857250"/>
                  </a:lnTo>
                  <a:lnTo>
                    <a:pt x="968692" y="857250"/>
                  </a:lnTo>
                  <a:lnTo>
                    <a:pt x="984885" y="857250"/>
                  </a:lnTo>
                  <a:lnTo>
                    <a:pt x="1000125" y="857250"/>
                  </a:lnTo>
                  <a:lnTo>
                    <a:pt x="1016317" y="857250"/>
                  </a:lnTo>
                  <a:lnTo>
                    <a:pt x="1031558" y="856297"/>
                  </a:lnTo>
                  <a:lnTo>
                    <a:pt x="1047750" y="856297"/>
                  </a:lnTo>
                  <a:lnTo>
                    <a:pt x="1062990" y="855345"/>
                  </a:lnTo>
                  <a:lnTo>
                    <a:pt x="1079182" y="854392"/>
                  </a:lnTo>
                  <a:lnTo>
                    <a:pt x="1094422" y="852488"/>
                  </a:lnTo>
                  <a:lnTo>
                    <a:pt x="1110615" y="851535"/>
                  </a:lnTo>
                  <a:lnTo>
                    <a:pt x="1125855" y="850582"/>
                  </a:lnTo>
                  <a:lnTo>
                    <a:pt x="1142048" y="849630"/>
                  </a:lnTo>
                  <a:lnTo>
                    <a:pt x="1158240" y="847725"/>
                  </a:lnTo>
                  <a:lnTo>
                    <a:pt x="1174432" y="847725"/>
                  </a:lnTo>
                  <a:lnTo>
                    <a:pt x="1189672" y="846772"/>
                  </a:lnTo>
                  <a:lnTo>
                    <a:pt x="1205865" y="846772"/>
                  </a:lnTo>
                  <a:lnTo>
                    <a:pt x="1221105" y="846772"/>
                  </a:lnTo>
                  <a:lnTo>
                    <a:pt x="1237298" y="847725"/>
                  </a:lnTo>
                  <a:lnTo>
                    <a:pt x="1252538" y="848677"/>
                  </a:lnTo>
                  <a:lnTo>
                    <a:pt x="1268730" y="850582"/>
                  </a:lnTo>
                  <a:lnTo>
                    <a:pt x="1283970" y="851535"/>
                  </a:lnTo>
                  <a:lnTo>
                    <a:pt x="1300162" y="852488"/>
                  </a:lnTo>
                  <a:lnTo>
                    <a:pt x="1316355" y="853440"/>
                  </a:lnTo>
                  <a:lnTo>
                    <a:pt x="1331595" y="854392"/>
                  </a:lnTo>
                  <a:lnTo>
                    <a:pt x="1347788" y="854392"/>
                  </a:lnTo>
                  <a:lnTo>
                    <a:pt x="1363028" y="853440"/>
                  </a:lnTo>
                  <a:lnTo>
                    <a:pt x="1379220" y="850582"/>
                  </a:lnTo>
                  <a:lnTo>
                    <a:pt x="1394460" y="845820"/>
                  </a:lnTo>
                  <a:lnTo>
                    <a:pt x="1410652" y="839152"/>
                  </a:lnTo>
                  <a:lnTo>
                    <a:pt x="1425892" y="830580"/>
                  </a:lnTo>
                  <a:lnTo>
                    <a:pt x="1442085" y="818197"/>
                  </a:lnTo>
                  <a:lnTo>
                    <a:pt x="1457325" y="803910"/>
                  </a:lnTo>
                  <a:lnTo>
                    <a:pt x="1474470" y="785812"/>
                  </a:lnTo>
                  <a:lnTo>
                    <a:pt x="1489710" y="764857"/>
                  </a:lnTo>
                  <a:lnTo>
                    <a:pt x="1505902" y="740092"/>
                  </a:lnTo>
                  <a:lnTo>
                    <a:pt x="1521142" y="712470"/>
                  </a:lnTo>
                  <a:lnTo>
                    <a:pt x="1537335" y="681990"/>
                  </a:lnTo>
                  <a:lnTo>
                    <a:pt x="1552575" y="648652"/>
                  </a:lnTo>
                  <a:lnTo>
                    <a:pt x="1568768" y="611505"/>
                  </a:lnTo>
                  <a:lnTo>
                    <a:pt x="1584008" y="573405"/>
                  </a:lnTo>
                  <a:lnTo>
                    <a:pt x="1600200" y="532447"/>
                  </a:lnTo>
                  <a:lnTo>
                    <a:pt x="1615440" y="490538"/>
                  </a:lnTo>
                  <a:lnTo>
                    <a:pt x="1631632" y="447675"/>
                  </a:lnTo>
                  <a:lnTo>
                    <a:pt x="1647825" y="404812"/>
                  </a:lnTo>
                  <a:lnTo>
                    <a:pt x="1663065" y="360997"/>
                  </a:lnTo>
                  <a:lnTo>
                    <a:pt x="1679258" y="319088"/>
                  </a:lnTo>
                  <a:lnTo>
                    <a:pt x="1694497" y="277177"/>
                  </a:lnTo>
                  <a:lnTo>
                    <a:pt x="1710690" y="237172"/>
                  </a:lnTo>
                  <a:lnTo>
                    <a:pt x="1725930" y="199072"/>
                  </a:lnTo>
                  <a:lnTo>
                    <a:pt x="1742122" y="163830"/>
                  </a:lnTo>
                  <a:lnTo>
                    <a:pt x="1757362" y="131445"/>
                  </a:lnTo>
                  <a:lnTo>
                    <a:pt x="1773555" y="100965"/>
                  </a:lnTo>
                  <a:lnTo>
                    <a:pt x="1789747" y="75247"/>
                  </a:lnTo>
                  <a:lnTo>
                    <a:pt x="1804988" y="53340"/>
                  </a:lnTo>
                  <a:lnTo>
                    <a:pt x="1821180" y="34290"/>
                  </a:lnTo>
                  <a:lnTo>
                    <a:pt x="1837372" y="19050"/>
                  </a:lnTo>
                  <a:lnTo>
                    <a:pt x="1852612" y="8572"/>
                  </a:lnTo>
                  <a:lnTo>
                    <a:pt x="1868805" y="1905"/>
                  </a:lnTo>
                  <a:lnTo>
                    <a:pt x="1884045" y="0"/>
                  </a:lnTo>
                  <a:lnTo>
                    <a:pt x="1900238" y="1905"/>
                  </a:lnTo>
                  <a:lnTo>
                    <a:pt x="1915478" y="8572"/>
                  </a:lnTo>
                  <a:lnTo>
                    <a:pt x="1931670" y="19050"/>
                  </a:lnTo>
                  <a:lnTo>
                    <a:pt x="1946910" y="34290"/>
                  </a:lnTo>
                  <a:lnTo>
                    <a:pt x="1963103" y="53340"/>
                  </a:lnTo>
                  <a:lnTo>
                    <a:pt x="1978342" y="75247"/>
                  </a:lnTo>
                  <a:lnTo>
                    <a:pt x="1994535" y="100965"/>
                  </a:lnTo>
                  <a:lnTo>
                    <a:pt x="2010728" y="131445"/>
                  </a:lnTo>
                  <a:lnTo>
                    <a:pt x="2025968" y="163830"/>
                  </a:lnTo>
                  <a:lnTo>
                    <a:pt x="2042160" y="199072"/>
                  </a:lnTo>
                  <a:lnTo>
                    <a:pt x="2057400" y="237172"/>
                  </a:lnTo>
                  <a:lnTo>
                    <a:pt x="2073592" y="277177"/>
                  </a:lnTo>
                  <a:lnTo>
                    <a:pt x="2089785" y="319088"/>
                  </a:lnTo>
                  <a:lnTo>
                    <a:pt x="2105025" y="360997"/>
                  </a:lnTo>
                  <a:lnTo>
                    <a:pt x="2121218" y="404812"/>
                  </a:lnTo>
                  <a:lnTo>
                    <a:pt x="2136458" y="447675"/>
                  </a:lnTo>
                  <a:lnTo>
                    <a:pt x="2152650" y="490538"/>
                  </a:lnTo>
                  <a:lnTo>
                    <a:pt x="2168842" y="532447"/>
                  </a:lnTo>
                  <a:lnTo>
                    <a:pt x="2184082" y="573405"/>
                  </a:lnTo>
                  <a:lnTo>
                    <a:pt x="2200275" y="611505"/>
                  </a:lnTo>
                  <a:lnTo>
                    <a:pt x="2215515" y="648652"/>
                  </a:lnTo>
                  <a:lnTo>
                    <a:pt x="2231708" y="681990"/>
                  </a:lnTo>
                  <a:lnTo>
                    <a:pt x="2246948" y="712470"/>
                  </a:lnTo>
                  <a:lnTo>
                    <a:pt x="2263140" y="740092"/>
                  </a:lnTo>
                  <a:lnTo>
                    <a:pt x="2278380" y="764857"/>
                  </a:lnTo>
                  <a:lnTo>
                    <a:pt x="2294572" y="785812"/>
                  </a:lnTo>
                  <a:lnTo>
                    <a:pt x="2309812" y="803910"/>
                  </a:lnTo>
                  <a:lnTo>
                    <a:pt x="2326005" y="818197"/>
                  </a:lnTo>
                  <a:lnTo>
                    <a:pt x="2341245" y="830580"/>
                  </a:lnTo>
                  <a:lnTo>
                    <a:pt x="2357438" y="839152"/>
                  </a:lnTo>
                  <a:lnTo>
                    <a:pt x="2373630" y="845820"/>
                  </a:lnTo>
                  <a:lnTo>
                    <a:pt x="2389822" y="850582"/>
                  </a:lnTo>
                  <a:lnTo>
                    <a:pt x="2405062" y="853440"/>
                  </a:lnTo>
                  <a:lnTo>
                    <a:pt x="2421255" y="854392"/>
                  </a:lnTo>
                  <a:lnTo>
                    <a:pt x="2436495" y="854392"/>
                  </a:lnTo>
                  <a:lnTo>
                    <a:pt x="2452688" y="853440"/>
                  </a:lnTo>
                  <a:lnTo>
                    <a:pt x="2467928" y="852488"/>
                  </a:lnTo>
                  <a:lnTo>
                    <a:pt x="2484120" y="851535"/>
                  </a:lnTo>
                  <a:lnTo>
                    <a:pt x="2499360" y="850582"/>
                  </a:lnTo>
                  <a:lnTo>
                    <a:pt x="2515552" y="848677"/>
                  </a:lnTo>
                  <a:lnTo>
                    <a:pt x="2531745" y="847725"/>
                  </a:lnTo>
                  <a:lnTo>
                    <a:pt x="2546985" y="846772"/>
                  </a:lnTo>
                  <a:lnTo>
                    <a:pt x="2563178" y="846772"/>
                  </a:lnTo>
                  <a:lnTo>
                    <a:pt x="2578418" y="846772"/>
                  </a:lnTo>
                  <a:lnTo>
                    <a:pt x="2594610" y="847725"/>
                  </a:lnTo>
                  <a:lnTo>
                    <a:pt x="2609850" y="847725"/>
                  </a:lnTo>
                  <a:lnTo>
                    <a:pt x="2626042" y="849630"/>
                  </a:lnTo>
                  <a:lnTo>
                    <a:pt x="2641282" y="850582"/>
                  </a:lnTo>
                  <a:lnTo>
                    <a:pt x="2657475" y="851535"/>
                  </a:lnTo>
                  <a:lnTo>
                    <a:pt x="2672715" y="852488"/>
                  </a:lnTo>
                  <a:lnTo>
                    <a:pt x="2688908" y="854392"/>
                  </a:lnTo>
                  <a:lnTo>
                    <a:pt x="2705100" y="855345"/>
                  </a:lnTo>
                  <a:lnTo>
                    <a:pt x="2721292" y="856297"/>
                  </a:lnTo>
                  <a:lnTo>
                    <a:pt x="2736532" y="856297"/>
                  </a:lnTo>
                  <a:lnTo>
                    <a:pt x="2752725" y="857250"/>
                  </a:lnTo>
                  <a:lnTo>
                    <a:pt x="2767965" y="857250"/>
                  </a:lnTo>
                  <a:lnTo>
                    <a:pt x="2784158" y="857250"/>
                  </a:lnTo>
                  <a:lnTo>
                    <a:pt x="2799398" y="857250"/>
                  </a:lnTo>
                  <a:lnTo>
                    <a:pt x="2815590" y="857250"/>
                  </a:lnTo>
                  <a:lnTo>
                    <a:pt x="2830830" y="856297"/>
                  </a:lnTo>
                  <a:lnTo>
                    <a:pt x="2847022" y="856297"/>
                  </a:lnTo>
                  <a:lnTo>
                    <a:pt x="2862262" y="855345"/>
                  </a:lnTo>
                  <a:lnTo>
                    <a:pt x="2878455" y="855345"/>
                  </a:lnTo>
                  <a:lnTo>
                    <a:pt x="2894648" y="855345"/>
                  </a:lnTo>
                  <a:lnTo>
                    <a:pt x="2909888" y="855345"/>
                  </a:lnTo>
                  <a:lnTo>
                    <a:pt x="2926080" y="855345"/>
                  </a:lnTo>
                  <a:lnTo>
                    <a:pt x="2941320" y="855345"/>
                  </a:lnTo>
                  <a:lnTo>
                    <a:pt x="2957512" y="855345"/>
                  </a:lnTo>
                  <a:lnTo>
                    <a:pt x="2972752" y="855345"/>
                  </a:lnTo>
                  <a:lnTo>
                    <a:pt x="2988945" y="856297"/>
                  </a:lnTo>
                  <a:lnTo>
                    <a:pt x="3005138" y="856297"/>
                  </a:lnTo>
                  <a:lnTo>
                    <a:pt x="3020378" y="856297"/>
                  </a:lnTo>
                  <a:lnTo>
                    <a:pt x="3036570" y="857250"/>
                  </a:lnTo>
                  <a:lnTo>
                    <a:pt x="3052762" y="857250"/>
                  </a:lnTo>
                  <a:lnTo>
                    <a:pt x="3068002" y="857250"/>
                  </a:lnTo>
                  <a:lnTo>
                    <a:pt x="3084195" y="857250"/>
                  </a:lnTo>
                  <a:lnTo>
                    <a:pt x="3099435" y="858202"/>
                  </a:lnTo>
                  <a:lnTo>
                    <a:pt x="3115628" y="858202"/>
                  </a:lnTo>
                  <a:lnTo>
                    <a:pt x="3130868" y="858202"/>
                  </a:lnTo>
                  <a:lnTo>
                    <a:pt x="3147060" y="857250"/>
                  </a:lnTo>
                  <a:lnTo>
                    <a:pt x="3162300" y="857250"/>
                  </a:lnTo>
                  <a:lnTo>
                    <a:pt x="3178492" y="857250"/>
                  </a:lnTo>
                  <a:lnTo>
                    <a:pt x="3193732" y="857250"/>
                  </a:lnTo>
                  <a:lnTo>
                    <a:pt x="3209925" y="857250"/>
                  </a:lnTo>
                  <a:lnTo>
                    <a:pt x="3225165" y="857250"/>
                  </a:lnTo>
                  <a:lnTo>
                    <a:pt x="3241358" y="857250"/>
                  </a:lnTo>
                  <a:lnTo>
                    <a:pt x="3257550" y="857250"/>
                  </a:lnTo>
                  <a:lnTo>
                    <a:pt x="3272790" y="857250"/>
                  </a:lnTo>
                  <a:lnTo>
                    <a:pt x="3288982" y="857250"/>
                  </a:lnTo>
                  <a:lnTo>
                    <a:pt x="3305175" y="857250"/>
                  </a:lnTo>
                  <a:lnTo>
                    <a:pt x="3320415" y="857250"/>
                  </a:lnTo>
                  <a:lnTo>
                    <a:pt x="3336608" y="857250"/>
                  </a:lnTo>
                  <a:lnTo>
                    <a:pt x="3351848" y="857250"/>
                  </a:lnTo>
                  <a:lnTo>
                    <a:pt x="3368040" y="857250"/>
                  </a:lnTo>
                  <a:lnTo>
                    <a:pt x="3383280" y="857250"/>
                  </a:lnTo>
                  <a:lnTo>
                    <a:pt x="3399472" y="858202"/>
                  </a:lnTo>
                  <a:lnTo>
                    <a:pt x="3415665" y="858202"/>
                  </a:lnTo>
                  <a:lnTo>
                    <a:pt x="3430905" y="858202"/>
                  </a:lnTo>
                  <a:lnTo>
                    <a:pt x="3447098" y="858202"/>
                  </a:lnTo>
                  <a:lnTo>
                    <a:pt x="3462338" y="858202"/>
                  </a:lnTo>
                  <a:lnTo>
                    <a:pt x="3478530" y="858202"/>
                  </a:lnTo>
                  <a:lnTo>
                    <a:pt x="3493770" y="858202"/>
                  </a:lnTo>
                  <a:lnTo>
                    <a:pt x="3509962" y="858202"/>
                  </a:lnTo>
                  <a:lnTo>
                    <a:pt x="3525202" y="858202"/>
                  </a:lnTo>
                  <a:lnTo>
                    <a:pt x="3541395" y="857250"/>
                  </a:lnTo>
                  <a:lnTo>
                    <a:pt x="3556635" y="857250"/>
                  </a:lnTo>
                  <a:lnTo>
                    <a:pt x="3572828" y="857250"/>
                  </a:lnTo>
                  <a:lnTo>
                    <a:pt x="3588068" y="857250"/>
                  </a:lnTo>
                  <a:lnTo>
                    <a:pt x="3605212" y="857250"/>
                  </a:lnTo>
                  <a:lnTo>
                    <a:pt x="3620452" y="857250"/>
                  </a:lnTo>
                  <a:lnTo>
                    <a:pt x="3636645" y="857250"/>
                  </a:lnTo>
                  <a:lnTo>
                    <a:pt x="3651885" y="857250"/>
                  </a:lnTo>
                  <a:lnTo>
                    <a:pt x="3668078" y="857250"/>
                  </a:lnTo>
                  <a:lnTo>
                    <a:pt x="3683318" y="857250"/>
                  </a:lnTo>
                  <a:lnTo>
                    <a:pt x="3699510" y="858202"/>
                  </a:lnTo>
                  <a:lnTo>
                    <a:pt x="3714750" y="858202"/>
                  </a:lnTo>
                  <a:lnTo>
                    <a:pt x="3730942" y="858202"/>
                  </a:lnTo>
                  <a:lnTo>
                    <a:pt x="3746182" y="858202"/>
                  </a:lnTo>
                  <a:lnTo>
                    <a:pt x="3762375" y="858202"/>
                  </a:lnTo>
                  <a:lnTo>
                    <a:pt x="3769042" y="858202"/>
                  </a:lnTo>
                </a:path>
              </a:pathLst>
            </a:custGeom>
            <a:noFill/>
            <a:ln w="22860">
              <a:solidFill>
                <a:srgbClr val="2F4B9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825746" y="221932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4A38B"/>
                  </a:solidFill>
                  <a:latin typeface="+mn-lt"/>
                  <a:ea typeface="+mn-ea"/>
                  <a:cs typeface="+mn-cs"/>
                </a:rPr>
                <a:t>能分辨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826318" y="2506028"/>
              <a:ext cx="6213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间距 1.6θ₀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825746" y="36680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D97706"/>
                  </a:solidFill>
                  <a:latin typeface="+mn-lt"/>
                  <a:ea typeface="+mn-ea"/>
                  <a:cs typeface="+mn-cs"/>
                </a:rPr>
                <a:t>恰能分辨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826318" y="3954780"/>
              <a:ext cx="6213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间距 1.0θ₀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826318" y="4209098"/>
              <a:ext cx="88792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D97706"/>
                  </a:solidFill>
                  <a:latin typeface="+mn-lt"/>
                  <a:ea typeface="+mn-ea"/>
                  <a:cs typeface="+mn-cs"/>
                </a:rPr>
                <a:t>中间凹处 73.5%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825746" y="511683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不能分辨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826318" y="5403532"/>
              <a:ext cx="6213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间距 0.6θ₀</a:t>
              </a:r>
            </a:p>
          </p:txBody>
        </p:sp>
      </p:grpSp>
      <p:grpSp>
        <p:nvGrpSpPr>
          <p:cNvPr id="32" name="c2-card-1"/>
          <p:cNvGrpSpPr/>
          <p:nvPr/>
        </p:nvGrpSpPr>
        <p:grpSpPr>
          <a:xfrm>
            <a:off x="6464618" y="1524000"/>
            <a:ext cx="5193982" cy="1545908"/>
            <a:chOff x="6464618" y="1524000"/>
            <a:chExt cx="5193982" cy="1545908"/>
          </a:xfrm>
        </p:grpSpPr>
        <p:sp>
          <p:nvSpPr>
            <p:cNvPr id="27" name="Rectangle 27"/>
            <p:cNvSpPr/>
            <p:nvPr/>
          </p:nvSpPr>
          <p:spPr>
            <a:xfrm>
              <a:off x="6464618" y="1524000"/>
              <a:ext cx="5193982" cy="1545908"/>
            </a:xfrm>
            <a:prstGeom prst="roundRect">
              <a:avLst>
                <a:gd name="adj" fmla="val 86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4142" y="1657350"/>
              <a:ext cx="47625" cy="1279208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706552" y="172783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788861" y="176355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瑞利判据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99314" y="2100739"/>
              <a:ext cx="452297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两个点光源各成一个艾里斑。一个艾里斑的中心恰好落在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另一个的第一暗环上时，两者恰能分辨。此时合成光强中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间凹下处约为峰值的 73.5%，人眼刚能察觉。</a:t>
              </a:r>
            </a:p>
          </p:txBody>
        </p:sp>
      </p:grpSp>
      <p:grpSp>
        <p:nvGrpSpPr>
          <p:cNvPr id="38" name="c2-card-2"/>
          <p:cNvGrpSpPr/>
          <p:nvPr/>
        </p:nvGrpSpPr>
        <p:grpSpPr>
          <a:xfrm>
            <a:off x="6464618" y="3255645"/>
            <a:ext cx="5193982" cy="1584008"/>
            <a:chOff x="6464618" y="3255645"/>
            <a:chExt cx="5193982" cy="1584008"/>
          </a:xfrm>
        </p:grpSpPr>
        <p:sp>
          <p:nvSpPr>
            <p:cNvPr id="33" name="Rectangle 33"/>
            <p:cNvSpPr/>
            <p:nvPr/>
          </p:nvSpPr>
          <p:spPr>
            <a:xfrm>
              <a:off x="6464618" y="3255645"/>
              <a:ext cx="5193982" cy="1584008"/>
            </a:xfrm>
            <a:prstGeom prst="roundRect">
              <a:avLst>
                <a:gd name="adj" fmla="val 8419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668452" y="3459480"/>
              <a:ext cx="1631632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725158" y="3495199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最小分辨角与分辨本领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" name="formula68"/>
                <p:cNvSpPr txBox="1">
                  <a:spLocks noGrp="1"/>
                </p:cNvSpPr>
                <p:nvPr/>
              </p:nvSpPr>
              <p:spPr>
                <a:xfrm>
                  <a:off x="6668452" y="3809048"/>
                  <a:ext cx="4786312" cy="4886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1.22</m:t>
                        </m:r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λ</m:t>
                            </m:r>
                          </m:num>
                          <m:den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R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</m:num>
                          <m:den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1.22λ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7" name="TextBox 37"/>
            <p:cNvSpPr txBox="1"/>
            <p:nvPr/>
          </p:nvSpPr>
          <p:spPr>
            <a:xfrm>
              <a:off x="6661214" y="4413409"/>
              <a:ext cx="485047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θ₀ 是两物点对透镜所张的最小可分辨角，R 叫分辨本领。</a:t>
              </a:r>
            </a:p>
          </p:txBody>
        </p:sp>
      </p:grpSp>
      <p:grpSp>
        <p:nvGrpSpPr>
          <p:cNvPr id="45" name="c2-callout-3"/>
          <p:cNvGrpSpPr/>
          <p:nvPr/>
        </p:nvGrpSpPr>
        <p:grpSpPr>
          <a:xfrm>
            <a:off x="6464618" y="5025390"/>
            <a:ext cx="5193982" cy="1018222"/>
            <a:chOff x="6464618" y="5025390"/>
            <a:chExt cx="5193982" cy="1018222"/>
          </a:xfrm>
        </p:grpSpPr>
        <p:sp>
          <p:nvSpPr>
            <p:cNvPr id="39" name="Rectangle 39"/>
            <p:cNvSpPr/>
            <p:nvPr/>
          </p:nvSpPr>
          <p:spPr>
            <a:xfrm>
              <a:off x="6464618" y="5025390"/>
              <a:ext cx="5193982" cy="1018222"/>
            </a:xfrm>
            <a:prstGeom prst="roundRect">
              <a:avLst>
                <a:gd name="adj" fmla="val 1122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6669405" y="5434965"/>
              <a:ext cx="200026" cy="200025"/>
              <a:chOff x="6669405" y="5434965"/>
              <a:chExt cx="200026" cy="200025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6669405" y="543496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709144" y="547941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743859" y="559054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6971729" y="5172551"/>
              <a:ext cx="4135247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提高分辨本领：加大孔径 D（天文望远镜口径做到几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米），或减小波长 λ（电子显微镜用波长很短的电子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波）。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第8章 光的衍射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40995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6603" y="407194"/>
              <a:ext cx="33435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光的衍射 · 圆孔衍射与光学仪器的分辨本领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例（补充）人眼能分辨多远处的两个点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869180" cy="1428750"/>
            <a:chOff x="533400" y="1524000"/>
            <a:chExt cx="4869180" cy="14287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869180" cy="1428750"/>
            </a:xfrm>
            <a:prstGeom prst="roundRect">
              <a:avLst>
                <a:gd name="adj" fmla="val 933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16205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8246" y="1737836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5998" y="2045494"/>
              <a:ext cx="362845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人眼瞳孔直径 D = 3 mm，取 λ = 550 nm。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330291"/>
              <a:ext cx="423138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① 人眼的最小分辨角；② 相距 1 mm 的两条细线，最远在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多远处能分清；③ 两车灯相距 1.2 m，多远时看成一个。</a:t>
              </a:r>
            </a:p>
          </p:txBody>
        </p:sp>
      </p:grpSp>
      <p:grpSp>
        <p:nvGrpSpPr>
          <p:cNvPr id="16" name="c1-image-2"/>
          <p:cNvGrpSpPr/>
          <p:nvPr/>
        </p:nvGrpSpPr>
        <p:grpSpPr>
          <a:xfrm>
            <a:off x="1511833" y="3117532"/>
            <a:ext cx="2912313" cy="2064734"/>
            <a:chOff x="1511833" y="3117532"/>
            <a:chExt cx="2912313" cy="2064734"/>
          </a:xfrm>
        </p:grpSpPr>
        <p:pic>
          <p:nvPicPr>
            <p:cNvPr id="14" name="Image 14"/>
            <p:cNvPicPr>
              <a:picLocks noChangeAspect="1"/>
            </p:cNvPicPr>
            <p:nvPr/>
          </p:nvPicPr>
          <p:blipFill>
            <a:blip r:embed="rId2"/>
            <a:srcRect l="5562" t="0" r="5561" b="0"/>
            <a:stretch>
              <a:fillRect/>
            </a:stretch>
          </p:blipFill>
          <p:spPr>
            <a:xfrm>
              <a:off x="1780222" y="3117532"/>
              <a:ext cx="2374582" cy="1781175"/>
            </a:xfrm>
            <a:prstGeom prst="roundRect">
              <a:avLst>
                <a:gd name="adj" fmla="val 7486"/>
              </a:avLst>
            </a:prstGeom>
          </p:spPr>
        </p:pic>
        <p:sp>
          <p:nvSpPr>
            <p:cNvPr id="15" name="TextBox 15"/>
            <p:cNvSpPr txBox="1"/>
            <p:nvPr/>
          </p:nvSpPr>
          <p:spPr>
            <a:xfrm>
              <a:off x="1511833" y="4991576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远处的车两灯并成一个亮点，近处的车两灯分得开</a:t>
              </a:r>
            </a:p>
          </p:txBody>
        </p:sp>
      </p:grpSp>
      <p:grpSp>
        <p:nvGrpSpPr>
          <p:cNvPr id="30" name="c2-steps-1"/>
          <p:cNvGrpSpPr/>
          <p:nvPr/>
        </p:nvGrpSpPr>
        <p:grpSpPr>
          <a:xfrm>
            <a:off x="5707380" y="1533525"/>
            <a:ext cx="5239258" cy="1596962"/>
            <a:chOff x="5707380" y="1533525"/>
            <a:chExt cx="5239258" cy="1596962"/>
          </a:xfrm>
        </p:grpSpPr>
        <p:sp>
          <p:nvSpPr>
            <p:cNvPr id="17" name="Rectangle 17"/>
            <p:cNvSpPr/>
            <p:nvPr/>
          </p:nvSpPr>
          <p:spPr>
            <a:xfrm>
              <a:off x="5840730" y="1676400"/>
              <a:ext cx="19050" cy="1105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5707380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80100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5707380" y="208692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801004" y="21607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5707380" y="263937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801004" y="27131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120003" y="156448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最小分辨角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121146" y="1818322"/>
              <a:ext cx="48254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θ₀ = 1.22λ/D = 1.22 × 5.5×10⁻⁷/(3×10⁻³) rad = 2.24×10⁻⁴ rad ≈ 0.77′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120003" y="21169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两条细线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121146" y="2371725"/>
              <a:ext cx="45121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两线对眼的张角 l/L ≥ θ₀，L ≤ l/θ₀ = 1×10⁻³/(2.24×10⁻⁴) m ≈ 4.5 m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120003" y="267033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两个车灯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121146" y="2925128"/>
              <a:ext cx="24661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 = 1.2/(2.24×10⁻⁴) m ≈ 5.4×10³ m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5707380" y="3291840"/>
            <a:ext cx="5951220" cy="1870710"/>
            <a:chOff x="5707380" y="3291840"/>
            <a:chExt cx="5951220" cy="1870710"/>
          </a:xfrm>
        </p:grpSpPr>
        <p:sp>
          <p:nvSpPr>
            <p:cNvPr id="31" name="Rectangle 31"/>
            <p:cNvSpPr/>
            <p:nvPr/>
          </p:nvSpPr>
          <p:spPr>
            <a:xfrm>
              <a:off x="5707380" y="3291840"/>
              <a:ext cx="5951220" cy="1870710"/>
            </a:xfrm>
            <a:prstGeom prst="roundRect">
              <a:avLst>
                <a:gd name="adj" fmla="val 7128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888355" y="3472815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984126" y="3505676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881878" y="3812381"/>
              <a:ext cx="519049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① θ₀ ≈ 2.24×10⁻⁴ rad；② 约 4.5 m 以内；③ 约 5.4 km 以外两灯看成一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个。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883021" y="4336732"/>
              <a:ext cx="44914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人眼实际还受视网膜感光细胞间距的限制，衍射算出的 θ₀ 是理论下限。</a:t>
              </a:r>
            </a:p>
          </p:txBody>
        </p:sp>
      </p:grpSp>
      <p:grpSp>
        <p:nvGrpSpPr>
          <p:cNvPr id="43" name="takeaway"/>
          <p:cNvGrpSpPr/>
          <p:nvPr/>
        </p:nvGrpSpPr>
        <p:grpSpPr>
          <a:xfrm>
            <a:off x="533400" y="5659755"/>
            <a:ext cx="11125200" cy="702945"/>
            <a:chOff x="533400" y="5659755"/>
            <a:chExt cx="11125200" cy="702945"/>
          </a:xfrm>
        </p:grpSpPr>
        <p:sp>
          <p:nvSpPr>
            <p:cNvPr id="37" name="Rectangle 37"/>
            <p:cNvSpPr/>
            <p:nvPr/>
          </p:nvSpPr>
          <p:spPr>
            <a:xfrm>
              <a:off x="533400" y="5659755"/>
              <a:ext cx="11125200" cy="702945"/>
            </a:xfrm>
            <a:prstGeom prst="roundRect">
              <a:avLst>
                <a:gd name="adj" fmla="val 1626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38188" y="5911215"/>
              <a:ext cx="200026" cy="200025"/>
              <a:chOff x="738188" y="5911215"/>
              <a:chExt cx="200026" cy="200025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738188" y="591121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777926" y="595566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12642" y="606679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1041273" y="5805011"/>
              <a:ext cx="968527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对比：口径 2.4 m 的空间望远镜 θ₀ = 1.22 × 5.5×10⁻⁷/2.4 rad ≈ 2.8×10⁻⁷ rad，比人眼小 800 倍，这就是天文望远镜越造越大的原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因。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第8章 光的衍射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012885" cy="3351847"/>
            <a:chOff x="667512" y="1835468"/>
            <a:chExt cx="6012885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97510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光栅衍射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0029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对应原课件 8.4，光栅条纹是单缝衍射和多缝干涉的共同结果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光栅与光栅常数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光栅方程、极小与次极大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级次有限、斜入射与缺级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光栅光谱与六道例题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第8章 光的衍射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光的衍射 · 光栅衍射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衍射光栅：大量等宽、等间距的平行狭缝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7" name="g_grating"/>
          <p:cNvGrpSpPr/>
          <p:nvPr/>
        </p:nvGrpSpPr>
        <p:grpSpPr>
          <a:xfrm>
            <a:off x="808672" y="2261235"/>
            <a:ext cx="5091113" cy="2714339"/>
            <a:chOff x="808672" y="2261235"/>
            <a:chExt cx="5091113" cy="2714339"/>
          </a:xfrm>
        </p:grpSpPr>
        <p:sp>
          <p:nvSpPr>
            <p:cNvPr id="7" name="Freeform 7"/>
            <p:cNvSpPr/>
            <p:nvPr/>
          </p:nvSpPr>
          <p:spPr>
            <a:xfrm>
              <a:off x="1963102" y="2261235"/>
              <a:ext cx="9525" cy="196215"/>
            </a:xfrm>
            <a:custGeom>
              <a:avLst/>
              <a:gdLst/>
              <a:ahLst/>
              <a:cxnLst/>
              <a:rect l="l" t="t" r="r" b="b"/>
              <a:pathLst>
                <a:path w="9525" h="196215">
                  <a:moveTo>
                    <a:pt x="0" y="0"/>
                  </a:moveTo>
                  <a:lnTo>
                    <a:pt x="0" y="196215"/>
                  </a:lnTo>
                </a:path>
              </a:pathLst>
            </a:custGeom>
            <a:noFill/>
            <a:ln w="8572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963102" y="2619375"/>
              <a:ext cx="9525" cy="196215"/>
            </a:xfrm>
            <a:custGeom>
              <a:avLst/>
              <a:gdLst/>
              <a:ahLst/>
              <a:cxnLst/>
              <a:rect l="l" t="t" r="r" b="b"/>
              <a:pathLst>
                <a:path w="9525" h="196215">
                  <a:moveTo>
                    <a:pt x="0" y="0"/>
                  </a:moveTo>
                  <a:lnTo>
                    <a:pt x="0" y="196215"/>
                  </a:lnTo>
                </a:path>
              </a:pathLst>
            </a:custGeom>
            <a:noFill/>
            <a:ln w="85725">
              <a:solidFill>
                <a:srgbClr val="1F2937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1963102" y="2977515"/>
              <a:ext cx="9525" cy="196215"/>
            </a:xfrm>
            <a:custGeom>
              <a:avLst/>
              <a:gdLst/>
              <a:ahLst/>
              <a:cxnLst/>
              <a:rect l="l" t="t" r="r" b="b"/>
              <a:pathLst>
                <a:path w="9525" h="196215">
                  <a:moveTo>
                    <a:pt x="0" y="0"/>
                  </a:moveTo>
                  <a:lnTo>
                    <a:pt x="0" y="196215"/>
                  </a:lnTo>
                </a:path>
              </a:pathLst>
            </a:custGeom>
            <a:noFill/>
            <a:ln w="8572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963102" y="3335655"/>
              <a:ext cx="9525" cy="196215"/>
            </a:xfrm>
            <a:custGeom>
              <a:avLst/>
              <a:gdLst/>
              <a:ahLst/>
              <a:cxnLst/>
              <a:rect l="l" t="t" r="r" b="b"/>
              <a:pathLst>
                <a:path w="9525" h="196215">
                  <a:moveTo>
                    <a:pt x="0" y="0"/>
                  </a:moveTo>
                  <a:lnTo>
                    <a:pt x="0" y="196215"/>
                  </a:lnTo>
                </a:path>
              </a:pathLst>
            </a:custGeom>
            <a:noFill/>
            <a:ln w="85725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963102" y="3693795"/>
              <a:ext cx="9525" cy="196215"/>
            </a:xfrm>
            <a:custGeom>
              <a:avLst/>
              <a:gdLst/>
              <a:ahLst/>
              <a:cxnLst/>
              <a:rect l="l" t="t" r="r" b="b"/>
              <a:pathLst>
                <a:path w="9525" h="196215">
                  <a:moveTo>
                    <a:pt x="0" y="0"/>
                  </a:moveTo>
                  <a:lnTo>
                    <a:pt x="0" y="196215"/>
                  </a:lnTo>
                </a:path>
              </a:pathLst>
            </a:custGeom>
            <a:noFill/>
            <a:ln w="8572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963102" y="4051935"/>
              <a:ext cx="9525" cy="196215"/>
            </a:xfrm>
            <a:custGeom>
              <a:avLst/>
              <a:gdLst/>
              <a:ahLst/>
              <a:cxnLst/>
              <a:rect l="l" t="t" r="r" b="b"/>
              <a:pathLst>
                <a:path w="9525" h="196215">
                  <a:moveTo>
                    <a:pt x="0" y="0"/>
                  </a:moveTo>
                  <a:lnTo>
                    <a:pt x="0" y="196215"/>
                  </a:lnTo>
                </a:path>
              </a:pathLst>
            </a:custGeom>
            <a:noFill/>
            <a:ln w="85725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1963102" y="4410075"/>
              <a:ext cx="9525" cy="196215"/>
            </a:xfrm>
            <a:custGeom>
              <a:avLst/>
              <a:gdLst/>
              <a:ahLst/>
              <a:cxnLst/>
              <a:rect l="l" t="t" r="r" b="b"/>
              <a:pathLst>
                <a:path w="9525" h="196215">
                  <a:moveTo>
                    <a:pt x="0" y="0"/>
                  </a:moveTo>
                  <a:lnTo>
                    <a:pt x="0" y="196215"/>
                  </a:lnTo>
                </a:path>
              </a:pathLst>
            </a:custGeom>
            <a:noFill/>
            <a:ln w="8572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808672" y="2538412"/>
              <a:ext cx="978217" cy="9525"/>
            </a:xfrm>
            <a:custGeom>
              <a:avLst/>
              <a:gdLst/>
              <a:ahLst/>
              <a:cxnLst/>
              <a:rect l="l" t="t" r="r" b="b"/>
              <a:pathLst>
                <a:path w="978217" h="9525">
                  <a:moveTo>
                    <a:pt x="0" y="0"/>
                  </a:moveTo>
                  <a:lnTo>
                    <a:pt x="978217" y="0"/>
                  </a:lnTo>
                </a:path>
              </a:pathLst>
            </a:custGeom>
            <a:noFill/>
            <a:ln w="13335">
              <a:solidFill>
                <a:srgbClr val="D97706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786890" y="249078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2025968" y="2542222"/>
              <a:ext cx="350520" cy="163830"/>
            </a:xfrm>
            <a:custGeom>
              <a:avLst/>
              <a:gdLst/>
              <a:ahLst/>
              <a:cxnLst/>
              <a:rect l="l" t="t" r="r" b="b"/>
              <a:pathLst>
                <a:path w="350520" h="163830">
                  <a:moveTo>
                    <a:pt x="0" y="0"/>
                  </a:moveTo>
                  <a:lnTo>
                    <a:pt x="350520" y="163830"/>
                  </a:lnTo>
                </a:path>
              </a:pathLst>
            </a:custGeom>
            <a:noFill/>
            <a:ln w="11430">
              <a:solidFill>
                <a:srgbClr val="B42318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2356485" y="2663190"/>
              <a:ext cx="106680" cy="85725"/>
            </a:xfrm>
            <a:custGeom>
              <a:avLst/>
              <a:gdLst/>
              <a:ahLst/>
              <a:cxnLst/>
              <a:rect l="l" t="t" r="r" b="b"/>
              <a:pathLst>
                <a:path w="106680" h="85725">
                  <a:moveTo>
                    <a:pt x="106680" y="82867"/>
                  </a:moveTo>
                  <a:lnTo>
                    <a:pt x="0" y="85725"/>
                  </a:lnTo>
                  <a:lnTo>
                    <a:pt x="40957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2026920" y="2538412"/>
              <a:ext cx="386715" cy="9525"/>
            </a:xfrm>
            <a:custGeom>
              <a:avLst/>
              <a:gdLst/>
              <a:ahLst/>
              <a:cxnLst/>
              <a:rect l="l" t="t" r="r" b="b"/>
              <a:pathLst>
                <a:path w="386715" h="9525">
                  <a:moveTo>
                    <a:pt x="0" y="0"/>
                  </a:moveTo>
                  <a:lnTo>
                    <a:pt x="386715" y="0"/>
                  </a:lnTo>
                </a:path>
              </a:pathLst>
            </a:custGeom>
            <a:noFill/>
            <a:ln w="11430">
              <a:solidFill>
                <a:srgbClr val="B42318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2413635" y="249078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2025968" y="2370772"/>
              <a:ext cx="350520" cy="163830"/>
            </a:xfrm>
            <a:custGeom>
              <a:avLst/>
              <a:gdLst/>
              <a:ahLst/>
              <a:cxnLst/>
              <a:rect l="l" t="t" r="r" b="b"/>
              <a:pathLst>
                <a:path w="350520" h="163830">
                  <a:moveTo>
                    <a:pt x="0" y="163830"/>
                  </a:moveTo>
                  <a:lnTo>
                    <a:pt x="350520" y="0"/>
                  </a:lnTo>
                </a:path>
              </a:pathLst>
            </a:custGeom>
            <a:noFill/>
            <a:ln w="11430">
              <a:solidFill>
                <a:srgbClr val="B42318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2356485" y="2327910"/>
              <a:ext cx="106680" cy="85725"/>
            </a:xfrm>
            <a:custGeom>
              <a:avLst/>
              <a:gdLst/>
              <a:ahLst/>
              <a:cxnLst/>
              <a:rect l="l" t="t" r="r" b="b"/>
              <a:pathLst>
                <a:path w="106680" h="85725">
                  <a:moveTo>
                    <a:pt x="106680" y="2857"/>
                  </a:moveTo>
                  <a:lnTo>
                    <a:pt x="40957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808672" y="2896552"/>
              <a:ext cx="978217" cy="9525"/>
            </a:xfrm>
            <a:custGeom>
              <a:avLst/>
              <a:gdLst/>
              <a:ahLst/>
              <a:cxnLst/>
              <a:rect l="l" t="t" r="r" b="b"/>
              <a:pathLst>
                <a:path w="978217" h="9525">
                  <a:moveTo>
                    <a:pt x="0" y="0"/>
                  </a:moveTo>
                  <a:lnTo>
                    <a:pt x="978217" y="0"/>
                  </a:lnTo>
                </a:path>
              </a:pathLst>
            </a:custGeom>
            <a:noFill/>
            <a:ln w="13335">
              <a:solidFill>
                <a:srgbClr val="D97706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1786890" y="284892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2025968" y="2900362"/>
              <a:ext cx="350520" cy="163830"/>
            </a:xfrm>
            <a:custGeom>
              <a:avLst/>
              <a:gdLst/>
              <a:ahLst/>
              <a:cxnLst/>
              <a:rect l="l" t="t" r="r" b="b"/>
              <a:pathLst>
                <a:path w="350520" h="163830">
                  <a:moveTo>
                    <a:pt x="0" y="0"/>
                  </a:moveTo>
                  <a:lnTo>
                    <a:pt x="350520" y="163830"/>
                  </a:lnTo>
                </a:path>
              </a:pathLst>
            </a:custGeom>
            <a:noFill/>
            <a:ln w="11430">
              <a:solidFill>
                <a:srgbClr val="B42318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2356485" y="3021330"/>
              <a:ext cx="106680" cy="85725"/>
            </a:xfrm>
            <a:custGeom>
              <a:avLst/>
              <a:gdLst/>
              <a:ahLst/>
              <a:cxnLst/>
              <a:rect l="l" t="t" r="r" b="b"/>
              <a:pathLst>
                <a:path w="106680" h="85725">
                  <a:moveTo>
                    <a:pt x="106680" y="82867"/>
                  </a:moveTo>
                  <a:lnTo>
                    <a:pt x="0" y="85725"/>
                  </a:lnTo>
                  <a:lnTo>
                    <a:pt x="40957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2026920" y="2896552"/>
              <a:ext cx="386715" cy="9525"/>
            </a:xfrm>
            <a:custGeom>
              <a:avLst/>
              <a:gdLst/>
              <a:ahLst/>
              <a:cxnLst/>
              <a:rect l="l" t="t" r="r" b="b"/>
              <a:pathLst>
                <a:path w="386715" h="9525">
                  <a:moveTo>
                    <a:pt x="0" y="0"/>
                  </a:moveTo>
                  <a:lnTo>
                    <a:pt x="386715" y="0"/>
                  </a:lnTo>
                </a:path>
              </a:pathLst>
            </a:custGeom>
            <a:noFill/>
            <a:ln w="11430">
              <a:solidFill>
                <a:srgbClr val="B42318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2413635" y="284892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2025968" y="2728912"/>
              <a:ext cx="350520" cy="163830"/>
            </a:xfrm>
            <a:custGeom>
              <a:avLst/>
              <a:gdLst/>
              <a:ahLst/>
              <a:cxnLst/>
              <a:rect l="l" t="t" r="r" b="b"/>
              <a:pathLst>
                <a:path w="350520" h="163830">
                  <a:moveTo>
                    <a:pt x="0" y="163830"/>
                  </a:moveTo>
                  <a:lnTo>
                    <a:pt x="350520" y="0"/>
                  </a:lnTo>
                </a:path>
              </a:pathLst>
            </a:custGeom>
            <a:noFill/>
            <a:ln w="11430">
              <a:solidFill>
                <a:srgbClr val="B42318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2356485" y="2686050"/>
              <a:ext cx="106680" cy="85725"/>
            </a:xfrm>
            <a:custGeom>
              <a:avLst/>
              <a:gdLst/>
              <a:ahLst/>
              <a:cxnLst/>
              <a:rect l="l" t="t" r="r" b="b"/>
              <a:pathLst>
                <a:path w="106680" h="85725">
                  <a:moveTo>
                    <a:pt x="106680" y="2858"/>
                  </a:moveTo>
                  <a:lnTo>
                    <a:pt x="40957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808672" y="3254692"/>
              <a:ext cx="978217" cy="9525"/>
            </a:xfrm>
            <a:custGeom>
              <a:avLst/>
              <a:gdLst/>
              <a:ahLst/>
              <a:cxnLst/>
              <a:rect l="l" t="t" r="r" b="b"/>
              <a:pathLst>
                <a:path w="978217" h="9525">
                  <a:moveTo>
                    <a:pt x="0" y="0"/>
                  </a:moveTo>
                  <a:lnTo>
                    <a:pt x="978217" y="0"/>
                  </a:lnTo>
                </a:path>
              </a:pathLst>
            </a:custGeom>
            <a:noFill/>
            <a:ln w="13335">
              <a:solidFill>
                <a:srgbClr val="D97706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1786890" y="320706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2025968" y="3258502"/>
              <a:ext cx="350520" cy="163830"/>
            </a:xfrm>
            <a:custGeom>
              <a:avLst/>
              <a:gdLst/>
              <a:ahLst/>
              <a:cxnLst/>
              <a:rect l="l" t="t" r="r" b="b"/>
              <a:pathLst>
                <a:path w="350520" h="163830">
                  <a:moveTo>
                    <a:pt x="0" y="0"/>
                  </a:moveTo>
                  <a:lnTo>
                    <a:pt x="350520" y="163830"/>
                  </a:lnTo>
                </a:path>
              </a:pathLst>
            </a:custGeom>
            <a:noFill/>
            <a:ln w="11430">
              <a:solidFill>
                <a:srgbClr val="B42318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2356485" y="3379470"/>
              <a:ext cx="106680" cy="85725"/>
            </a:xfrm>
            <a:custGeom>
              <a:avLst/>
              <a:gdLst/>
              <a:ahLst/>
              <a:cxnLst/>
              <a:rect l="l" t="t" r="r" b="b"/>
              <a:pathLst>
                <a:path w="106680" h="85725">
                  <a:moveTo>
                    <a:pt x="106680" y="82867"/>
                  </a:moveTo>
                  <a:lnTo>
                    <a:pt x="0" y="85725"/>
                  </a:lnTo>
                  <a:lnTo>
                    <a:pt x="40957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2026920" y="3254692"/>
              <a:ext cx="386715" cy="9525"/>
            </a:xfrm>
            <a:custGeom>
              <a:avLst/>
              <a:gdLst/>
              <a:ahLst/>
              <a:cxnLst/>
              <a:rect l="l" t="t" r="r" b="b"/>
              <a:pathLst>
                <a:path w="386715" h="9525">
                  <a:moveTo>
                    <a:pt x="0" y="0"/>
                  </a:moveTo>
                  <a:lnTo>
                    <a:pt x="386715" y="0"/>
                  </a:lnTo>
                </a:path>
              </a:pathLst>
            </a:custGeom>
            <a:noFill/>
            <a:ln w="11430">
              <a:solidFill>
                <a:srgbClr val="B42318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2413635" y="320706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2025968" y="3087052"/>
              <a:ext cx="350520" cy="163830"/>
            </a:xfrm>
            <a:custGeom>
              <a:avLst/>
              <a:gdLst/>
              <a:ahLst/>
              <a:cxnLst/>
              <a:rect l="l" t="t" r="r" b="b"/>
              <a:pathLst>
                <a:path w="350520" h="163830">
                  <a:moveTo>
                    <a:pt x="0" y="163830"/>
                  </a:moveTo>
                  <a:lnTo>
                    <a:pt x="350520" y="0"/>
                  </a:lnTo>
                </a:path>
              </a:pathLst>
            </a:custGeom>
            <a:noFill/>
            <a:ln w="11430">
              <a:solidFill>
                <a:srgbClr val="B42318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2356485" y="3044190"/>
              <a:ext cx="106680" cy="85725"/>
            </a:xfrm>
            <a:custGeom>
              <a:avLst/>
              <a:gdLst/>
              <a:ahLst/>
              <a:cxnLst/>
              <a:rect l="l" t="t" r="r" b="b"/>
              <a:pathLst>
                <a:path w="106680" h="85725">
                  <a:moveTo>
                    <a:pt x="106680" y="2857"/>
                  </a:moveTo>
                  <a:lnTo>
                    <a:pt x="40957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808672" y="3612832"/>
              <a:ext cx="978217" cy="9525"/>
            </a:xfrm>
            <a:custGeom>
              <a:avLst/>
              <a:gdLst/>
              <a:ahLst/>
              <a:cxnLst/>
              <a:rect l="l" t="t" r="r" b="b"/>
              <a:pathLst>
                <a:path w="978217" h="9525">
                  <a:moveTo>
                    <a:pt x="0" y="0"/>
                  </a:moveTo>
                  <a:lnTo>
                    <a:pt x="978217" y="0"/>
                  </a:lnTo>
                </a:path>
              </a:pathLst>
            </a:custGeom>
            <a:noFill/>
            <a:ln w="13335">
              <a:solidFill>
                <a:srgbClr val="D97706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1786890" y="356520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  <p:sp>
          <p:nvSpPr>
            <p:cNvPr id="40" name="Freeform 40"/>
            <p:cNvSpPr/>
            <p:nvPr/>
          </p:nvSpPr>
          <p:spPr>
            <a:xfrm>
              <a:off x="2025968" y="3616642"/>
              <a:ext cx="350520" cy="163830"/>
            </a:xfrm>
            <a:custGeom>
              <a:avLst/>
              <a:gdLst/>
              <a:ahLst/>
              <a:cxnLst/>
              <a:rect l="l" t="t" r="r" b="b"/>
              <a:pathLst>
                <a:path w="350520" h="163830">
                  <a:moveTo>
                    <a:pt x="0" y="0"/>
                  </a:moveTo>
                  <a:lnTo>
                    <a:pt x="350520" y="163830"/>
                  </a:lnTo>
                </a:path>
              </a:pathLst>
            </a:custGeom>
            <a:noFill/>
            <a:ln w="11430">
              <a:solidFill>
                <a:srgbClr val="B42318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2356485" y="3737610"/>
              <a:ext cx="106680" cy="85725"/>
            </a:xfrm>
            <a:custGeom>
              <a:avLst/>
              <a:gdLst/>
              <a:ahLst/>
              <a:cxnLst/>
              <a:rect l="l" t="t" r="r" b="b"/>
              <a:pathLst>
                <a:path w="106680" h="85725">
                  <a:moveTo>
                    <a:pt x="106680" y="82868"/>
                  </a:moveTo>
                  <a:lnTo>
                    <a:pt x="0" y="85725"/>
                  </a:lnTo>
                  <a:lnTo>
                    <a:pt x="40957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2026920" y="3612832"/>
              <a:ext cx="386715" cy="9525"/>
            </a:xfrm>
            <a:custGeom>
              <a:avLst/>
              <a:gdLst/>
              <a:ahLst/>
              <a:cxnLst/>
              <a:rect l="l" t="t" r="r" b="b"/>
              <a:pathLst>
                <a:path w="386715" h="9525">
                  <a:moveTo>
                    <a:pt x="0" y="0"/>
                  </a:moveTo>
                  <a:lnTo>
                    <a:pt x="386715" y="0"/>
                  </a:lnTo>
                </a:path>
              </a:pathLst>
            </a:custGeom>
            <a:noFill/>
            <a:ln w="11430">
              <a:solidFill>
                <a:srgbClr val="B42318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2413635" y="356520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44" name="Freeform 44"/>
            <p:cNvSpPr/>
            <p:nvPr/>
          </p:nvSpPr>
          <p:spPr>
            <a:xfrm>
              <a:off x="2025968" y="3445192"/>
              <a:ext cx="350520" cy="163830"/>
            </a:xfrm>
            <a:custGeom>
              <a:avLst/>
              <a:gdLst/>
              <a:ahLst/>
              <a:cxnLst/>
              <a:rect l="l" t="t" r="r" b="b"/>
              <a:pathLst>
                <a:path w="350520" h="163830">
                  <a:moveTo>
                    <a:pt x="0" y="163830"/>
                  </a:moveTo>
                  <a:lnTo>
                    <a:pt x="350520" y="0"/>
                  </a:lnTo>
                </a:path>
              </a:pathLst>
            </a:custGeom>
            <a:noFill/>
            <a:ln w="11430">
              <a:solidFill>
                <a:srgbClr val="B42318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2356485" y="3402330"/>
              <a:ext cx="106680" cy="85725"/>
            </a:xfrm>
            <a:custGeom>
              <a:avLst/>
              <a:gdLst/>
              <a:ahLst/>
              <a:cxnLst/>
              <a:rect l="l" t="t" r="r" b="b"/>
              <a:pathLst>
                <a:path w="106680" h="85725">
                  <a:moveTo>
                    <a:pt x="106680" y="2858"/>
                  </a:moveTo>
                  <a:lnTo>
                    <a:pt x="40957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46" name="Freeform 46"/>
            <p:cNvSpPr/>
            <p:nvPr/>
          </p:nvSpPr>
          <p:spPr>
            <a:xfrm>
              <a:off x="808672" y="3970972"/>
              <a:ext cx="978217" cy="9525"/>
            </a:xfrm>
            <a:custGeom>
              <a:avLst/>
              <a:gdLst/>
              <a:ahLst/>
              <a:cxnLst/>
              <a:rect l="l" t="t" r="r" b="b"/>
              <a:pathLst>
                <a:path w="978217" h="9525">
                  <a:moveTo>
                    <a:pt x="0" y="0"/>
                  </a:moveTo>
                  <a:lnTo>
                    <a:pt x="978217" y="0"/>
                  </a:lnTo>
                </a:path>
              </a:pathLst>
            </a:custGeom>
            <a:noFill/>
            <a:ln w="13335">
              <a:solidFill>
                <a:srgbClr val="D97706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1786890" y="392334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  <p:sp>
          <p:nvSpPr>
            <p:cNvPr id="48" name="Freeform 48"/>
            <p:cNvSpPr/>
            <p:nvPr/>
          </p:nvSpPr>
          <p:spPr>
            <a:xfrm>
              <a:off x="2025968" y="3974782"/>
              <a:ext cx="350520" cy="163830"/>
            </a:xfrm>
            <a:custGeom>
              <a:avLst/>
              <a:gdLst/>
              <a:ahLst/>
              <a:cxnLst/>
              <a:rect l="l" t="t" r="r" b="b"/>
              <a:pathLst>
                <a:path w="350520" h="163830">
                  <a:moveTo>
                    <a:pt x="0" y="0"/>
                  </a:moveTo>
                  <a:lnTo>
                    <a:pt x="350520" y="163830"/>
                  </a:lnTo>
                </a:path>
              </a:pathLst>
            </a:custGeom>
            <a:noFill/>
            <a:ln w="11430">
              <a:solidFill>
                <a:srgbClr val="B42318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2356485" y="4095750"/>
              <a:ext cx="106680" cy="85725"/>
            </a:xfrm>
            <a:custGeom>
              <a:avLst/>
              <a:gdLst/>
              <a:ahLst/>
              <a:cxnLst/>
              <a:rect l="l" t="t" r="r" b="b"/>
              <a:pathLst>
                <a:path w="106680" h="85725">
                  <a:moveTo>
                    <a:pt x="106680" y="82867"/>
                  </a:moveTo>
                  <a:lnTo>
                    <a:pt x="0" y="85725"/>
                  </a:lnTo>
                  <a:lnTo>
                    <a:pt x="40957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50" name="Freeform 50"/>
            <p:cNvSpPr/>
            <p:nvPr/>
          </p:nvSpPr>
          <p:spPr>
            <a:xfrm>
              <a:off x="2026920" y="3970972"/>
              <a:ext cx="386715" cy="9525"/>
            </a:xfrm>
            <a:custGeom>
              <a:avLst/>
              <a:gdLst/>
              <a:ahLst/>
              <a:cxnLst/>
              <a:rect l="l" t="t" r="r" b="b"/>
              <a:pathLst>
                <a:path w="386715" h="9525">
                  <a:moveTo>
                    <a:pt x="0" y="0"/>
                  </a:moveTo>
                  <a:lnTo>
                    <a:pt x="386715" y="0"/>
                  </a:lnTo>
                </a:path>
              </a:pathLst>
            </a:custGeom>
            <a:noFill/>
            <a:ln w="11430">
              <a:solidFill>
                <a:srgbClr val="B42318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2413635" y="392334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52" name="Freeform 52"/>
            <p:cNvSpPr/>
            <p:nvPr/>
          </p:nvSpPr>
          <p:spPr>
            <a:xfrm>
              <a:off x="2025968" y="3803332"/>
              <a:ext cx="350520" cy="163830"/>
            </a:xfrm>
            <a:custGeom>
              <a:avLst/>
              <a:gdLst/>
              <a:ahLst/>
              <a:cxnLst/>
              <a:rect l="l" t="t" r="r" b="b"/>
              <a:pathLst>
                <a:path w="350520" h="163830">
                  <a:moveTo>
                    <a:pt x="0" y="163830"/>
                  </a:moveTo>
                  <a:lnTo>
                    <a:pt x="350520" y="0"/>
                  </a:lnTo>
                </a:path>
              </a:pathLst>
            </a:custGeom>
            <a:noFill/>
            <a:ln w="11430">
              <a:solidFill>
                <a:srgbClr val="B42318"/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2356485" y="3760470"/>
              <a:ext cx="106680" cy="86677"/>
            </a:xfrm>
            <a:custGeom>
              <a:avLst/>
              <a:gdLst/>
              <a:ahLst/>
              <a:cxnLst/>
              <a:rect l="l" t="t" r="r" b="b"/>
              <a:pathLst>
                <a:path w="106680" h="86677">
                  <a:moveTo>
                    <a:pt x="106680" y="2858"/>
                  </a:moveTo>
                  <a:lnTo>
                    <a:pt x="40957" y="866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54" name="Freeform 54"/>
            <p:cNvSpPr/>
            <p:nvPr/>
          </p:nvSpPr>
          <p:spPr>
            <a:xfrm>
              <a:off x="808672" y="4329112"/>
              <a:ext cx="978217" cy="9525"/>
            </a:xfrm>
            <a:custGeom>
              <a:avLst/>
              <a:gdLst/>
              <a:ahLst/>
              <a:cxnLst/>
              <a:rect l="l" t="t" r="r" b="b"/>
              <a:pathLst>
                <a:path w="978217" h="9525">
                  <a:moveTo>
                    <a:pt x="0" y="0"/>
                  </a:moveTo>
                  <a:lnTo>
                    <a:pt x="978217" y="0"/>
                  </a:lnTo>
                </a:path>
              </a:pathLst>
            </a:custGeom>
            <a:noFill/>
            <a:ln w="13335">
              <a:solidFill>
                <a:srgbClr val="D97706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1786890" y="428148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  <p:sp>
          <p:nvSpPr>
            <p:cNvPr id="56" name="Freeform 56"/>
            <p:cNvSpPr/>
            <p:nvPr/>
          </p:nvSpPr>
          <p:spPr>
            <a:xfrm>
              <a:off x="2025968" y="4332922"/>
              <a:ext cx="350520" cy="163830"/>
            </a:xfrm>
            <a:custGeom>
              <a:avLst/>
              <a:gdLst/>
              <a:ahLst/>
              <a:cxnLst/>
              <a:rect l="l" t="t" r="r" b="b"/>
              <a:pathLst>
                <a:path w="350520" h="163830">
                  <a:moveTo>
                    <a:pt x="0" y="0"/>
                  </a:moveTo>
                  <a:lnTo>
                    <a:pt x="350520" y="163830"/>
                  </a:lnTo>
                </a:path>
              </a:pathLst>
            </a:custGeom>
            <a:noFill/>
            <a:ln w="11430">
              <a:solidFill>
                <a:srgbClr val="B42318"/>
              </a:solidFill>
            </a:ln>
          </p:spPr>
        </p:sp>
        <p:sp>
          <p:nvSpPr>
            <p:cNvPr id="57" name="Freeform 57"/>
            <p:cNvSpPr/>
            <p:nvPr/>
          </p:nvSpPr>
          <p:spPr>
            <a:xfrm>
              <a:off x="2356485" y="4453890"/>
              <a:ext cx="106680" cy="85725"/>
            </a:xfrm>
            <a:custGeom>
              <a:avLst/>
              <a:gdLst/>
              <a:ahLst/>
              <a:cxnLst/>
              <a:rect l="l" t="t" r="r" b="b"/>
              <a:pathLst>
                <a:path w="106680" h="85725">
                  <a:moveTo>
                    <a:pt x="106680" y="82867"/>
                  </a:moveTo>
                  <a:lnTo>
                    <a:pt x="0" y="85725"/>
                  </a:lnTo>
                  <a:lnTo>
                    <a:pt x="40957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58" name="Freeform 58"/>
            <p:cNvSpPr/>
            <p:nvPr/>
          </p:nvSpPr>
          <p:spPr>
            <a:xfrm>
              <a:off x="2026920" y="4329112"/>
              <a:ext cx="386715" cy="9525"/>
            </a:xfrm>
            <a:custGeom>
              <a:avLst/>
              <a:gdLst/>
              <a:ahLst/>
              <a:cxnLst/>
              <a:rect l="l" t="t" r="r" b="b"/>
              <a:pathLst>
                <a:path w="386715" h="9525">
                  <a:moveTo>
                    <a:pt x="0" y="0"/>
                  </a:moveTo>
                  <a:lnTo>
                    <a:pt x="386715" y="0"/>
                  </a:lnTo>
                </a:path>
              </a:pathLst>
            </a:custGeom>
            <a:noFill/>
            <a:ln w="11430">
              <a:solidFill>
                <a:srgbClr val="B42318"/>
              </a:solidFill>
            </a:ln>
          </p:spPr>
        </p:sp>
        <p:sp>
          <p:nvSpPr>
            <p:cNvPr id="59" name="Freeform 59"/>
            <p:cNvSpPr/>
            <p:nvPr/>
          </p:nvSpPr>
          <p:spPr>
            <a:xfrm>
              <a:off x="2413635" y="428148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60" name="Freeform 60"/>
            <p:cNvSpPr/>
            <p:nvPr/>
          </p:nvSpPr>
          <p:spPr>
            <a:xfrm>
              <a:off x="2025968" y="4161472"/>
              <a:ext cx="350520" cy="163830"/>
            </a:xfrm>
            <a:custGeom>
              <a:avLst/>
              <a:gdLst/>
              <a:ahLst/>
              <a:cxnLst/>
              <a:rect l="l" t="t" r="r" b="b"/>
              <a:pathLst>
                <a:path w="350520" h="163830">
                  <a:moveTo>
                    <a:pt x="0" y="163830"/>
                  </a:moveTo>
                  <a:lnTo>
                    <a:pt x="350520" y="0"/>
                  </a:lnTo>
                </a:path>
              </a:pathLst>
            </a:custGeom>
            <a:noFill/>
            <a:ln w="11430">
              <a:solidFill>
                <a:srgbClr val="B42318"/>
              </a:solidFill>
            </a:ln>
          </p:spPr>
        </p:sp>
        <p:sp>
          <p:nvSpPr>
            <p:cNvPr id="61" name="Freeform 61"/>
            <p:cNvSpPr/>
            <p:nvPr/>
          </p:nvSpPr>
          <p:spPr>
            <a:xfrm>
              <a:off x="2356485" y="4118610"/>
              <a:ext cx="106680" cy="85725"/>
            </a:xfrm>
            <a:custGeom>
              <a:avLst/>
              <a:gdLst/>
              <a:ahLst/>
              <a:cxnLst/>
              <a:rect l="l" t="t" r="r" b="b"/>
              <a:pathLst>
                <a:path w="106680" h="85725">
                  <a:moveTo>
                    <a:pt x="106680" y="2858"/>
                  </a:moveTo>
                  <a:lnTo>
                    <a:pt x="40957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62" name="Freeform 62"/>
            <p:cNvSpPr/>
            <p:nvPr/>
          </p:nvSpPr>
          <p:spPr>
            <a:xfrm>
              <a:off x="1730692" y="357949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6667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2F4B9A"/>
              </a:solidFill>
            </a:ln>
          </p:spPr>
        </p:sp>
        <p:sp>
          <p:nvSpPr>
            <p:cNvPr id="63" name="Freeform 63"/>
            <p:cNvSpPr/>
            <p:nvPr/>
          </p:nvSpPr>
          <p:spPr>
            <a:xfrm>
              <a:off x="1683068" y="357949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64" name="Freeform 64"/>
            <p:cNvSpPr/>
            <p:nvPr/>
          </p:nvSpPr>
          <p:spPr>
            <a:xfrm>
              <a:off x="1683068" y="355092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65" name="Freeform 65"/>
            <p:cNvSpPr/>
            <p:nvPr/>
          </p:nvSpPr>
          <p:spPr>
            <a:xfrm>
              <a:off x="1730692" y="3430905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5715"/>
                  </a:lnTo>
                </a:path>
              </a:pathLst>
            </a:custGeom>
            <a:noFill/>
            <a:ln w="15240">
              <a:solidFill>
                <a:srgbClr val="F26B3A"/>
              </a:solidFill>
            </a:ln>
          </p:spPr>
        </p:sp>
        <p:sp>
          <p:nvSpPr>
            <p:cNvPr id="66" name="Freeform 66"/>
            <p:cNvSpPr/>
            <p:nvPr/>
          </p:nvSpPr>
          <p:spPr>
            <a:xfrm>
              <a:off x="1683068" y="343662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67" name="Freeform 67"/>
            <p:cNvSpPr/>
            <p:nvPr/>
          </p:nvSpPr>
          <p:spPr>
            <a:xfrm>
              <a:off x="1683068" y="333565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68" name="Freeform 68"/>
            <p:cNvSpPr/>
            <p:nvPr/>
          </p:nvSpPr>
          <p:spPr>
            <a:xfrm>
              <a:off x="1730692" y="4147185"/>
              <a:ext cx="9525" cy="148590"/>
            </a:xfrm>
            <a:custGeom>
              <a:avLst/>
              <a:gdLst/>
              <a:ahLst/>
              <a:cxnLst/>
              <a:rect l="l" t="t" r="r" b="b"/>
              <a:pathLst>
                <a:path w="9525" h="148590">
                  <a:moveTo>
                    <a:pt x="0" y="0"/>
                  </a:moveTo>
                  <a:lnTo>
                    <a:pt x="0" y="148590"/>
                  </a:lnTo>
                </a:path>
              </a:pathLst>
            </a:custGeom>
            <a:noFill/>
            <a:ln w="15240">
              <a:solidFill>
                <a:srgbClr val="B42318"/>
              </a:solidFill>
            </a:ln>
          </p:spPr>
        </p:sp>
        <p:sp>
          <p:nvSpPr>
            <p:cNvPr id="69" name="Freeform 69"/>
            <p:cNvSpPr/>
            <p:nvPr/>
          </p:nvSpPr>
          <p:spPr>
            <a:xfrm>
              <a:off x="1683068" y="42957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70" name="Freeform 70"/>
            <p:cNvSpPr/>
            <p:nvPr/>
          </p:nvSpPr>
          <p:spPr>
            <a:xfrm>
              <a:off x="1683068" y="405193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71" name="Freeform 71"/>
            <p:cNvSpPr/>
            <p:nvPr/>
          </p:nvSpPr>
          <p:spPr>
            <a:xfrm>
              <a:off x="3493770" y="4078605"/>
              <a:ext cx="2406015" cy="142875"/>
            </a:xfrm>
            <a:custGeom>
              <a:avLst/>
              <a:gdLst/>
              <a:ahLst/>
              <a:cxnLst/>
              <a:rect l="l" t="t" r="r" b="b"/>
              <a:pathLst>
                <a:path w="2406015" h="142875">
                  <a:moveTo>
                    <a:pt x="0" y="138112"/>
                  </a:moveTo>
                  <a:lnTo>
                    <a:pt x="206692" y="0"/>
                  </a:lnTo>
                  <a:lnTo>
                    <a:pt x="260033" y="142875"/>
                  </a:lnTo>
                  <a:lnTo>
                    <a:pt x="475297" y="0"/>
                  </a:lnTo>
                  <a:lnTo>
                    <a:pt x="529590" y="142875"/>
                  </a:lnTo>
                  <a:lnTo>
                    <a:pt x="743902" y="0"/>
                  </a:lnTo>
                  <a:lnTo>
                    <a:pt x="797242" y="142875"/>
                  </a:lnTo>
                  <a:lnTo>
                    <a:pt x="1012508" y="0"/>
                  </a:lnTo>
                  <a:lnTo>
                    <a:pt x="1066800" y="142875"/>
                  </a:lnTo>
                  <a:lnTo>
                    <a:pt x="1281112" y="0"/>
                  </a:lnTo>
                  <a:lnTo>
                    <a:pt x="1334452" y="142875"/>
                  </a:lnTo>
                  <a:lnTo>
                    <a:pt x="1549718" y="0"/>
                  </a:lnTo>
                  <a:lnTo>
                    <a:pt x="1604010" y="142875"/>
                  </a:lnTo>
                  <a:lnTo>
                    <a:pt x="1818323" y="0"/>
                  </a:lnTo>
                  <a:lnTo>
                    <a:pt x="1871662" y="142875"/>
                  </a:lnTo>
                  <a:lnTo>
                    <a:pt x="2086927" y="0"/>
                  </a:lnTo>
                  <a:lnTo>
                    <a:pt x="2141220" y="142875"/>
                  </a:lnTo>
                  <a:lnTo>
                    <a:pt x="2355532" y="0"/>
                  </a:lnTo>
                  <a:lnTo>
                    <a:pt x="2406015" y="134303"/>
                  </a:lnTo>
                </a:path>
              </a:pathLst>
            </a:custGeom>
            <a:noFill/>
            <a:ln w="22860">
              <a:solidFill>
                <a:srgbClr val="1F2937"/>
              </a:solidFill>
            </a:ln>
          </p:spPr>
        </p:sp>
        <p:sp>
          <p:nvSpPr>
            <p:cNvPr id="72" name="Freeform 72"/>
            <p:cNvSpPr/>
            <p:nvPr/>
          </p:nvSpPr>
          <p:spPr>
            <a:xfrm>
              <a:off x="3495675" y="4275772"/>
              <a:ext cx="2397443" cy="9525"/>
            </a:xfrm>
            <a:custGeom>
              <a:avLst/>
              <a:gdLst/>
              <a:ahLst/>
              <a:cxnLst/>
              <a:rect l="l" t="t" r="r" b="b"/>
              <a:pathLst>
                <a:path w="2397443" h="9525">
                  <a:moveTo>
                    <a:pt x="0" y="0"/>
                  </a:moveTo>
                  <a:lnTo>
                    <a:pt x="2397443" y="0"/>
                  </a:lnTo>
                </a:path>
              </a:pathLst>
            </a:custGeom>
            <a:noFill/>
            <a:ln w="9525">
              <a:solidFill>
                <a:srgbClr val="5B6475"/>
              </a:solidFill>
            </a:ln>
          </p:spPr>
        </p:sp>
        <p:sp>
          <p:nvSpPr>
            <p:cNvPr id="73" name="Freeform 73"/>
            <p:cNvSpPr/>
            <p:nvPr/>
          </p:nvSpPr>
          <p:spPr>
            <a:xfrm>
              <a:off x="3473768" y="4300538"/>
              <a:ext cx="77153" cy="92392"/>
            </a:xfrm>
            <a:custGeom>
              <a:avLst/>
              <a:gdLst/>
              <a:ahLst/>
              <a:cxnLst/>
              <a:rect l="l" t="t" r="r" b="b"/>
              <a:pathLst>
                <a:path w="77153" h="92392">
                  <a:moveTo>
                    <a:pt x="77153" y="0"/>
                  </a:moveTo>
                  <a:lnTo>
                    <a:pt x="0" y="92392"/>
                  </a:lnTo>
                </a:path>
              </a:pathLst>
            </a:custGeom>
            <a:noFill/>
            <a:ln w="9525">
              <a:solidFill>
                <a:srgbClr val="5B6475"/>
              </a:solidFill>
            </a:ln>
          </p:spPr>
        </p:sp>
        <p:sp>
          <p:nvSpPr>
            <p:cNvPr id="74" name="Freeform 74"/>
            <p:cNvSpPr/>
            <p:nvPr/>
          </p:nvSpPr>
          <p:spPr>
            <a:xfrm>
              <a:off x="3652838" y="4300538"/>
              <a:ext cx="77153" cy="92392"/>
            </a:xfrm>
            <a:custGeom>
              <a:avLst/>
              <a:gdLst/>
              <a:ahLst/>
              <a:cxnLst/>
              <a:rect l="l" t="t" r="r" b="b"/>
              <a:pathLst>
                <a:path w="77153" h="92392">
                  <a:moveTo>
                    <a:pt x="77153" y="0"/>
                  </a:moveTo>
                  <a:lnTo>
                    <a:pt x="0" y="92392"/>
                  </a:lnTo>
                </a:path>
              </a:pathLst>
            </a:custGeom>
            <a:noFill/>
            <a:ln w="9525">
              <a:solidFill>
                <a:srgbClr val="5B6475"/>
              </a:solidFill>
            </a:ln>
          </p:spPr>
        </p:sp>
        <p:sp>
          <p:nvSpPr>
            <p:cNvPr id="75" name="Freeform 75"/>
            <p:cNvSpPr/>
            <p:nvPr/>
          </p:nvSpPr>
          <p:spPr>
            <a:xfrm>
              <a:off x="3831908" y="4300538"/>
              <a:ext cx="77152" cy="92392"/>
            </a:xfrm>
            <a:custGeom>
              <a:avLst/>
              <a:gdLst/>
              <a:ahLst/>
              <a:cxnLst/>
              <a:rect l="l" t="t" r="r" b="b"/>
              <a:pathLst>
                <a:path w="77152" h="92392">
                  <a:moveTo>
                    <a:pt x="77152" y="0"/>
                  </a:moveTo>
                  <a:lnTo>
                    <a:pt x="0" y="92392"/>
                  </a:lnTo>
                </a:path>
              </a:pathLst>
            </a:custGeom>
            <a:noFill/>
            <a:ln w="9525">
              <a:solidFill>
                <a:srgbClr val="5B6475"/>
              </a:solidFill>
            </a:ln>
          </p:spPr>
        </p:sp>
        <p:sp>
          <p:nvSpPr>
            <p:cNvPr id="76" name="Freeform 76"/>
            <p:cNvSpPr/>
            <p:nvPr/>
          </p:nvSpPr>
          <p:spPr>
            <a:xfrm>
              <a:off x="4010978" y="4300538"/>
              <a:ext cx="77152" cy="92392"/>
            </a:xfrm>
            <a:custGeom>
              <a:avLst/>
              <a:gdLst/>
              <a:ahLst/>
              <a:cxnLst/>
              <a:rect l="l" t="t" r="r" b="b"/>
              <a:pathLst>
                <a:path w="77152" h="92392">
                  <a:moveTo>
                    <a:pt x="77152" y="0"/>
                  </a:moveTo>
                  <a:lnTo>
                    <a:pt x="0" y="92392"/>
                  </a:lnTo>
                </a:path>
              </a:pathLst>
            </a:custGeom>
            <a:noFill/>
            <a:ln w="9525">
              <a:solidFill>
                <a:srgbClr val="5B6475"/>
              </a:solidFill>
            </a:ln>
          </p:spPr>
        </p:sp>
        <p:sp>
          <p:nvSpPr>
            <p:cNvPr id="77" name="Freeform 77"/>
            <p:cNvSpPr/>
            <p:nvPr/>
          </p:nvSpPr>
          <p:spPr>
            <a:xfrm>
              <a:off x="4190048" y="4300538"/>
              <a:ext cx="77153" cy="92392"/>
            </a:xfrm>
            <a:custGeom>
              <a:avLst/>
              <a:gdLst/>
              <a:ahLst/>
              <a:cxnLst/>
              <a:rect l="l" t="t" r="r" b="b"/>
              <a:pathLst>
                <a:path w="77153" h="92392">
                  <a:moveTo>
                    <a:pt x="77153" y="0"/>
                  </a:moveTo>
                  <a:lnTo>
                    <a:pt x="0" y="92392"/>
                  </a:lnTo>
                </a:path>
              </a:pathLst>
            </a:custGeom>
            <a:noFill/>
            <a:ln w="9525">
              <a:solidFill>
                <a:srgbClr val="5B6475"/>
              </a:solidFill>
            </a:ln>
          </p:spPr>
        </p:sp>
        <p:sp>
          <p:nvSpPr>
            <p:cNvPr id="78" name="Freeform 78"/>
            <p:cNvSpPr/>
            <p:nvPr/>
          </p:nvSpPr>
          <p:spPr>
            <a:xfrm>
              <a:off x="4369118" y="4300538"/>
              <a:ext cx="77153" cy="92392"/>
            </a:xfrm>
            <a:custGeom>
              <a:avLst/>
              <a:gdLst/>
              <a:ahLst/>
              <a:cxnLst/>
              <a:rect l="l" t="t" r="r" b="b"/>
              <a:pathLst>
                <a:path w="77153" h="92392">
                  <a:moveTo>
                    <a:pt x="77153" y="0"/>
                  </a:moveTo>
                  <a:lnTo>
                    <a:pt x="0" y="92392"/>
                  </a:lnTo>
                </a:path>
              </a:pathLst>
            </a:custGeom>
            <a:noFill/>
            <a:ln w="9525">
              <a:solidFill>
                <a:srgbClr val="5B6475"/>
              </a:solidFill>
            </a:ln>
          </p:spPr>
        </p:sp>
        <p:sp>
          <p:nvSpPr>
            <p:cNvPr id="79" name="Freeform 79"/>
            <p:cNvSpPr/>
            <p:nvPr/>
          </p:nvSpPr>
          <p:spPr>
            <a:xfrm>
              <a:off x="4548188" y="4300538"/>
              <a:ext cx="77153" cy="92392"/>
            </a:xfrm>
            <a:custGeom>
              <a:avLst/>
              <a:gdLst/>
              <a:ahLst/>
              <a:cxnLst/>
              <a:rect l="l" t="t" r="r" b="b"/>
              <a:pathLst>
                <a:path w="77153" h="92392">
                  <a:moveTo>
                    <a:pt x="77153" y="0"/>
                  </a:moveTo>
                  <a:lnTo>
                    <a:pt x="0" y="92392"/>
                  </a:lnTo>
                </a:path>
              </a:pathLst>
            </a:custGeom>
            <a:noFill/>
            <a:ln w="9525">
              <a:solidFill>
                <a:srgbClr val="5B6475"/>
              </a:solidFill>
            </a:ln>
          </p:spPr>
        </p:sp>
        <p:sp>
          <p:nvSpPr>
            <p:cNvPr id="80" name="Freeform 80"/>
            <p:cNvSpPr/>
            <p:nvPr/>
          </p:nvSpPr>
          <p:spPr>
            <a:xfrm>
              <a:off x="4727258" y="4300538"/>
              <a:ext cx="77152" cy="92392"/>
            </a:xfrm>
            <a:custGeom>
              <a:avLst/>
              <a:gdLst/>
              <a:ahLst/>
              <a:cxnLst/>
              <a:rect l="l" t="t" r="r" b="b"/>
              <a:pathLst>
                <a:path w="77152" h="92392">
                  <a:moveTo>
                    <a:pt x="77152" y="0"/>
                  </a:moveTo>
                  <a:lnTo>
                    <a:pt x="0" y="92392"/>
                  </a:lnTo>
                </a:path>
              </a:pathLst>
            </a:custGeom>
            <a:noFill/>
            <a:ln w="9525">
              <a:solidFill>
                <a:srgbClr val="5B6475"/>
              </a:solidFill>
            </a:ln>
          </p:spPr>
        </p:sp>
        <p:sp>
          <p:nvSpPr>
            <p:cNvPr id="81" name="Freeform 81"/>
            <p:cNvSpPr/>
            <p:nvPr/>
          </p:nvSpPr>
          <p:spPr>
            <a:xfrm>
              <a:off x="4906328" y="4300538"/>
              <a:ext cx="77153" cy="92392"/>
            </a:xfrm>
            <a:custGeom>
              <a:avLst/>
              <a:gdLst/>
              <a:ahLst/>
              <a:cxnLst/>
              <a:rect l="l" t="t" r="r" b="b"/>
              <a:pathLst>
                <a:path w="77153" h="92392">
                  <a:moveTo>
                    <a:pt x="77153" y="0"/>
                  </a:moveTo>
                  <a:lnTo>
                    <a:pt x="0" y="92392"/>
                  </a:lnTo>
                </a:path>
              </a:pathLst>
            </a:custGeom>
            <a:noFill/>
            <a:ln w="9525">
              <a:solidFill>
                <a:srgbClr val="5B6475"/>
              </a:solidFill>
            </a:ln>
          </p:spPr>
        </p:sp>
        <p:sp>
          <p:nvSpPr>
            <p:cNvPr id="82" name="Freeform 82"/>
            <p:cNvSpPr/>
            <p:nvPr/>
          </p:nvSpPr>
          <p:spPr>
            <a:xfrm>
              <a:off x="5085398" y="4300538"/>
              <a:ext cx="77153" cy="92392"/>
            </a:xfrm>
            <a:custGeom>
              <a:avLst/>
              <a:gdLst/>
              <a:ahLst/>
              <a:cxnLst/>
              <a:rect l="l" t="t" r="r" b="b"/>
              <a:pathLst>
                <a:path w="77153" h="92392">
                  <a:moveTo>
                    <a:pt x="77153" y="0"/>
                  </a:moveTo>
                  <a:lnTo>
                    <a:pt x="0" y="92392"/>
                  </a:lnTo>
                </a:path>
              </a:pathLst>
            </a:custGeom>
            <a:noFill/>
            <a:ln w="9525">
              <a:solidFill>
                <a:srgbClr val="5B6475"/>
              </a:solidFill>
            </a:ln>
          </p:spPr>
        </p:sp>
        <p:sp>
          <p:nvSpPr>
            <p:cNvPr id="83" name="Freeform 83"/>
            <p:cNvSpPr/>
            <p:nvPr/>
          </p:nvSpPr>
          <p:spPr>
            <a:xfrm>
              <a:off x="5264468" y="4300538"/>
              <a:ext cx="77152" cy="92392"/>
            </a:xfrm>
            <a:custGeom>
              <a:avLst/>
              <a:gdLst/>
              <a:ahLst/>
              <a:cxnLst/>
              <a:rect l="l" t="t" r="r" b="b"/>
              <a:pathLst>
                <a:path w="77152" h="92392">
                  <a:moveTo>
                    <a:pt x="77152" y="0"/>
                  </a:moveTo>
                  <a:lnTo>
                    <a:pt x="0" y="92392"/>
                  </a:lnTo>
                </a:path>
              </a:pathLst>
            </a:custGeom>
            <a:noFill/>
            <a:ln w="9525">
              <a:solidFill>
                <a:srgbClr val="5B6475"/>
              </a:solidFill>
            </a:ln>
          </p:spPr>
        </p:sp>
        <p:sp>
          <p:nvSpPr>
            <p:cNvPr id="84" name="Freeform 84"/>
            <p:cNvSpPr/>
            <p:nvPr/>
          </p:nvSpPr>
          <p:spPr>
            <a:xfrm>
              <a:off x="5443538" y="4300538"/>
              <a:ext cx="77153" cy="92392"/>
            </a:xfrm>
            <a:custGeom>
              <a:avLst/>
              <a:gdLst/>
              <a:ahLst/>
              <a:cxnLst/>
              <a:rect l="l" t="t" r="r" b="b"/>
              <a:pathLst>
                <a:path w="77153" h="92392">
                  <a:moveTo>
                    <a:pt x="77153" y="0"/>
                  </a:moveTo>
                  <a:lnTo>
                    <a:pt x="0" y="92392"/>
                  </a:lnTo>
                </a:path>
              </a:pathLst>
            </a:custGeom>
            <a:noFill/>
            <a:ln w="9525">
              <a:solidFill>
                <a:srgbClr val="5B6475"/>
              </a:solidFill>
            </a:ln>
          </p:spPr>
        </p:sp>
        <p:sp>
          <p:nvSpPr>
            <p:cNvPr id="85" name="Freeform 85"/>
            <p:cNvSpPr/>
            <p:nvPr/>
          </p:nvSpPr>
          <p:spPr>
            <a:xfrm>
              <a:off x="5622608" y="4300538"/>
              <a:ext cx="77153" cy="92392"/>
            </a:xfrm>
            <a:custGeom>
              <a:avLst/>
              <a:gdLst/>
              <a:ahLst/>
              <a:cxnLst/>
              <a:rect l="l" t="t" r="r" b="b"/>
              <a:pathLst>
                <a:path w="77153" h="92392">
                  <a:moveTo>
                    <a:pt x="77153" y="0"/>
                  </a:moveTo>
                  <a:lnTo>
                    <a:pt x="0" y="92392"/>
                  </a:lnTo>
                </a:path>
              </a:pathLst>
            </a:custGeom>
            <a:noFill/>
            <a:ln w="9525">
              <a:solidFill>
                <a:srgbClr val="5B6475"/>
              </a:solidFill>
            </a:ln>
          </p:spPr>
        </p:sp>
        <p:sp>
          <p:nvSpPr>
            <p:cNvPr id="86" name="Freeform 86"/>
            <p:cNvSpPr/>
            <p:nvPr/>
          </p:nvSpPr>
          <p:spPr>
            <a:xfrm>
              <a:off x="5801678" y="4300538"/>
              <a:ext cx="77153" cy="92392"/>
            </a:xfrm>
            <a:custGeom>
              <a:avLst/>
              <a:gdLst/>
              <a:ahLst/>
              <a:cxnLst/>
              <a:rect l="l" t="t" r="r" b="b"/>
              <a:pathLst>
                <a:path w="77153" h="92392">
                  <a:moveTo>
                    <a:pt x="77153" y="0"/>
                  </a:moveTo>
                  <a:lnTo>
                    <a:pt x="0" y="92392"/>
                  </a:lnTo>
                </a:path>
              </a:pathLst>
            </a:custGeom>
            <a:noFill/>
            <a:ln w="9525">
              <a:solidFill>
                <a:srgbClr val="5B6475"/>
              </a:solidFill>
            </a:ln>
          </p:spPr>
        </p:sp>
        <p:sp>
          <p:nvSpPr>
            <p:cNvPr id="87" name="Freeform 87"/>
            <p:cNvSpPr/>
            <p:nvPr/>
          </p:nvSpPr>
          <p:spPr>
            <a:xfrm>
              <a:off x="3400425" y="2887028"/>
              <a:ext cx="558165" cy="1133475"/>
            </a:xfrm>
            <a:custGeom>
              <a:avLst/>
              <a:gdLst/>
              <a:ahLst/>
              <a:cxnLst/>
              <a:rect l="l" t="t" r="r" b="b"/>
              <a:pathLst>
                <a:path w="558165" h="1133475">
                  <a:moveTo>
                    <a:pt x="0" y="0"/>
                  </a:moveTo>
                  <a:lnTo>
                    <a:pt x="558165" y="1133475"/>
                  </a:lnTo>
                </a:path>
              </a:pathLst>
            </a:custGeom>
            <a:noFill/>
            <a:ln w="13335">
              <a:solidFill>
                <a:srgbClr val="D97706"/>
              </a:solidFill>
            </a:ln>
          </p:spPr>
        </p:sp>
        <p:sp>
          <p:nvSpPr>
            <p:cNvPr id="88" name="Freeform 88"/>
            <p:cNvSpPr/>
            <p:nvPr/>
          </p:nvSpPr>
          <p:spPr>
            <a:xfrm>
              <a:off x="3915728" y="3999548"/>
              <a:ext cx="85725" cy="106680"/>
            </a:xfrm>
            <a:custGeom>
              <a:avLst/>
              <a:gdLst/>
              <a:ahLst/>
              <a:cxnLst/>
              <a:rect l="l" t="t" r="r" b="b"/>
              <a:pathLst>
                <a:path w="85725" h="106680">
                  <a:moveTo>
                    <a:pt x="84772" y="106680"/>
                  </a:moveTo>
                  <a:lnTo>
                    <a:pt x="0" y="41910"/>
                  </a:lnTo>
                  <a:lnTo>
                    <a:pt x="85725" y="0"/>
                  </a:ln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  <p:sp>
          <p:nvSpPr>
            <p:cNvPr id="89" name="Freeform 89"/>
            <p:cNvSpPr/>
            <p:nvPr/>
          </p:nvSpPr>
          <p:spPr>
            <a:xfrm>
              <a:off x="4028122" y="3848100"/>
              <a:ext cx="148590" cy="258128"/>
            </a:xfrm>
            <a:custGeom>
              <a:avLst/>
              <a:gdLst/>
              <a:ahLst/>
              <a:cxnLst/>
              <a:rect l="l" t="t" r="r" b="b"/>
              <a:pathLst>
                <a:path w="148590" h="258128">
                  <a:moveTo>
                    <a:pt x="0" y="258128"/>
                  </a:moveTo>
                  <a:lnTo>
                    <a:pt x="148590" y="0"/>
                  </a:lnTo>
                </a:path>
              </a:pathLst>
            </a:custGeom>
            <a:noFill/>
            <a:ln w="11430">
              <a:solidFill>
                <a:srgbClr val="B42318"/>
              </a:solidFill>
            </a:ln>
          </p:spPr>
        </p:sp>
        <p:sp>
          <p:nvSpPr>
            <p:cNvPr id="90" name="Freeform 90"/>
            <p:cNvSpPr/>
            <p:nvPr/>
          </p:nvSpPr>
          <p:spPr>
            <a:xfrm>
              <a:off x="4134802" y="3766185"/>
              <a:ext cx="88582" cy="105728"/>
            </a:xfrm>
            <a:custGeom>
              <a:avLst/>
              <a:gdLst/>
              <a:ahLst/>
              <a:cxnLst/>
              <a:rect l="l" t="t" r="r" b="b"/>
              <a:pathLst>
                <a:path w="88582" h="105728">
                  <a:moveTo>
                    <a:pt x="88582" y="0"/>
                  </a:moveTo>
                  <a:lnTo>
                    <a:pt x="82867" y="105728"/>
                  </a:lnTo>
                  <a:lnTo>
                    <a:pt x="0" y="58103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91" name="Freeform 91"/>
            <p:cNvSpPr/>
            <p:nvPr/>
          </p:nvSpPr>
          <p:spPr>
            <a:xfrm>
              <a:off x="4023360" y="3807142"/>
              <a:ext cx="9525" cy="298133"/>
            </a:xfrm>
            <a:custGeom>
              <a:avLst/>
              <a:gdLst/>
              <a:ahLst/>
              <a:cxnLst/>
              <a:rect l="l" t="t" r="r" b="b"/>
              <a:pathLst>
                <a:path w="9525" h="298133">
                  <a:moveTo>
                    <a:pt x="0" y="298133"/>
                  </a:moveTo>
                  <a:lnTo>
                    <a:pt x="0" y="0"/>
                  </a:lnTo>
                </a:path>
              </a:pathLst>
            </a:custGeom>
            <a:noFill/>
            <a:ln w="11430">
              <a:solidFill>
                <a:srgbClr val="B42318"/>
              </a:solidFill>
            </a:ln>
          </p:spPr>
        </p:sp>
        <p:sp>
          <p:nvSpPr>
            <p:cNvPr id="92" name="Freeform 92"/>
            <p:cNvSpPr/>
            <p:nvPr/>
          </p:nvSpPr>
          <p:spPr>
            <a:xfrm>
              <a:off x="3975735" y="371189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93" name="Freeform 93"/>
            <p:cNvSpPr/>
            <p:nvPr/>
          </p:nvSpPr>
          <p:spPr>
            <a:xfrm>
              <a:off x="3869055" y="3848100"/>
              <a:ext cx="149542" cy="258128"/>
            </a:xfrm>
            <a:custGeom>
              <a:avLst/>
              <a:gdLst/>
              <a:ahLst/>
              <a:cxnLst/>
              <a:rect l="l" t="t" r="r" b="b"/>
              <a:pathLst>
                <a:path w="149542" h="258128">
                  <a:moveTo>
                    <a:pt x="149542" y="258128"/>
                  </a:moveTo>
                  <a:lnTo>
                    <a:pt x="0" y="0"/>
                  </a:lnTo>
                </a:path>
              </a:pathLst>
            </a:custGeom>
            <a:noFill/>
            <a:ln w="11430">
              <a:solidFill>
                <a:srgbClr val="B42318"/>
              </a:solidFill>
            </a:ln>
          </p:spPr>
        </p:sp>
        <p:sp>
          <p:nvSpPr>
            <p:cNvPr id="94" name="Freeform 94"/>
            <p:cNvSpPr/>
            <p:nvPr/>
          </p:nvSpPr>
          <p:spPr>
            <a:xfrm>
              <a:off x="3821430" y="3766185"/>
              <a:ext cx="89535" cy="105728"/>
            </a:xfrm>
            <a:custGeom>
              <a:avLst/>
              <a:gdLst/>
              <a:ahLst/>
              <a:cxnLst/>
              <a:rect l="l" t="t" r="r" b="b"/>
              <a:pathLst>
                <a:path w="89535" h="105728">
                  <a:moveTo>
                    <a:pt x="0" y="0"/>
                  </a:moveTo>
                  <a:lnTo>
                    <a:pt x="89535" y="58103"/>
                  </a:lnTo>
                  <a:lnTo>
                    <a:pt x="6667" y="105728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95" name="Freeform 95"/>
            <p:cNvSpPr/>
            <p:nvPr/>
          </p:nvSpPr>
          <p:spPr>
            <a:xfrm>
              <a:off x="3937635" y="2887028"/>
              <a:ext cx="558165" cy="1133475"/>
            </a:xfrm>
            <a:custGeom>
              <a:avLst/>
              <a:gdLst/>
              <a:ahLst/>
              <a:cxnLst/>
              <a:rect l="l" t="t" r="r" b="b"/>
              <a:pathLst>
                <a:path w="558165" h="1133475">
                  <a:moveTo>
                    <a:pt x="0" y="0"/>
                  </a:moveTo>
                  <a:lnTo>
                    <a:pt x="558165" y="1133475"/>
                  </a:lnTo>
                </a:path>
              </a:pathLst>
            </a:custGeom>
            <a:noFill/>
            <a:ln w="13335">
              <a:solidFill>
                <a:srgbClr val="D97706"/>
              </a:solidFill>
            </a:ln>
          </p:spPr>
        </p:sp>
        <p:sp>
          <p:nvSpPr>
            <p:cNvPr id="96" name="Freeform 96"/>
            <p:cNvSpPr/>
            <p:nvPr/>
          </p:nvSpPr>
          <p:spPr>
            <a:xfrm>
              <a:off x="4452938" y="3999548"/>
              <a:ext cx="85725" cy="106680"/>
            </a:xfrm>
            <a:custGeom>
              <a:avLst/>
              <a:gdLst/>
              <a:ahLst/>
              <a:cxnLst/>
              <a:rect l="l" t="t" r="r" b="b"/>
              <a:pathLst>
                <a:path w="85725" h="106680">
                  <a:moveTo>
                    <a:pt x="84772" y="106680"/>
                  </a:moveTo>
                  <a:lnTo>
                    <a:pt x="0" y="41910"/>
                  </a:lnTo>
                  <a:lnTo>
                    <a:pt x="85725" y="0"/>
                  </a:ln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  <p:sp>
          <p:nvSpPr>
            <p:cNvPr id="97" name="Freeform 97"/>
            <p:cNvSpPr/>
            <p:nvPr/>
          </p:nvSpPr>
          <p:spPr>
            <a:xfrm>
              <a:off x="4565332" y="3848100"/>
              <a:ext cx="148590" cy="258128"/>
            </a:xfrm>
            <a:custGeom>
              <a:avLst/>
              <a:gdLst/>
              <a:ahLst/>
              <a:cxnLst/>
              <a:rect l="l" t="t" r="r" b="b"/>
              <a:pathLst>
                <a:path w="148590" h="258128">
                  <a:moveTo>
                    <a:pt x="0" y="258128"/>
                  </a:moveTo>
                  <a:lnTo>
                    <a:pt x="148590" y="0"/>
                  </a:lnTo>
                </a:path>
              </a:pathLst>
            </a:custGeom>
            <a:noFill/>
            <a:ln w="11430">
              <a:solidFill>
                <a:srgbClr val="B42318"/>
              </a:solidFill>
            </a:ln>
          </p:spPr>
        </p:sp>
        <p:sp>
          <p:nvSpPr>
            <p:cNvPr id="98" name="Freeform 98"/>
            <p:cNvSpPr/>
            <p:nvPr/>
          </p:nvSpPr>
          <p:spPr>
            <a:xfrm>
              <a:off x="4672012" y="3766185"/>
              <a:ext cx="88583" cy="105728"/>
            </a:xfrm>
            <a:custGeom>
              <a:avLst/>
              <a:gdLst/>
              <a:ahLst/>
              <a:cxnLst/>
              <a:rect l="l" t="t" r="r" b="b"/>
              <a:pathLst>
                <a:path w="88583" h="105728">
                  <a:moveTo>
                    <a:pt x="88583" y="0"/>
                  </a:moveTo>
                  <a:lnTo>
                    <a:pt x="82867" y="105728"/>
                  </a:lnTo>
                  <a:lnTo>
                    <a:pt x="0" y="58103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99" name="Freeform 99"/>
            <p:cNvSpPr/>
            <p:nvPr/>
          </p:nvSpPr>
          <p:spPr>
            <a:xfrm>
              <a:off x="4560570" y="3807142"/>
              <a:ext cx="9525" cy="298133"/>
            </a:xfrm>
            <a:custGeom>
              <a:avLst/>
              <a:gdLst/>
              <a:ahLst/>
              <a:cxnLst/>
              <a:rect l="l" t="t" r="r" b="b"/>
              <a:pathLst>
                <a:path w="9525" h="298133">
                  <a:moveTo>
                    <a:pt x="0" y="298133"/>
                  </a:moveTo>
                  <a:lnTo>
                    <a:pt x="0" y="0"/>
                  </a:lnTo>
                </a:path>
              </a:pathLst>
            </a:custGeom>
            <a:noFill/>
            <a:ln w="11430">
              <a:solidFill>
                <a:srgbClr val="B42318"/>
              </a:solidFill>
            </a:ln>
          </p:spPr>
        </p:sp>
        <p:sp>
          <p:nvSpPr>
            <p:cNvPr id="100" name="Freeform 100"/>
            <p:cNvSpPr/>
            <p:nvPr/>
          </p:nvSpPr>
          <p:spPr>
            <a:xfrm>
              <a:off x="4512945" y="371189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101" name="Freeform 101"/>
            <p:cNvSpPr/>
            <p:nvPr/>
          </p:nvSpPr>
          <p:spPr>
            <a:xfrm>
              <a:off x="4406265" y="3848100"/>
              <a:ext cx="149542" cy="258128"/>
            </a:xfrm>
            <a:custGeom>
              <a:avLst/>
              <a:gdLst/>
              <a:ahLst/>
              <a:cxnLst/>
              <a:rect l="l" t="t" r="r" b="b"/>
              <a:pathLst>
                <a:path w="149542" h="258128">
                  <a:moveTo>
                    <a:pt x="149542" y="258128"/>
                  </a:moveTo>
                  <a:lnTo>
                    <a:pt x="0" y="0"/>
                  </a:lnTo>
                </a:path>
              </a:pathLst>
            </a:custGeom>
            <a:noFill/>
            <a:ln w="11430">
              <a:solidFill>
                <a:srgbClr val="B42318"/>
              </a:solidFill>
            </a:ln>
          </p:spPr>
        </p:sp>
        <p:sp>
          <p:nvSpPr>
            <p:cNvPr id="102" name="Freeform 102"/>
            <p:cNvSpPr/>
            <p:nvPr/>
          </p:nvSpPr>
          <p:spPr>
            <a:xfrm>
              <a:off x="4358640" y="3766185"/>
              <a:ext cx="89535" cy="105728"/>
            </a:xfrm>
            <a:custGeom>
              <a:avLst/>
              <a:gdLst/>
              <a:ahLst/>
              <a:cxnLst/>
              <a:rect l="l" t="t" r="r" b="b"/>
              <a:pathLst>
                <a:path w="89535" h="105728">
                  <a:moveTo>
                    <a:pt x="0" y="0"/>
                  </a:moveTo>
                  <a:lnTo>
                    <a:pt x="89535" y="58103"/>
                  </a:lnTo>
                  <a:lnTo>
                    <a:pt x="6667" y="105728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103" name="Freeform 103"/>
            <p:cNvSpPr/>
            <p:nvPr/>
          </p:nvSpPr>
          <p:spPr>
            <a:xfrm>
              <a:off x="4474845" y="2887028"/>
              <a:ext cx="558165" cy="1133475"/>
            </a:xfrm>
            <a:custGeom>
              <a:avLst/>
              <a:gdLst/>
              <a:ahLst/>
              <a:cxnLst/>
              <a:rect l="l" t="t" r="r" b="b"/>
              <a:pathLst>
                <a:path w="558165" h="1133475">
                  <a:moveTo>
                    <a:pt x="0" y="0"/>
                  </a:moveTo>
                  <a:lnTo>
                    <a:pt x="558165" y="1133475"/>
                  </a:lnTo>
                </a:path>
              </a:pathLst>
            </a:custGeom>
            <a:noFill/>
            <a:ln w="13335">
              <a:solidFill>
                <a:srgbClr val="D97706"/>
              </a:solidFill>
            </a:ln>
          </p:spPr>
        </p:sp>
        <p:sp>
          <p:nvSpPr>
            <p:cNvPr id="104" name="Freeform 104"/>
            <p:cNvSpPr/>
            <p:nvPr/>
          </p:nvSpPr>
          <p:spPr>
            <a:xfrm>
              <a:off x="4990148" y="3999548"/>
              <a:ext cx="85725" cy="106680"/>
            </a:xfrm>
            <a:custGeom>
              <a:avLst/>
              <a:gdLst/>
              <a:ahLst/>
              <a:cxnLst/>
              <a:rect l="l" t="t" r="r" b="b"/>
              <a:pathLst>
                <a:path w="85725" h="106680">
                  <a:moveTo>
                    <a:pt x="84772" y="106680"/>
                  </a:moveTo>
                  <a:lnTo>
                    <a:pt x="0" y="41910"/>
                  </a:lnTo>
                  <a:lnTo>
                    <a:pt x="85725" y="0"/>
                  </a:ln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  <p:sp>
          <p:nvSpPr>
            <p:cNvPr id="105" name="Freeform 105"/>
            <p:cNvSpPr/>
            <p:nvPr/>
          </p:nvSpPr>
          <p:spPr>
            <a:xfrm>
              <a:off x="5102542" y="3848100"/>
              <a:ext cx="148590" cy="258128"/>
            </a:xfrm>
            <a:custGeom>
              <a:avLst/>
              <a:gdLst/>
              <a:ahLst/>
              <a:cxnLst/>
              <a:rect l="l" t="t" r="r" b="b"/>
              <a:pathLst>
                <a:path w="148590" h="258128">
                  <a:moveTo>
                    <a:pt x="0" y="258128"/>
                  </a:moveTo>
                  <a:lnTo>
                    <a:pt x="148590" y="0"/>
                  </a:lnTo>
                </a:path>
              </a:pathLst>
            </a:custGeom>
            <a:noFill/>
            <a:ln w="11430">
              <a:solidFill>
                <a:srgbClr val="B42318"/>
              </a:solidFill>
            </a:ln>
          </p:spPr>
        </p:sp>
        <p:sp>
          <p:nvSpPr>
            <p:cNvPr id="106" name="Freeform 106"/>
            <p:cNvSpPr/>
            <p:nvPr/>
          </p:nvSpPr>
          <p:spPr>
            <a:xfrm>
              <a:off x="5209222" y="3766185"/>
              <a:ext cx="88583" cy="105728"/>
            </a:xfrm>
            <a:custGeom>
              <a:avLst/>
              <a:gdLst/>
              <a:ahLst/>
              <a:cxnLst/>
              <a:rect l="l" t="t" r="r" b="b"/>
              <a:pathLst>
                <a:path w="88583" h="105728">
                  <a:moveTo>
                    <a:pt x="88583" y="0"/>
                  </a:moveTo>
                  <a:lnTo>
                    <a:pt x="82868" y="105728"/>
                  </a:lnTo>
                  <a:lnTo>
                    <a:pt x="0" y="58103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107" name="Freeform 107"/>
            <p:cNvSpPr/>
            <p:nvPr/>
          </p:nvSpPr>
          <p:spPr>
            <a:xfrm>
              <a:off x="5097780" y="3807142"/>
              <a:ext cx="9525" cy="298133"/>
            </a:xfrm>
            <a:custGeom>
              <a:avLst/>
              <a:gdLst/>
              <a:ahLst/>
              <a:cxnLst/>
              <a:rect l="l" t="t" r="r" b="b"/>
              <a:pathLst>
                <a:path w="9525" h="298133">
                  <a:moveTo>
                    <a:pt x="0" y="298133"/>
                  </a:moveTo>
                  <a:lnTo>
                    <a:pt x="0" y="0"/>
                  </a:lnTo>
                </a:path>
              </a:pathLst>
            </a:custGeom>
            <a:noFill/>
            <a:ln w="11430">
              <a:solidFill>
                <a:srgbClr val="B42318"/>
              </a:solidFill>
            </a:ln>
          </p:spPr>
        </p:sp>
        <p:sp>
          <p:nvSpPr>
            <p:cNvPr id="108" name="Freeform 108"/>
            <p:cNvSpPr/>
            <p:nvPr/>
          </p:nvSpPr>
          <p:spPr>
            <a:xfrm>
              <a:off x="5050155" y="371189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109" name="Freeform 109"/>
            <p:cNvSpPr/>
            <p:nvPr/>
          </p:nvSpPr>
          <p:spPr>
            <a:xfrm>
              <a:off x="4943475" y="3848100"/>
              <a:ext cx="149543" cy="258128"/>
            </a:xfrm>
            <a:custGeom>
              <a:avLst/>
              <a:gdLst/>
              <a:ahLst/>
              <a:cxnLst/>
              <a:rect l="l" t="t" r="r" b="b"/>
              <a:pathLst>
                <a:path w="149543" h="258128">
                  <a:moveTo>
                    <a:pt x="149543" y="258128"/>
                  </a:moveTo>
                  <a:lnTo>
                    <a:pt x="0" y="0"/>
                  </a:lnTo>
                </a:path>
              </a:pathLst>
            </a:custGeom>
            <a:noFill/>
            <a:ln w="11430">
              <a:solidFill>
                <a:srgbClr val="B42318"/>
              </a:solidFill>
            </a:ln>
          </p:spPr>
        </p:sp>
        <p:sp>
          <p:nvSpPr>
            <p:cNvPr id="110" name="Freeform 110"/>
            <p:cNvSpPr/>
            <p:nvPr/>
          </p:nvSpPr>
          <p:spPr>
            <a:xfrm>
              <a:off x="4895850" y="3766185"/>
              <a:ext cx="89535" cy="105728"/>
            </a:xfrm>
            <a:custGeom>
              <a:avLst/>
              <a:gdLst/>
              <a:ahLst/>
              <a:cxnLst/>
              <a:rect l="l" t="t" r="r" b="b"/>
              <a:pathLst>
                <a:path w="89535" h="105728">
                  <a:moveTo>
                    <a:pt x="0" y="0"/>
                  </a:moveTo>
                  <a:lnTo>
                    <a:pt x="89535" y="58103"/>
                  </a:lnTo>
                  <a:lnTo>
                    <a:pt x="6668" y="105728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111" name="TextBox 111"/>
            <p:cNvSpPr txBox="1"/>
            <p:nvPr/>
          </p:nvSpPr>
          <p:spPr>
            <a:xfrm>
              <a:off x="1558813" y="354330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1558813" y="336423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1107132" y="4158139"/>
              <a:ext cx="55707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d = a + b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1694294" y="478488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透射光栅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4425112" y="478488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反射光栅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4137216" y="4580096"/>
              <a:ext cx="111340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金属表面刻出的锯齿槽</a:t>
              </a:r>
            </a:p>
          </p:txBody>
        </p:sp>
      </p:grpSp>
      <p:grpSp>
        <p:nvGrpSpPr>
          <p:cNvPr id="123" name="c2-card-1"/>
          <p:cNvGrpSpPr/>
          <p:nvPr/>
        </p:nvGrpSpPr>
        <p:grpSpPr>
          <a:xfrm>
            <a:off x="6248400" y="1524000"/>
            <a:ext cx="5410200" cy="1522095"/>
            <a:chOff x="6248400" y="1524000"/>
            <a:chExt cx="5410200" cy="1522095"/>
          </a:xfrm>
        </p:grpSpPr>
        <p:sp>
          <p:nvSpPr>
            <p:cNvPr id="118" name="Rectangle 118"/>
            <p:cNvSpPr/>
            <p:nvPr/>
          </p:nvSpPr>
          <p:spPr>
            <a:xfrm>
              <a:off x="6248400" y="1524000"/>
              <a:ext cx="5410200" cy="1522095"/>
            </a:xfrm>
            <a:prstGeom prst="roundRect">
              <a:avLst>
                <a:gd name="adj" fmla="val 87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19" name="Rectangle 119"/>
            <p:cNvSpPr/>
            <p:nvPr/>
          </p:nvSpPr>
          <p:spPr>
            <a:xfrm>
              <a:off x="6257925" y="1657350"/>
              <a:ext cx="47625" cy="125539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0" name="Rectangle 120"/>
            <p:cNvSpPr/>
            <p:nvPr/>
          </p:nvSpPr>
          <p:spPr>
            <a:xfrm>
              <a:off x="6484620" y="1722120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21" name="TextBox 121"/>
            <p:cNvSpPr txBox="1"/>
            <p:nvPr/>
          </p:nvSpPr>
          <p:spPr>
            <a:xfrm>
              <a:off x="6556058" y="175641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光栅与光栅常数</a:t>
              </a:r>
            </a:p>
          </p:txBody>
        </p:sp>
        <p:sp>
          <p:nvSpPr>
            <p:cNvPr id="122" name="TextBox 122"/>
            <p:cNvSpPr txBox="1"/>
            <p:nvPr/>
          </p:nvSpPr>
          <p:spPr>
            <a:xfrm>
              <a:off x="6477381" y="2082641"/>
              <a:ext cx="470331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由大量等宽等间距的平行狭缝组成的光学元件叫衍射光栅。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透光缝宽 a，不透光部分宽 b，d = a + b 叫光栅常数，是光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栅的结构参量。</a:t>
              </a:r>
            </a:p>
          </p:txBody>
        </p:sp>
      </p:grpSp>
      <p:grpSp>
        <p:nvGrpSpPr>
          <p:cNvPr id="135" name="c2-table-2"/>
          <p:cNvGrpSpPr/>
          <p:nvPr/>
        </p:nvGrpSpPr>
        <p:grpSpPr>
          <a:xfrm>
            <a:off x="6248400" y="3227070"/>
            <a:ext cx="5410200" cy="1486853"/>
            <a:chOff x="6248400" y="3227070"/>
            <a:chExt cx="5410200" cy="1486853"/>
          </a:xfrm>
        </p:grpSpPr>
        <p:sp>
          <p:nvSpPr>
            <p:cNvPr id="124" name="Rectangle 124"/>
            <p:cNvSpPr/>
            <p:nvPr/>
          </p:nvSpPr>
          <p:spPr>
            <a:xfrm>
              <a:off x="6248400" y="3227070"/>
              <a:ext cx="5410200" cy="42481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5" name="TextBox 125"/>
            <p:cNvSpPr txBox="1"/>
            <p:nvPr/>
          </p:nvSpPr>
          <p:spPr>
            <a:xfrm>
              <a:off x="6783705" y="335470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类别</a:t>
              </a:r>
            </a:p>
          </p:txBody>
        </p:sp>
        <p:sp>
          <p:nvSpPr>
            <p:cNvPr id="126" name="TextBox 126"/>
            <p:cNvSpPr txBox="1"/>
            <p:nvPr/>
          </p:nvSpPr>
          <p:spPr>
            <a:xfrm>
              <a:off x="9488805" y="335470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做法</a:t>
              </a:r>
            </a:p>
          </p:txBody>
        </p:sp>
        <p:sp>
          <p:nvSpPr>
            <p:cNvPr id="127" name="TextBox 127"/>
            <p:cNvSpPr txBox="1"/>
            <p:nvPr/>
          </p:nvSpPr>
          <p:spPr>
            <a:xfrm>
              <a:off x="6350889" y="388620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透射光栅</a:t>
              </a:r>
            </a:p>
          </p:txBody>
        </p:sp>
        <p:sp>
          <p:nvSpPr>
            <p:cNvPr id="128" name="TextBox 128"/>
            <p:cNvSpPr txBox="1"/>
            <p:nvPr/>
          </p:nvSpPr>
          <p:spPr>
            <a:xfrm>
              <a:off x="7757732" y="3779520"/>
              <a:ext cx="35173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在玻璃片上刻平行刻痕，刻痕处不透光，未刻处相当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于透光缝</a:t>
              </a:r>
            </a:p>
          </p:txBody>
        </p:sp>
        <p:sp>
          <p:nvSpPr>
            <p:cNvPr id="129" name="Rectangle 129"/>
            <p:cNvSpPr/>
            <p:nvPr/>
          </p:nvSpPr>
          <p:spPr>
            <a:xfrm>
              <a:off x="6248400" y="428434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0" name="Rectangle 130"/>
            <p:cNvSpPr/>
            <p:nvPr/>
          </p:nvSpPr>
          <p:spPr>
            <a:xfrm>
              <a:off x="6248400" y="4289108"/>
              <a:ext cx="541020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31" name="TextBox 131"/>
            <p:cNvSpPr txBox="1"/>
            <p:nvPr/>
          </p:nvSpPr>
          <p:spPr>
            <a:xfrm>
              <a:off x="6350889" y="441769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反射光栅</a:t>
              </a:r>
            </a:p>
          </p:txBody>
        </p:sp>
        <p:sp>
          <p:nvSpPr>
            <p:cNvPr id="132" name="TextBox 132"/>
            <p:cNvSpPr txBox="1"/>
            <p:nvPr/>
          </p:nvSpPr>
          <p:spPr>
            <a:xfrm>
              <a:off x="7757732" y="4417695"/>
              <a:ext cx="34046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在金属表面刻出锯齿形槽，利用各槽面的反射光</a:t>
              </a:r>
            </a:p>
          </p:txBody>
        </p:sp>
        <p:sp>
          <p:nvSpPr>
            <p:cNvPr id="133" name="Rectangle 133"/>
            <p:cNvSpPr/>
            <p:nvPr/>
          </p:nvSpPr>
          <p:spPr>
            <a:xfrm>
              <a:off x="6248400" y="3227070"/>
              <a:ext cx="5410200" cy="14868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34" name="Rectangle 134"/>
            <p:cNvSpPr/>
            <p:nvPr/>
          </p:nvSpPr>
          <p:spPr>
            <a:xfrm>
              <a:off x="7650480" y="3227070"/>
              <a:ext cx="9525" cy="1486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41" name="c2-callout-3"/>
          <p:cNvGrpSpPr/>
          <p:nvPr/>
        </p:nvGrpSpPr>
        <p:grpSpPr>
          <a:xfrm>
            <a:off x="6248400" y="4893945"/>
            <a:ext cx="5410200" cy="503872"/>
            <a:chOff x="6248400" y="4893945"/>
            <a:chExt cx="5410200" cy="503872"/>
          </a:xfrm>
        </p:grpSpPr>
        <p:sp>
          <p:nvSpPr>
            <p:cNvPr id="136" name="Rectangle 136"/>
            <p:cNvSpPr/>
            <p:nvPr/>
          </p:nvSpPr>
          <p:spPr>
            <a:xfrm>
              <a:off x="6248400" y="4893945"/>
              <a:ext cx="5410200" cy="503872"/>
            </a:xfrm>
            <a:prstGeom prst="roundRect">
              <a:avLst>
                <a:gd name="adj" fmla="val 22684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139" name="Group 139"/>
            <p:cNvGrpSpPr/>
            <p:nvPr/>
          </p:nvGrpSpPr>
          <p:grpSpPr>
            <a:xfrm>
              <a:off x="6453188" y="5045395"/>
              <a:ext cx="200023" cy="200023"/>
              <a:chOff x="6453188" y="5045395"/>
              <a:chExt cx="200023" cy="200023"/>
            </a:xfrm>
          </p:grpSpPr>
          <p:sp>
            <p:nvSpPr>
              <p:cNvPr id="137" name="Freeform 137"/>
              <p:cNvSpPr/>
              <p:nvPr/>
            </p:nvSpPr>
            <p:spPr>
              <a:xfrm>
                <a:off x="6453188" y="504539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38" name="Freeform 138"/>
              <p:cNvSpPr/>
              <p:nvPr/>
            </p:nvSpPr>
            <p:spPr>
              <a:xfrm>
                <a:off x="6586538" y="511206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40" name="TextBox 140"/>
            <p:cNvSpPr txBox="1"/>
            <p:nvPr/>
          </p:nvSpPr>
          <p:spPr>
            <a:xfrm>
              <a:off x="6755511" y="5045869"/>
              <a:ext cx="293923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 + b 的数量级约 10⁻⁵～10⁻⁶ m。</a:t>
              </a:r>
            </a:p>
          </p:txBody>
        </p:sp>
      </p:grpSp>
      <p:grpSp>
        <p:nvGrpSpPr>
          <p:cNvPr id="148" name="takeaway"/>
          <p:cNvGrpSpPr/>
          <p:nvPr/>
        </p:nvGrpSpPr>
        <p:grpSpPr>
          <a:xfrm>
            <a:off x="533400" y="5606415"/>
            <a:ext cx="11125200" cy="756285"/>
            <a:chOff x="533400" y="5606415"/>
            <a:chExt cx="11125200" cy="756285"/>
          </a:xfrm>
        </p:grpSpPr>
        <p:sp>
          <p:nvSpPr>
            <p:cNvPr id="142" name="Rectangle 142"/>
            <p:cNvSpPr/>
            <p:nvPr/>
          </p:nvSpPr>
          <p:spPr>
            <a:xfrm>
              <a:off x="533400" y="5606415"/>
              <a:ext cx="11125200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46" name="Group 146"/>
            <p:cNvGrpSpPr/>
            <p:nvPr/>
          </p:nvGrpSpPr>
          <p:grpSpPr>
            <a:xfrm>
              <a:off x="738188" y="5884545"/>
              <a:ext cx="200026" cy="200025"/>
              <a:chOff x="738188" y="5884545"/>
              <a:chExt cx="200026" cy="200025"/>
            </a:xfrm>
          </p:grpSpPr>
          <p:sp>
            <p:nvSpPr>
              <p:cNvPr id="143" name="Freeform 143"/>
              <p:cNvSpPr/>
              <p:nvPr/>
            </p:nvSpPr>
            <p:spPr>
              <a:xfrm>
                <a:off x="738188" y="588454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44" name="Freeform 144"/>
              <p:cNvSpPr/>
              <p:nvPr/>
            </p:nvSpPr>
            <p:spPr>
              <a:xfrm>
                <a:off x="777926" y="592899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45" name="Freeform 145"/>
              <p:cNvSpPr/>
              <p:nvPr/>
            </p:nvSpPr>
            <p:spPr>
              <a:xfrm>
                <a:off x="812642" y="604012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47" name="TextBox 147"/>
            <p:cNvSpPr txBox="1"/>
            <p:nvPr/>
          </p:nvSpPr>
          <p:spPr>
            <a:xfrm>
              <a:off x="1040511" y="5753576"/>
              <a:ext cx="9897110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题目常给「每毫米 N 条」或「每厘米 N 条」，先换算 a + b = 长度/N 并统一成米：每毫米 500 条是 2×10⁻⁶ m，每厘米 6500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条约 1.54×10⁻⁶ m。</a:t>
              </a:r>
            </a:p>
          </p:txBody>
        </p:sp>
      </p:grpSp>
      <p:grpSp>
        <p:nvGrpSpPr>
          <p:cNvPr id="1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49" name="TextBox 149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第8章 光的衍射</a:t>
              </a:r>
            </a:p>
          </p:txBody>
        </p:sp>
        <p:sp>
          <p:nvSpPr>
            <p:cNvPr id="150" name="TextBox 1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672784" cy="909257"/>
            <a:chOff x="520446" y="342900"/>
            <a:chExt cx="767278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光的衍射 · 光栅衍射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67278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缝数 N 越多，明纹越细越亮，明纹之间是大片暗区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23" name="g_ncompare"/>
          <p:cNvGrpSpPr/>
          <p:nvPr/>
        </p:nvGrpSpPr>
        <p:grpSpPr>
          <a:xfrm>
            <a:off x="698571" y="1772602"/>
            <a:ext cx="5657462" cy="3863340"/>
            <a:chOff x="698571" y="1772602"/>
            <a:chExt cx="5657462" cy="3863340"/>
          </a:xfrm>
        </p:grpSpPr>
        <p:sp>
          <p:nvSpPr>
            <p:cNvPr id="7" name="Freeform 7"/>
            <p:cNvSpPr/>
            <p:nvPr/>
          </p:nvSpPr>
          <p:spPr>
            <a:xfrm>
              <a:off x="1451610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455581">
              <a:solidFill>
                <a:srgbClr val="111111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879282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455581">
              <a:solidFill>
                <a:srgbClr val="111111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2306002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455581">
              <a:solidFill>
                <a:srgbClr val="111111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732722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455581">
              <a:solidFill>
                <a:srgbClr val="111111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3159442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455581">
              <a:solidFill>
                <a:srgbClr val="111111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587115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455581">
              <a:solidFill>
                <a:srgbClr val="111111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4013835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455581">
              <a:solidFill>
                <a:srgbClr val="111111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440555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455581">
              <a:solidFill>
                <a:srgbClr val="111111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4868228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455581">
              <a:solidFill>
                <a:srgbClr val="111111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5294948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455581">
              <a:solidFill>
                <a:srgbClr val="111111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5722620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455581">
              <a:solidFill>
                <a:srgbClr val="111111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6149340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455581">
              <a:solidFill>
                <a:srgbClr val="111111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1254442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33171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1285875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2F1615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1318260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2C1614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1606868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2C1615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1638300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321715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1670685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371816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1703070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3C1917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1734502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401917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1766888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451A18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1798320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491B18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1830705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4D1C19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1863090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501C19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1895475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541D1A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1926908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571D1A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1958340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591E1A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1990725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5B1E1B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2023110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5D1E1B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2055495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5E1F1B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2086928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5F1F1B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2118360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5F1F1B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2150745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5F1F1B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2183130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5F1F1B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2215515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5E1F1B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2246948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5D1E1B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2279332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5B1E1B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2310765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581E1A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2343150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551D1A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2375535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511C19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2406968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4D1C19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2439352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481B18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2470785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421A17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2503170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3B1817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2535555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341716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2567940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2C1615"/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2695575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2D1615"/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2727960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381816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2759392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431A18"/>
              </a:solidFill>
            </a:ln>
          </p:spPr>
        </p:sp>
        <p:sp>
          <p:nvSpPr>
            <p:cNvPr id="56" name="Freeform 56"/>
            <p:cNvSpPr/>
            <p:nvPr/>
          </p:nvSpPr>
          <p:spPr>
            <a:xfrm>
              <a:off x="2791778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4F1C19"/>
              </a:solidFill>
            </a:ln>
          </p:spPr>
        </p:sp>
        <p:sp>
          <p:nvSpPr>
            <p:cNvPr id="57" name="Freeform 57"/>
            <p:cNvSpPr/>
            <p:nvPr/>
          </p:nvSpPr>
          <p:spPr>
            <a:xfrm>
              <a:off x="2823210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5A1E1B"/>
              </a:solidFill>
            </a:ln>
          </p:spPr>
        </p:sp>
        <p:sp>
          <p:nvSpPr>
            <p:cNvPr id="58" name="Freeform 58"/>
            <p:cNvSpPr/>
            <p:nvPr/>
          </p:nvSpPr>
          <p:spPr>
            <a:xfrm>
              <a:off x="2855595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66201C"/>
              </a:solidFill>
            </a:ln>
          </p:spPr>
        </p:sp>
        <p:sp>
          <p:nvSpPr>
            <p:cNvPr id="59" name="Freeform 59"/>
            <p:cNvSpPr/>
            <p:nvPr/>
          </p:nvSpPr>
          <p:spPr>
            <a:xfrm>
              <a:off x="2887980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71221E"/>
              </a:solidFill>
            </a:ln>
          </p:spPr>
        </p:sp>
        <p:sp>
          <p:nvSpPr>
            <p:cNvPr id="60" name="Freeform 60"/>
            <p:cNvSpPr/>
            <p:nvPr/>
          </p:nvSpPr>
          <p:spPr>
            <a:xfrm>
              <a:off x="2919412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7D241F"/>
              </a:solidFill>
            </a:ln>
          </p:spPr>
        </p:sp>
        <p:sp>
          <p:nvSpPr>
            <p:cNvPr id="61" name="Freeform 61"/>
            <p:cNvSpPr/>
            <p:nvPr/>
          </p:nvSpPr>
          <p:spPr>
            <a:xfrm>
              <a:off x="2951798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882621"/>
              </a:solidFill>
            </a:ln>
          </p:spPr>
        </p:sp>
        <p:sp>
          <p:nvSpPr>
            <p:cNvPr id="62" name="Freeform 62"/>
            <p:cNvSpPr/>
            <p:nvPr/>
          </p:nvSpPr>
          <p:spPr>
            <a:xfrm>
              <a:off x="2983230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942822"/>
              </a:solidFill>
            </a:ln>
          </p:spPr>
        </p:sp>
        <p:sp>
          <p:nvSpPr>
            <p:cNvPr id="63" name="Freeform 63"/>
            <p:cNvSpPr/>
            <p:nvPr/>
          </p:nvSpPr>
          <p:spPr>
            <a:xfrm>
              <a:off x="3015615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A02A24"/>
              </a:solidFill>
            </a:ln>
          </p:spPr>
        </p:sp>
        <p:sp>
          <p:nvSpPr>
            <p:cNvPr id="64" name="Freeform 64"/>
            <p:cNvSpPr/>
            <p:nvPr/>
          </p:nvSpPr>
          <p:spPr>
            <a:xfrm>
              <a:off x="3048000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AB2C25"/>
              </a:solidFill>
            </a:ln>
          </p:spPr>
        </p:sp>
        <p:sp>
          <p:nvSpPr>
            <p:cNvPr id="65" name="Freeform 65"/>
            <p:cNvSpPr/>
            <p:nvPr/>
          </p:nvSpPr>
          <p:spPr>
            <a:xfrm>
              <a:off x="3080385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B62E27"/>
              </a:solidFill>
            </a:ln>
          </p:spPr>
        </p:sp>
        <p:sp>
          <p:nvSpPr>
            <p:cNvPr id="66" name="Freeform 66"/>
            <p:cNvSpPr/>
            <p:nvPr/>
          </p:nvSpPr>
          <p:spPr>
            <a:xfrm>
              <a:off x="3111818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C13028"/>
              </a:solidFill>
            </a:ln>
          </p:spPr>
        </p:sp>
        <p:sp>
          <p:nvSpPr>
            <p:cNvPr id="67" name="Freeform 67"/>
            <p:cNvSpPr/>
            <p:nvPr/>
          </p:nvSpPr>
          <p:spPr>
            <a:xfrm>
              <a:off x="3144202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CC3229"/>
              </a:solidFill>
            </a:ln>
          </p:spPr>
        </p:sp>
        <p:sp>
          <p:nvSpPr>
            <p:cNvPr id="68" name="Freeform 68"/>
            <p:cNvSpPr/>
            <p:nvPr/>
          </p:nvSpPr>
          <p:spPr>
            <a:xfrm>
              <a:off x="3175635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D7342B"/>
              </a:solidFill>
            </a:ln>
          </p:spPr>
        </p:sp>
        <p:sp>
          <p:nvSpPr>
            <p:cNvPr id="69" name="Freeform 69"/>
            <p:cNvSpPr/>
            <p:nvPr/>
          </p:nvSpPr>
          <p:spPr>
            <a:xfrm>
              <a:off x="3208020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E1362C"/>
              </a:solidFill>
            </a:ln>
          </p:spPr>
        </p:sp>
        <p:sp>
          <p:nvSpPr>
            <p:cNvPr id="70" name="Freeform 70"/>
            <p:cNvSpPr/>
            <p:nvPr/>
          </p:nvSpPr>
          <p:spPr>
            <a:xfrm>
              <a:off x="3240405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EB372D"/>
              </a:solidFill>
            </a:ln>
          </p:spPr>
        </p:sp>
        <p:sp>
          <p:nvSpPr>
            <p:cNvPr id="71" name="Freeform 71"/>
            <p:cNvSpPr/>
            <p:nvPr/>
          </p:nvSpPr>
          <p:spPr>
            <a:xfrm>
              <a:off x="3271838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F5392F"/>
              </a:solidFill>
            </a:ln>
          </p:spPr>
        </p:sp>
        <p:sp>
          <p:nvSpPr>
            <p:cNvPr id="72" name="Freeform 72"/>
            <p:cNvSpPr/>
            <p:nvPr/>
          </p:nvSpPr>
          <p:spPr>
            <a:xfrm>
              <a:off x="3304222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FE3B30"/>
              </a:solidFill>
            </a:ln>
          </p:spPr>
        </p:sp>
        <p:sp>
          <p:nvSpPr>
            <p:cNvPr id="73" name="Freeform 73"/>
            <p:cNvSpPr/>
            <p:nvPr/>
          </p:nvSpPr>
          <p:spPr>
            <a:xfrm>
              <a:off x="3335655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FF493F"/>
              </a:solidFill>
            </a:ln>
          </p:spPr>
        </p:sp>
        <p:sp>
          <p:nvSpPr>
            <p:cNvPr id="74" name="Freeform 74"/>
            <p:cNvSpPr/>
            <p:nvPr/>
          </p:nvSpPr>
          <p:spPr>
            <a:xfrm>
              <a:off x="3368040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FF5A50"/>
              </a:solidFill>
            </a:ln>
          </p:spPr>
        </p:sp>
        <p:sp>
          <p:nvSpPr>
            <p:cNvPr id="75" name="Freeform 75"/>
            <p:cNvSpPr/>
            <p:nvPr/>
          </p:nvSpPr>
          <p:spPr>
            <a:xfrm>
              <a:off x="3400425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FF6960"/>
              </a:solidFill>
            </a:ln>
          </p:spPr>
        </p:sp>
        <p:sp>
          <p:nvSpPr>
            <p:cNvPr id="76" name="Freeform 76"/>
            <p:cNvSpPr/>
            <p:nvPr/>
          </p:nvSpPr>
          <p:spPr>
            <a:xfrm>
              <a:off x="3431858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FF786F"/>
              </a:solidFill>
            </a:ln>
          </p:spPr>
        </p:sp>
        <p:sp>
          <p:nvSpPr>
            <p:cNvPr id="77" name="Freeform 77"/>
            <p:cNvSpPr/>
            <p:nvPr/>
          </p:nvSpPr>
          <p:spPr>
            <a:xfrm>
              <a:off x="3464242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FF857D"/>
              </a:solidFill>
            </a:ln>
          </p:spPr>
        </p:sp>
        <p:sp>
          <p:nvSpPr>
            <p:cNvPr id="78" name="Freeform 78"/>
            <p:cNvSpPr/>
            <p:nvPr/>
          </p:nvSpPr>
          <p:spPr>
            <a:xfrm>
              <a:off x="3495675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FF918A"/>
              </a:solidFill>
            </a:ln>
          </p:spPr>
        </p:sp>
        <p:sp>
          <p:nvSpPr>
            <p:cNvPr id="79" name="Freeform 79"/>
            <p:cNvSpPr/>
            <p:nvPr/>
          </p:nvSpPr>
          <p:spPr>
            <a:xfrm>
              <a:off x="3528060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FF9C95"/>
              </a:solidFill>
            </a:ln>
          </p:spPr>
        </p:sp>
        <p:sp>
          <p:nvSpPr>
            <p:cNvPr id="80" name="Freeform 80"/>
            <p:cNvSpPr/>
            <p:nvPr/>
          </p:nvSpPr>
          <p:spPr>
            <a:xfrm>
              <a:off x="3560445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FFA6A0"/>
              </a:solidFill>
            </a:ln>
          </p:spPr>
        </p:sp>
        <p:sp>
          <p:nvSpPr>
            <p:cNvPr id="81" name="Freeform 81"/>
            <p:cNvSpPr/>
            <p:nvPr/>
          </p:nvSpPr>
          <p:spPr>
            <a:xfrm>
              <a:off x="3591878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FFAFA9"/>
              </a:solidFill>
            </a:ln>
          </p:spPr>
        </p:sp>
        <p:sp>
          <p:nvSpPr>
            <p:cNvPr id="82" name="Freeform 82"/>
            <p:cNvSpPr/>
            <p:nvPr/>
          </p:nvSpPr>
          <p:spPr>
            <a:xfrm>
              <a:off x="3624262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FFB6B0"/>
              </a:solidFill>
            </a:ln>
          </p:spPr>
        </p:sp>
        <p:sp>
          <p:nvSpPr>
            <p:cNvPr id="83" name="Freeform 83"/>
            <p:cNvSpPr/>
            <p:nvPr/>
          </p:nvSpPr>
          <p:spPr>
            <a:xfrm>
              <a:off x="3656648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FFBCB7"/>
              </a:solidFill>
            </a:ln>
          </p:spPr>
        </p:sp>
        <p:sp>
          <p:nvSpPr>
            <p:cNvPr id="84" name="Freeform 84"/>
            <p:cNvSpPr/>
            <p:nvPr/>
          </p:nvSpPr>
          <p:spPr>
            <a:xfrm>
              <a:off x="3688080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FFC1BC"/>
              </a:solidFill>
            </a:ln>
          </p:spPr>
        </p:sp>
        <p:sp>
          <p:nvSpPr>
            <p:cNvPr id="85" name="Freeform 85"/>
            <p:cNvSpPr/>
            <p:nvPr/>
          </p:nvSpPr>
          <p:spPr>
            <a:xfrm>
              <a:off x="3720465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FFC4BF"/>
              </a:solidFill>
            </a:ln>
          </p:spPr>
        </p:sp>
        <p:sp>
          <p:nvSpPr>
            <p:cNvPr id="86" name="Freeform 86"/>
            <p:cNvSpPr/>
            <p:nvPr/>
          </p:nvSpPr>
          <p:spPr>
            <a:xfrm>
              <a:off x="3752850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FFC6C1"/>
              </a:solidFill>
            </a:ln>
          </p:spPr>
        </p:sp>
        <p:sp>
          <p:nvSpPr>
            <p:cNvPr id="87" name="Freeform 87"/>
            <p:cNvSpPr/>
            <p:nvPr/>
          </p:nvSpPr>
          <p:spPr>
            <a:xfrm>
              <a:off x="3784282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FFC7C2"/>
              </a:solidFill>
            </a:ln>
          </p:spPr>
        </p:sp>
        <p:sp>
          <p:nvSpPr>
            <p:cNvPr id="88" name="Freeform 88"/>
            <p:cNvSpPr/>
            <p:nvPr/>
          </p:nvSpPr>
          <p:spPr>
            <a:xfrm>
              <a:off x="3816668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FFC7C2"/>
              </a:solidFill>
            </a:ln>
          </p:spPr>
        </p:sp>
        <p:sp>
          <p:nvSpPr>
            <p:cNvPr id="89" name="Freeform 89"/>
            <p:cNvSpPr/>
            <p:nvPr/>
          </p:nvSpPr>
          <p:spPr>
            <a:xfrm>
              <a:off x="3848100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FFC6C1"/>
              </a:solidFill>
            </a:ln>
          </p:spPr>
        </p:sp>
        <p:sp>
          <p:nvSpPr>
            <p:cNvPr id="90" name="Freeform 90"/>
            <p:cNvSpPr/>
            <p:nvPr/>
          </p:nvSpPr>
          <p:spPr>
            <a:xfrm>
              <a:off x="3880485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FFC4BF"/>
              </a:solidFill>
            </a:ln>
          </p:spPr>
        </p:sp>
        <p:sp>
          <p:nvSpPr>
            <p:cNvPr id="91" name="Freeform 91"/>
            <p:cNvSpPr/>
            <p:nvPr/>
          </p:nvSpPr>
          <p:spPr>
            <a:xfrm>
              <a:off x="3912870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FFC1BC"/>
              </a:solidFill>
            </a:ln>
          </p:spPr>
        </p:sp>
        <p:sp>
          <p:nvSpPr>
            <p:cNvPr id="92" name="Freeform 92"/>
            <p:cNvSpPr/>
            <p:nvPr/>
          </p:nvSpPr>
          <p:spPr>
            <a:xfrm>
              <a:off x="3944302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FFBCB7"/>
              </a:solidFill>
            </a:ln>
          </p:spPr>
        </p:sp>
        <p:sp>
          <p:nvSpPr>
            <p:cNvPr id="93" name="Freeform 93"/>
            <p:cNvSpPr/>
            <p:nvPr/>
          </p:nvSpPr>
          <p:spPr>
            <a:xfrm>
              <a:off x="3976688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FFB6B0"/>
              </a:solidFill>
            </a:ln>
          </p:spPr>
        </p:sp>
        <p:sp>
          <p:nvSpPr>
            <p:cNvPr id="94" name="Freeform 94"/>
            <p:cNvSpPr/>
            <p:nvPr/>
          </p:nvSpPr>
          <p:spPr>
            <a:xfrm>
              <a:off x="4009072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FFAFA9"/>
              </a:solidFill>
            </a:ln>
          </p:spPr>
        </p:sp>
        <p:sp>
          <p:nvSpPr>
            <p:cNvPr id="95" name="Freeform 95"/>
            <p:cNvSpPr/>
            <p:nvPr/>
          </p:nvSpPr>
          <p:spPr>
            <a:xfrm>
              <a:off x="4040505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FFA6A0"/>
              </a:solidFill>
            </a:ln>
          </p:spPr>
        </p:sp>
        <p:sp>
          <p:nvSpPr>
            <p:cNvPr id="96" name="Freeform 96"/>
            <p:cNvSpPr/>
            <p:nvPr/>
          </p:nvSpPr>
          <p:spPr>
            <a:xfrm>
              <a:off x="4072890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FF9C95"/>
              </a:solidFill>
            </a:ln>
          </p:spPr>
        </p:sp>
        <p:sp>
          <p:nvSpPr>
            <p:cNvPr id="97" name="Freeform 97"/>
            <p:cNvSpPr/>
            <p:nvPr/>
          </p:nvSpPr>
          <p:spPr>
            <a:xfrm>
              <a:off x="4104322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FF918A"/>
              </a:solidFill>
            </a:ln>
          </p:spPr>
        </p:sp>
        <p:sp>
          <p:nvSpPr>
            <p:cNvPr id="98" name="Freeform 98"/>
            <p:cNvSpPr/>
            <p:nvPr/>
          </p:nvSpPr>
          <p:spPr>
            <a:xfrm>
              <a:off x="4136708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FF857D"/>
              </a:solidFill>
            </a:ln>
          </p:spPr>
        </p:sp>
        <p:sp>
          <p:nvSpPr>
            <p:cNvPr id="99" name="Freeform 99"/>
            <p:cNvSpPr/>
            <p:nvPr/>
          </p:nvSpPr>
          <p:spPr>
            <a:xfrm>
              <a:off x="4169092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FF786F"/>
              </a:solidFill>
            </a:ln>
          </p:spPr>
        </p:sp>
        <p:sp>
          <p:nvSpPr>
            <p:cNvPr id="100" name="Freeform 100"/>
            <p:cNvSpPr/>
            <p:nvPr/>
          </p:nvSpPr>
          <p:spPr>
            <a:xfrm>
              <a:off x="4200525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FF6960"/>
              </a:solidFill>
            </a:ln>
          </p:spPr>
        </p:sp>
        <p:sp>
          <p:nvSpPr>
            <p:cNvPr id="101" name="Freeform 101"/>
            <p:cNvSpPr/>
            <p:nvPr/>
          </p:nvSpPr>
          <p:spPr>
            <a:xfrm>
              <a:off x="4232910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FF5A50"/>
              </a:solidFill>
            </a:ln>
          </p:spPr>
        </p:sp>
        <p:sp>
          <p:nvSpPr>
            <p:cNvPr id="102" name="Freeform 102"/>
            <p:cNvSpPr/>
            <p:nvPr/>
          </p:nvSpPr>
          <p:spPr>
            <a:xfrm>
              <a:off x="4264342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FF493F"/>
              </a:solidFill>
            </a:ln>
          </p:spPr>
        </p:sp>
        <p:sp>
          <p:nvSpPr>
            <p:cNvPr id="103" name="Freeform 103"/>
            <p:cNvSpPr/>
            <p:nvPr/>
          </p:nvSpPr>
          <p:spPr>
            <a:xfrm>
              <a:off x="4296728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FE3B30"/>
              </a:solidFill>
            </a:ln>
          </p:spPr>
        </p:sp>
        <p:sp>
          <p:nvSpPr>
            <p:cNvPr id="104" name="Freeform 104"/>
            <p:cNvSpPr/>
            <p:nvPr/>
          </p:nvSpPr>
          <p:spPr>
            <a:xfrm>
              <a:off x="4329112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F5392F"/>
              </a:solidFill>
            </a:ln>
          </p:spPr>
        </p:sp>
        <p:sp>
          <p:nvSpPr>
            <p:cNvPr id="105" name="Freeform 105"/>
            <p:cNvSpPr/>
            <p:nvPr/>
          </p:nvSpPr>
          <p:spPr>
            <a:xfrm>
              <a:off x="4361498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EB372D"/>
              </a:solidFill>
            </a:ln>
          </p:spPr>
        </p:sp>
        <p:sp>
          <p:nvSpPr>
            <p:cNvPr id="106" name="Freeform 106"/>
            <p:cNvSpPr/>
            <p:nvPr/>
          </p:nvSpPr>
          <p:spPr>
            <a:xfrm>
              <a:off x="4392930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E1362C"/>
              </a:solidFill>
            </a:ln>
          </p:spPr>
        </p:sp>
        <p:sp>
          <p:nvSpPr>
            <p:cNvPr id="107" name="Freeform 107"/>
            <p:cNvSpPr/>
            <p:nvPr/>
          </p:nvSpPr>
          <p:spPr>
            <a:xfrm>
              <a:off x="4425315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D7342B"/>
              </a:solidFill>
            </a:ln>
          </p:spPr>
        </p:sp>
        <p:sp>
          <p:nvSpPr>
            <p:cNvPr id="108" name="Freeform 108"/>
            <p:cNvSpPr/>
            <p:nvPr/>
          </p:nvSpPr>
          <p:spPr>
            <a:xfrm>
              <a:off x="4456748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CC3229"/>
              </a:solidFill>
            </a:ln>
          </p:spPr>
        </p:sp>
        <p:sp>
          <p:nvSpPr>
            <p:cNvPr id="109" name="Freeform 109"/>
            <p:cNvSpPr/>
            <p:nvPr/>
          </p:nvSpPr>
          <p:spPr>
            <a:xfrm>
              <a:off x="4489132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C13028"/>
              </a:solidFill>
            </a:ln>
          </p:spPr>
        </p:sp>
        <p:sp>
          <p:nvSpPr>
            <p:cNvPr id="110" name="Freeform 110"/>
            <p:cNvSpPr/>
            <p:nvPr/>
          </p:nvSpPr>
          <p:spPr>
            <a:xfrm>
              <a:off x="4521518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B62E27"/>
              </a:solidFill>
            </a:ln>
          </p:spPr>
        </p:sp>
        <p:sp>
          <p:nvSpPr>
            <p:cNvPr id="111" name="Freeform 111"/>
            <p:cNvSpPr/>
            <p:nvPr/>
          </p:nvSpPr>
          <p:spPr>
            <a:xfrm>
              <a:off x="4552950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AB2C25"/>
              </a:solidFill>
            </a:ln>
          </p:spPr>
        </p:sp>
        <p:sp>
          <p:nvSpPr>
            <p:cNvPr id="112" name="Freeform 112"/>
            <p:cNvSpPr/>
            <p:nvPr/>
          </p:nvSpPr>
          <p:spPr>
            <a:xfrm>
              <a:off x="4585335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A02A24"/>
              </a:solidFill>
            </a:ln>
          </p:spPr>
        </p:sp>
        <p:sp>
          <p:nvSpPr>
            <p:cNvPr id="113" name="Freeform 113"/>
            <p:cNvSpPr/>
            <p:nvPr/>
          </p:nvSpPr>
          <p:spPr>
            <a:xfrm>
              <a:off x="4616768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942822"/>
              </a:solidFill>
            </a:ln>
          </p:spPr>
        </p:sp>
        <p:sp>
          <p:nvSpPr>
            <p:cNvPr id="114" name="Freeform 114"/>
            <p:cNvSpPr/>
            <p:nvPr/>
          </p:nvSpPr>
          <p:spPr>
            <a:xfrm>
              <a:off x="4649152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882621"/>
              </a:solidFill>
            </a:ln>
          </p:spPr>
        </p:sp>
        <p:sp>
          <p:nvSpPr>
            <p:cNvPr id="115" name="Freeform 115"/>
            <p:cNvSpPr/>
            <p:nvPr/>
          </p:nvSpPr>
          <p:spPr>
            <a:xfrm>
              <a:off x="4681538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7D241F"/>
              </a:solidFill>
            </a:ln>
          </p:spPr>
        </p:sp>
        <p:sp>
          <p:nvSpPr>
            <p:cNvPr id="116" name="Freeform 116"/>
            <p:cNvSpPr/>
            <p:nvPr/>
          </p:nvSpPr>
          <p:spPr>
            <a:xfrm>
              <a:off x="4713922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71221E"/>
              </a:solidFill>
            </a:ln>
          </p:spPr>
        </p:sp>
        <p:sp>
          <p:nvSpPr>
            <p:cNvPr id="117" name="Freeform 117"/>
            <p:cNvSpPr/>
            <p:nvPr/>
          </p:nvSpPr>
          <p:spPr>
            <a:xfrm>
              <a:off x="4745355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66201C"/>
              </a:solidFill>
            </a:ln>
          </p:spPr>
        </p:sp>
        <p:sp>
          <p:nvSpPr>
            <p:cNvPr id="118" name="Freeform 118"/>
            <p:cNvSpPr/>
            <p:nvPr/>
          </p:nvSpPr>
          <p:spPr>
            <a:xfrm>
              <a:off x="4776788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5A1E1B"/>
              </a:solidFill>
            </a:ln>
          </p:spPr>
        </p:sp>
        <p:sp>
          <p:nvSpPr>
            <p:cNvPr id="119" name="Freeform 119"/>
            <p:cNvSpPr/>
            <p:nvPr/>
          </p:nvSpPr>
          <p:spPr>
            <a:xfrm>
              <a:off x="4809172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4F1C19"/>
              </a:solidFill>
            </a:ln>
          </p:spPr>
        </p:sp>
        <p:sp>
          <p:nvSpPr>
            <p:cNvPr id="120" name="Freeform 120"/>
            <p:cNvSpPr/>
            <p:nvPr/>
          </p:nvSpPr>
          <p:spPr>
            <a:xfrm>
              <a:off x="4841558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431A18"/>
              </a:solidFill>
            </a:ln>
          </p:spPr>
        </p:sp>
        <p:sp>
          <p:nvSpPr>
            <p:cNvPr id="121" name="Freeform 121"/>
            <p:cNvSpPr/>
            <p:nvPr/>
          </p:nvSpPr>
          <p:spPr>
            <a:xfrm>
              <a:off x="4873942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381816"/>
              </a:solidFill>
            </a:ln>
          </p:spPr>
        </p:sp>
        <p:sp>
          <p:nvSpPr>
            <p:cNvPr id="122" name="Freeform 122"/>
            <p:cNvSpPr/>
            <p:nvPr/>
          </p:nvSpPr>
          <p:spPr>
            <a:xfrm>
              <a:off x="4905375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2D1615"/>
              </a:solidFill>
            </a:ln>
          </p:spPr>
        </p:sp>
        <p:sp>
          <p:nvSpPr>
            <p:cNvPr id="123" name="Freeform 123"/>
            <p:cNvSpPr/>
            <p:nvPr/>
          </p:nvSpPr>
          <p:spPr>
            <a:xfrm>
              <a:off x="5033962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2C1615"/>
              </a:solidFill>
            </a:ln>
          </p:spPr>
        </p:sp>
        <p:sp>
          <p:nvSpPr>
            <p:cNvPr id="124" name="Freeform 124"/>
            <p:cNvSpPr/>
            <p:nvPr/>
          </p:nvSpPr>
          <p:spPr>
            <a:xfrm>
              <a:off x="5065395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341716"/>
              </a:solidFill>
            </a:ln>
          </p:spPr>
        </p:sp>
        <p:sp>
          <p:nvSpPr>
            <p:cNvPr id="125" name="Freeform 125"/>
            <p:cNvSpPr/>
            <p:nvPr/>
          </p:nvSpPr>
          <p:spPr>
            <a:xfrm>
              <a:off x="5097780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3B1817"/>
              </a:solidFill>
            </a:ln>
          </p:spPr>
        </p:sp>
        <p:sp>
          <p:nvSpPr>
            <p:cNvPr id="126" name="Freeform 126"/>
            <p:cNvSpPr/>
            <p:nvPr/>
          </p:nvSpPr>
          <p:spPr>
            <a:xfrm>
              <a:off x="5129212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421A17"/>
              </a:solidFill>
            </a:ln>
          </p:spPr>
        </p:sp>
        <p:sp>
          <p:nvSpPr>
            <p:cNvPr id="127" name="Freeform 127"/>
            <p:cNvSpPr/>
            <p:nvPr/>
          </p:nvSpPr>
          <p:spPr>
            <a:xfrm>
              <a:off x="5161598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481B18"/>
              </a:solidFill>
            </a:ln>
          </p:spPr>
        </p:sp>
        <p:sp>
          <p:nvSpPr>
            <p:cNvPr id="128" name="Freeform 128"/>
            <p:cNvSpPr/>
            <p:nvPr/>
          </p:nvSpPr>
          <p:spPr>
            <a:xfrm>
              <a:off x="5193982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4D1C19"/>
              </a:solidFill>
            </a:ln>
          </p:spPr>
        </p:sp>
        <p:sp>
          <p:nvSpPr>
            <p:cNvPr id="129" name="Freeform 129"/>
            <p:cNvSpPr/>
            <p:nvPr/>
          </p:nvSpPr>
          <p:spPr>
            <a:xfrm>
              <a:off x="5226368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511C19"/>
              </a:solidFill>
            </a:ln>
          </p:spPr>
        </p:sp>
        <p:sp>
          <p:nvSpPr>
            <p:cNvPr id="130" name="Freeform 130"/>
            <p:cNvSpPr/>
            <p:nvPr/>
          </p:nvSpPr>
          <p:spPr>
            <a:xfrm>
              <a:off x="5257800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551D1A"/>
              </a:solidFill>
            </a:ln>
          </p:spPr>
        </p:sp>
        <p:sp>
          <p:nvSpPr>
            <p:cNvPr id="131" name="Freeform 131"/>
            <p:cNvSpPr/>
            <p:nvPr/>
          </p:nvSpPr>
          <p:spPr>
            <a:xfrm>
              <a:off x="5289232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581E1A"/>
              </a:solidFill>
            </a:ln>
          </p:spPr>
        </p:sp>
        <p:sp>
          <p:nvSpPr>
            <p:cNvPr id="132" name="Freeform 132"/>
            <p:cNvSpPr/>
            <p:nvPr/>
          </p:nvSpPr>
          <p:spPr>
            <a:xfrm>
              <a:off x="5321618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5B1E1B"/>
              </a:solidFill>
            </a:ln>
          </p:spPr>
        </p:sp>
        <p:sp>
          <p:nvSpPr>
            <p:cNvPr id="133" name="Freeform 133"/>
            <p:cNvSpPr/>
            <p:nvPr/>
          </p:nvSpPr>
          <p:spPr>
            <a:xfrm>
              <a:off x="5354002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5D1E1B"/>
              </a:solidFill>
            </a:ln>
          </p:spPr>
        </p:sp>
        <p:sp>
          <p:nvSpPr>
            <p:cNvPr id="134" name="Freeform 134"/>
            <p:cNvSpPr/>
            <p:nvPr/>
          </p:nvSpPr>
          <p:spPr>
            <a:xfrm>
              <a:off x="5386388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5E1F1B"/>
              </a:solidFill>
            </a:ln>
          </p:spPr>
        </p:sp>
        <p:sp>
          <p:nvSpPr>
            <p:cNvPr id="135" name="Freeform 135"/>
            <p:cNvSpPr/>
            <p:nvPr/>
          </p:nvSpPr>
          <p:spPr>
            <a:xfrm>
              <a:off x="5417820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5F1F1B"/>
              </a:solidFill>
            </a:ln>
          </p:spPr>
        </p:sp>
        <p:sp>
          <p:nvSpPr>
            <p:cNvPr id="136" name="Freeform 136"/>
            <p:cNvSpPr/>
            <p:nvPr/>
          </p:nvSpPr>
          <p:spPr>
            <a:xfrm>
              <a:off x="5449252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5F1F1B"/>
              </a:solidFill>
            </a:ln>
          </p:spPr>
        </p:sp>
        <p:sp>
          <p:nvSpPr>
            <p:cNvPr id="137" name="Freeform 137"/>
            <p:cNvSpPr/>
            <p:nvPr/>
          </p:nvSpPr>
          <p:spPr>
            <a:xfrm>
              <a:off x="5481638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5F1F1B"/>
              </a:solidFill>
            </a:ln>
          </p:spPr>
        </p:sp>
        <p:sp>
          <p:nvSpPr>
            <p:cNvPr id="138" name="Freeform 138"/>
            <p:cNvSpPr/>
            <p:nvPr/>
          </p:nvSpPr>
          <p:spPr>
            <a:xfrm>
              <a:off x="5514022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5F1F1B"/>
              </a:solidFill>
            </a:ln>
          </p:spPr>
        </p:sp>
        <p:sp>
          <p:nvSpPr>
            <p:cNvPr id="139" name="Freeform 139"/>
            <p:cNvSpPr/>
            <p:nvPr/>
          </p:nvSpPr>
          <p:spPr>
            <a:xfrm>
              <a:off x="5546408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5E1F1B"/>
              </a:solidFill>
            </a:ln>
          </p:spPr>
        </p:sp>
        <p:sp>
          <p:nvSpPr>
            <p:cNvPr id="140" name="Freeform 140"/>
            <p:cNvSpPr/>
            <p:nvPr/>
          </p:nvSpPr>
          <p:spPr>
            <a:xfrm>
              <a:off x="5577840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5D1E1B"/>
              </a:solidFill>
            </a:ln>
          </p:spPr>
        </p:sp>
        <p:sp>
          <p:nvSpPr>
            <p:cNvPr id="141" name="Freeform 141"/>
            <p:cNvSpPr/>
            <p:nvPr/>
          </p:nvSpPr>
          <p:spPr>
            <a:xfrm>
              <a:off x="5610225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5B1E1B"/>
              </a:solidFill>
            </a:ln>
          </p:spPr>
        </p:sp>
        <p:sp>
          <p:nvSpPr>
            <p:cNvPr id="142" name="Freeform 142"/>
            <p:cNvSpPr/>
            <p:nvPr/>
          </p:nvSpPr>
          <p:spPr>
            <a:xfrm>
              <a:off x="5641658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591E1A"/>
              </a:solidFill>
            </a:ln>
          </p:spPr>
        </p:sp>
        <p:sp>
          <p:nvSpPr>
            <p:cNvPr id="143" name="Freeform 143"/>
            <p:cNvSpPr/>
            <p:nvPr/>
          </p:nvSpPr>
          <p:spPr>
            <a:xfrm>
              <a:off x="5674042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571D1A"/>
              </a:solidFill>
            </a:ln>
          </p:spPr>
        </p:sp>
        <p:sp>
          <p:nvSpPr>
            <p:cNvPr id="144" name="Freeform 144"/>
            <p:cNvSpPr/>
            <p:nvPr/>
          </p:nvSpPr>
          <p:spPr>
            <a:xfrm>
              <a:off x="5706428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541D1A"/>
              </a:solidFill>
            </a:ln>
          </p:spPr>
        </p:sp>
        <p:sp>
          <p:nvSpPr>
            <p:cNvPr id="145" name="Freeform 145"/>
            <p:cNvSpPr/>
            <p:nvPr/>
          </p:nvSpPr>
          <p:spPr>
            <a:xfrm>
              <a:off x="5738812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501C19"/>
              </a:solidFill>
            </a:ln>
          </p:spPr>
        </p:sp>
        <p:sp>
          <p:nvSpPr>
            <p:cNvPr id="146" name="Freeform 146"/>
            <p:cNvSpPr/>
            <p:nvPr/>
          </p:nvSpPr>
          <p:spPr>
            <a:xfrm>
              <a:off x="5770245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4D1C19"/>
              </a:solidFill>
            </a:ln>
          </p:spPr>
        </p:sp>
        <p:sp>
          <p:nvSpPr>
            <p:cNvPr id="147" name="Freeform 147"/>
            <p:cNvSpPr/>
            <p:nvPr/>
          </p:nvSpPr>
          <p:spPr>
            <a:xfrm>
              <a:off x="5801678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491B18"/>
              </a:solidFill>
            </a:ln>
          </p:spPr>
        </p:sp>
        <p:sp>
          <p:nvSpPr>
            <p:cNvPr id="148" name="Freeform 148"/>
            <p:cNvSpPr/>
            <p:nvPr/>
          </p:nvSpPr>
          <p:spPr>
            <a:xfrm>
              <a:off x="5834062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451A18"/>
              </a:solidFill>
            </a:ln>
          </p:spPr>
        </p:sp>
        <p:sp>
          <p:nvSpPr>
            <p:cNvPr id="149" name="Freeform 149"/>
            <p:cNvSpPr/>
            <p:nvPr/>
          </p:nvSpPr>
          <p:spPr>
            <a:xfrm>
              <a:off x="5866448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401917"/>
              </a:solidFill>
            </a:ln>
          </p:spPr>
        </p:sp>
        <p:sp>
          <p:nvSpPr>
            <p:cNvPr id="150" name="Freeform 150"/>
            <p:cNvSpPr/>
            <p:nvPr/>
          </p:nvSpPr>
          <p:spPr>
            <a:xfrm>
              <a:off x="5898832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3C1917"/>
              </a:solidFill>
            </a:ln>
          </p:spPr>
        </p:sp>
        <p:sp>
          <p:nvSpPr>
            <p:cNvPr id="151" name="Freeform 151"/>
            <p:cNvSpPr/>
            <p:nvPr/>
          </p:nvSpPr>
          <p:spPr>
            <a:xfrm>
              <a:off x="5930265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371816"/>
              </a:solidFill>
            </a:ln>
          </p:spPr>
        </p:sp>
        <p:sp>
          <p:nvSpPr>
            <p:cNvPr id="152" name="Freeform 152"/>
            <p:cNvSpPr/>
            <p:nvPr/>
          </p:nvSpPr>
          <p:spPr>
            <a:xfrm>
              <a:off x="5961698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321715"/>
              </a:solidFill>
            </a:ln>
          </p:spPr>
        </p:sp>
        <p:sp>
          <p:nvSpPr>
            <p:cNvPr id="153" name="Freeform 153"/>
            <p:cNvSpPr/>
            <p:nvPr/>
          </p:nvSpPr>
          <p:spPr>
            <a:xfrm>
              <a:off x="5994082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2C1615"/>
              </a:solidFill>
            </a:ln>
          </p:spPr>
        </p:sp>
        <p:sp>
          <p:nvSpPr>
            <p:cNvPr id="154" name="Freeform 154"/>
            <p:cNvSpPr/>
            <p:nvPr/>
          </p:nvSpPr>
          <p:spPr>
            <a:xfrm>
              <a:off x="6282690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2C1614"/>
              </a:solidFill>
            </a:ln>
          </p:spPr>
        </p:sp>
        <p:sp>
          <p:nvSpPr>
            <p:cNvPr id="155" name="Freeform 155"/>
            <p:cNvSpPr/>
            <p:nvPr/>
          </p:nvSpPr>
          <p:spPr>
            <a:xfrm>
              <a:off x="6314122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2F1615"/>
              </a:solidFill>
            </a:ln>
          </p:spPr>
        </p:sp>
        <p:sp>
          <p:nvSpPr>
            <p:cNvPr id="156" name="Freeform 156"/>
            <p:cNvSpPr/>
            <p:nvPr/>
          </p:nvSpPr>
          <p:spPr>
            <a:xfrm>
              <a:off x="6346508" y="1772602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0"/>
                  </a:moveTo>
                  <a:lnTo>
                    <a:pt x="0" y="461010"/>
                  </a:lnTo>
                </a:path>
              </a:pathLst>
            </a:custGeom>
            <a:noFill/>
            <a:ln w="60579">
              <a:solidFill>
                <a:srgbClr val="331715"/>
              </a:solidFill>
            </a:ln>
          </p:spPr>
        </p:sp>
        <p:sp>
          <p:nvSpPr>
            <p:cNvPr id="157" name="Freeform 157"/>
            <p:cNvSpPr/>
            <p:nvPr/>
          </p:nvSpPr>
          <p:spPr>
            <a:xfrm>
              <a:off x="1451610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455581">
              <a:solidFill>
                <a:srgbClr val="111111"/>
              </a:solidFill>
            </a:ln>
          </p:spPr>
        </p:sp>
        <p:sp>
          <p:nvSpPr>
            <p:cNvPr id="158" name="Freeform 158"/>
            <p:cNvSpPr/>
            <p:nvPr/>
          </p:nvSpPr>
          <p:spPr>
            <a:xfrm>
              <a:off x="1879282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455581">
              <a:solidFill>
                <a:srgbClr val="111111"/>
              </a:solidFill>
            </a:ln>
          </p:spPr>
        </p:sp>
        <p:sp>
          <p:nvSpPr>
            <p:cNvPr id="159" name="Freeform 159"/>
            <p:cNvSpPr/>
            <p:nvPr/>
          </p:nvSpPr>
          <p:spPr>
            <a:xfrm>
              <a:off x="2306002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455581">
              <a:solidFill>
                <a:srgbClr val="111111"/>
              </a:solidFill>
            </a:ln>
          </p:spPr>
        </p:sp>
        <p:sp>
          <p:nvSpPr>
            <p:cNvPr id="160" name="Freeform 160"/>
            <p:cNvSpPr/>
            <p:nvPr/>
          </p:nvSpPr>
          <p:spPr>
            <a:xfrm>
              <a:off x="2732722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455581">
              <a:solidFill>
                <a:srgbClr val="111111"/>
              </a:solidFill>
            </a:ln>
          </p:spPr>
        </p:sp>
        <p:sp>
          <p:nvSpPr>
            <p:cNvPr id="161" name="Freeform 161"/>
            <p:cNvSpPr/>
            <p:nvPr/>
          </p:nvSpPr>
          <p:spPr>
            <a:xfrm>
              <a:off x="3159442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455581">
              <a:solidFill>
                <a:srgbClr val="111111"/>
              </a:solidFill>
            </a:ln>
          </p:spPr>
        </p:sp>
        <p:sp>
          <p:nvSpPr>
            <p:cNvPr id="162" name="Freeform 162"/>
            <p:cNvSpPr/>
            <p:nvPr/>
          </p:nvSpPr>
          <p:spPr>
            <a:xfrm>
              <a:off x="3587115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455581">
              <a:solidFill>
                <a:srgbClr val="111111"/>
              </a:solidFill>
            </a:ln>
          </p:spPr>
        </p:sp>
        <p:sp>
          <p:nvSpPr>
            <p:cNvPr id="163" name="Freeform 163"/>
            <p:cNvSpPr/>
            <p:nvPr/>
          </p:nvSpPr>
          <p:spPr>
            <a:xfrm>
              <a:off x="4013835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455581">
              <a:solidFill>
                <a:srgbClr val="111111"/>
              </a:solidFill>
            </a:ln>
          </p:spPr>
        </p:sp>
        <p:sp>
          <p:nvSpPr>
            <p:cNvPr id="164" name="Freeform 164"/>
            <p:cNvSpPr/>
            <p:nvPr/>
          </p:nvSpPr>
          <p:spPr>
            <a:xfrm>
              <a:off x="4440555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455581">
              <a:solidFill>
                <a:srgbClr val="111111"/>
              </a:solidFill>
            </a:ln>
          </p:spPr>
        </p:sp>
        <p:sp>
          <p:nvSpPr>
            <p:cNvPr id="165" name="Freeform 165"/>
            <p:cNvSpPr/>
            <p:nvPr/>
          </p:nvSpPr>
          <p:spPr>
            <a:xfrm>
              <a:off x="4868228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455581">
              <a:solidFill>
                <a:srgbClr val="111111"/>
              </a:solidFill>
            </a:ln>
          </p:spPr>
        </p:sp>
        <p:sp>
          <p:nvSpPr>
            <p:cNvPr id="166" name="Freeform 166"/>
            <p:cNvSpPr/>
            <p:nvPr/>
          </p:nvSpPr>
          <p:spPr>
            <a:xfrm>
              <a:off x="5294948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455581">
              <a:solidFill>
                <a:srgbClr val="111111"/>
              </a:solidFill>
            </a:ln>
          </p:spPr>
        </p:sp>
        <p:sp>
          <p:nvSpPr>
            <p:cNvPr id="167" name="Freeform 167"/>
            <p:cNvSpPr/>
            <p:nvPr/>
          </p:nvSpPr>
          <p:spPr>
            <a:xfrm>
              <a:off x="5722620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455581">
              <a:solidFill>
                <a:srgbClr val="111111"/>
              </a:solidFill>
            </a:ln>
          </p:spPr>
        </p:sp>
        <p:sp>
          <p:nvSpPr>
            <p:cNvPr id="168" name="Freeform 168"/>
            <p:cNvSpPr/>
            <p:nvPr/>
          </p:nvSpPr>
          <p:spPr>
            <a:xfrm>
              <a:off x="6149340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455581">
              <a:solidFill>
                <a:srgbClr val="111111"/>
              </a:solidFill>
            </a:ln>
          </p:spPr>
        </p:sp>
        <p:sp>
          <p:nvSpPr>
            <p:cNvPr id="169" name="Freeform 169"/>
            <p:cNvSpPr/>
            <p:nvPr/>
          </p:nvSpPr>
          <p:spPr>
            <a:xfrm>
              <a:off x="1734502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301715"/>
              </a:solidFill>
            </a:ln>
          </p:spPr>
        </p:sp>
        <p:sp>
          <p:nvSpPr>
            <p:cNvPr id="170" name="Freeform 170"/>
            <p:cNvSpPr/>
            <p:nvPr/>
          </p:nvSpPr>
          <p:spPr>
            <a:xfrm>
              <a:off x="1766888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3C1917"/>
              </a:solidFill>
            </a:ln>
          </p:spPr>
        </p:sp>
        <p:sp>
          <p:nvSpPr>
            <p:cNvPr id="171" name="Freeform 171"/>
            <p:cNvSpPr/>
            <p:nvPr/>
          </p:nvSpPr>
          <p:spPr>
            <a:xfrm>
              <a:off x="1798320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461A18"/>
              </a:solidFill>
            </a:ln>
          </p:spPr>
        </p:sp>
        <p:sp>
          <p:nvSpPr>
            <p:cNvPr id="172" name="Freeform 172"/>
            <p:cNvSpPr/>
            <p:nvPr/>
          </p:nvSpPr>
          <p:spPr>
            <a:xfrm>
              <a:off x="1830705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4D1C19"/>
              </a:solidFill>
            </a:ln>
          </p:spPr>
        </p:sp>
        <p:sp>
          <p:nvSpPr>
            <p:cNvPr id="173" name="Freeform 173"/>
            <p:cNvSpPr/>
            <p:nvPr/>
          </p:nvSpPr>
          <p:spPr>
            <a:xfrm>
              <a:off x="1863090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501C19"/>
              </a:solidFill>
            </a:ln>
          </p:spPr>
        </p:sp>
        <p:sp>
          <p:nvSpPr>
            <p:cNvPr id="174" name="Freeform 174"/>
            <p:cNvSpPr/>
            <p:nvPr/>
          </p:nvSpPr>
          <p:spPr>
            <a:xfrm>
              <a:off x="1895475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501C19"/>
              </a:solidFill>
            </a:ln>
          </p:spPr>
        </p:sp>
        <p:sp>
          <p:nvSpPr>
            <p:cNvPr id="175" name="Freeform 175"/>
            <p:cNvSpPr/>
            <p:nvPr/>
          </p:nvSpPr>
          <p:spPr>
            <a:xfrm>
              <a:off x="1926908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4F1C19"/>
              </a:solidFill>
            </a:ln>
          </p:spPr>
        </p:sp>
        <p:sp>
          <p:nvSpPr>
            <p:cNvPr id="176" name="Freeform 176"/>
            <p:cNvSpPr/>
            <p:nvPr/>
          </p:nvSpPr>
          <p:spPr>
            <a:xfrm>
              <a:off x="1958340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491B18"/>
              </a:solidFill>
            </a:ln>
          </p:spPr>
        </p:sp>
        <p:sp>
          <p:nvSpPr>
            <p:cNvPr id="177" name="Freeform 177"/>
            <p:cNvSpPr/>
            <p:nvPr/>
          </p:nvSpPr>
          <p:spPr>
            <a:xfrm>
              <a:off x="1990725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3E1917"/>
              </a:solidFill>
            </a:ln>
          </p:spPr>
        </p:sp>
        <p:sp>
          <p:nvSpPr>
            <p:cNvPr id="178" name="Freeform 178"/>
            <p:cNvSpPr/>
            <p:nvPr/>
          </p:nvSpPr>
          <p:spPr>
            <a:xfrm>
              <a:off x="2023110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2F1615"/>
              </a:solidFill>
            </a:ln>
          </p:spPr>
        </p:sp>
        <p:sp>
          <p:nvSpPr>
            <p:cNvPr id="179" name="Freeform 179"/>
            <p:cNvSpPr/>
            <p:nvPr/>
          </p:nvSpPr>
          <p:spPr>
            <a:xfrm>
              <a:off x="2086928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321715"/>
              </a:solidFill>
            </a:ln>
          </p:spPr>
        </p:sp>
        <p:sp>
          <p:nvSpPr>
            <p:cNvPr id="180" name="Freeform 180"/>
            <p:cNvSpPr/>
            <p:nvPr/>
          </p:nvSpPr>
          <p:spPr>
            <a:xfrm>
              <a:off x="2118360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431A18"/>
              </a:solidFill>
            </a:ln>
          </p:spPr>
        </p:sp>
        <p:sp>
          <p:nvSpPr>
            <p:cNvPr id="181" name="Freeform 181"/>
            <p:cNvSpPr/>
            <p:nvPr/>
          </p:nvSpPr>
          <p:spPr>
            <a:xfrm>
              <a:off x="2150745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501C19"/>
              </a:solidFill>
            </a:ln>
          </p:spPr>
        </p:sp>
        <p:sp>
          <p:nvSpPr>
            <p:cNvPr id="182" name="Freeform 182"/>
            <p:cNvSpPr/>
            <p:nvPr/>
          </p:nvSpPr>
          <p:spPr>
            <a:xfrm>
              <a:off x="2183130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591E1A"/>
              </a:solidFill>
            </a:ln>
          </p:spPr>
        </p:sp>
        <p:sp>
          <p:nvSpPr>
            <p:cNvPr id="183" name="Freeform 183"/>
            <p:cNvSpPr/>
            <p:nvPr/>
          </p:nvSpPr>
          <p:spPr>
            <a:xfrm>
              <a:off x="2215515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5C1E1B"/>
              </a:solidFill>
            </a:ln>
          </p:spPr>
        </p:sp>
        <p:sp>
          <p:nvSpPr>
            <p:cNvPr id="184" name="Freeform 184"/>
            <p:cNvSpPr/>
            <p:nvPr/>
          </p:nvSpPr>
          <p:spPr>
            <a:xfrm>
              <a:off x="2246948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5C1E1B"/>
              </a:solidFill>
            </a:ln>
          </p:spPr>
        </p:sp>
        <p:sp>
          <p:nvSpPr>
            <p:cNvPr id="185" name="Freeform 185"/>
            <p:cNvSpPr/>
            <p:nvPr/>
          </p:nvSpPr>
          <p:spPr>
            <a:xfrm>
              <a:off x="2279332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5A1E1B"/>
              </a:solidFill>
            </a:ln>
          </p:spPr>
        </p:sp>
        <p:sp>
          <p:nvSpPr>
            <p:cNvPr id="186" name="Freeform 186"/>
            <p:cNvSpPr/>
            <p:nvPr/>
          </p:nvSpPr>
          <p:spPr>
            <a:xfrm>
              <a:off x="2310765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541D1A"/>
              </a:solidFill>
            </a:ln>
          </p:spPr>
        </p:sp>
        <p:sp>
          <p:nvSpPr>
            <p:cNvPr id="187" name="Freeform 187"/>
            <p:cNvSpPr/>
            <p:nvPr/>
          </p:nvSpPr>
          <p:spPr>
            <a:xfrm>
              <a:off x="2343150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491B18"/>
              </a:solidFill>
            </a:ln>
          </p:spPr>
        </p:sp>
        <p:sp>
          <p:nvSpPr>
            <p:cNvPr id="188" name="Freeform 188"/>
            <p:cNvSpPr/>
            <p:nvPr/>
          </p:nvSpPr>
          <p:spPr>
            <a:xfrm>
              <a:off x="2375535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3B1816"/>
              </a:solidFill>
            </a:ln>
          </p:spPr>
        </p:sp>
        <p:sp>
          <p:nvSpPr>
            <p:cNvPr id="189" name="Freeform 189"/>
            <p:cNvSpPr/>
            <p:nvPr/>
          </p:nvSpPr>
          <p:spPr>
            <a:xfrm>
              <a:off x="2406968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2B1614"/>
              </a:solidFill>
            </a:ln>
          </p:spPr>
        </p:sp>
        <p:sp>
          <p:nvSpPr>
            <p:cNvPr id="190" name="Freeform 190"/>
            <p:cNvSpPr/>
            <p:nvPr/>
          </p:nvSpPr>
          <p:spPr>
            <a:xfrm>
              <a:off x="2727960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2B1614"/>
              </a:solidFill>
            </a:ln>
          </p:spPr>
        </p:sp>
        <p:sp>
          <p:nvSpPr>
            <p:cNvPr id="191" name="Freeform 191"/>
            <p:cNvSpPr/>
            <p:nvPr/>
          </p:nvSpPr>
          <p:spPr>
            <a:xfrm>
              <a:off x="2759392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2B1614"/>
              </a:solidFill>
            </a:ln>
          </p:spPr>
        </p:sp>
        <p:sp>
          <p:nvSpPr>
            <p:cNvPr id="192" name="Freeform 192"/>
            <p:cNvSpPr/>
            <p:nvPr/>
          </p:nvSpPr>
          <p:spPr>
            <a:xfrm>
              <a:off x="2855595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301715"/>
              </a:solidFill>
            </a:ln>
          </p:spPr>
        </p:sp>
        <p:sp>
          <p:nvSpPr>
            <p:cNvPr id="193" name="Freeform 193"/>
            <p:cNvSpPr/>
            <p:nvPr/>
          </p:nvSpPr>
          <p:spPr>
            <a:xfrm>
              <a:off x="2887980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4A1B18"/>
              </a:solidFill>
            </a:ln>
          </p:spPr>
        </p:sp>
        <p:sp>
          <p:nvSpPr>
            <p:cNvPr id="194" name="Freeform 194"/>
            <p:cNvSpPr/>
            <p:nvPr/>
          </p:nvSpPr>
          <p:spPr>
            <a:xfrm>
              <a:off x="2919412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65201C"/>
              </a:solidFill>
            </a:ln>
          </p:spPr>
        </p:sp>
        <p:sp>
          <p:nvSpPr>
            <p:cNvPr id="195" name="Freeform 195"/>
            <p:cNvSpPr/>
            <p:nvPr/>
          </p:nvSpPr>
          <p:spPr>
            <a:xfrm>
              <a:off x="2951798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7D241F"/>
              </a:solidFill>
            </a:ln>
          </p:spPr>
        </p:sp>
        <p:sp>
          <p:nvSpPr>
            <p:cNvPr id="196" name="Freeform 196"/>
            <p:cNvSpPr/>
            <p:nvPr/>
          </p:nvSpPr>
          <p:spPr>
            <a:xfrm>
              <a:off x="2983230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922822"/>
              </a:solidFill>
            </a:ln>
          </p:spPr>
        </p:sp>
        <p:sp>
          <p:nvSpPr>
            <p:cNvPr id="197" name="Freeform 197"/>
            <p:cNvSpPr/>
            <p:nvPr/>
          </p:nvSpPr>
          <p:spPr>
            <a:xfrm>
              <a:off x="3015615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9F2A24"/>
              </a:solidFill>
            </a:ln>
          </p:spPr>
        </p:sp>
        <p:sp>
          <p:nvSpPr>
            <p:cNvPr id="198" name="Freeform 198"/>
            <p:cNvSpPr/>
            <p:nvPr/>
          </p:nvSpPr>
          <p:spPr>
            <a:xfrm>
              <a:off x="3048000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A42B24"/>
              </a:solidFill>
            </a:ln>
          </p:spPr>
        </p:sp>
        <p:sp>
          <p:nvSpPr>
            <p:cNvPr id="199" name="Freeform 199"/>
            <p:cNvSpPr/>
            <p:nvPr/>
          </p:nvSpPr>
          <p:spPr>
            <a:xfrm>
              <a:off x="3080385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A42B24"/>
              </a:solidFill>
            </a:ln>
          </p:spPr>
        </p:sp>
        <p:sp>
          <p:nvSpPr>
            <p:cNvPr id="200" name="Freeform 200"/>
            <p:cNvSpPr/>
            <p:nvPr/>
          </p:nvSpPr>
          <p:spPr>
            <a:xfrm>
              <a:off x="3111818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9E2A23"/>
              </a:solidFill>
            </a:ln>
          </p:spPr>
        </p:sp>
        <p:sp>
          <p:nvSpPr>
            <p:cNvPr id="201" name="Freeform 201"/>
            <p:cNvSpPr/>
            <p:nvPr/>
          </p:nvSpPr>
          <p:spPr>
            <a:xfrm>
              <a:off x="3144202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8B2721"/>
              </a:solidFill>
            </a:ln>
          </p:spPr>
        </p:sp>
        <p:sp>
          <p:nvSpPr>
            <p:cNvPr id="202" name="Freeform 202"/>
            <p:cNvSpPr/>
            <p:nvPr/>
          </p:nvSpPr>
          <p:spPr>
            <a:xfrm>
              <a:off x="3175635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6D211D"/>
              </a:solidFill>
            </a:ln>
          </p:spPr>
        </p:sp>
        <p:sp>
          <p:nvSpPr>
            <p:cNvPr id="203" name="Freeform 203"/>
            <p:cNvSpPr/>
            <p:nvPr/>
          </p:nvSpPr>
          <p:spPr>
            <a:xfrm>
              <a:off x="3208020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421A17"/>
              </a:solidFill>
            </a:ln>
          </p:spPr>
        </p:sp>
        <p:sp>
          <p:nvSpPr>
            <p:cNvPr id="204" name="Freeform 204"/>
            <p:cNvSpPr/>
            <p:nvPr/>
          </p:nvSpPr>
          <p:spPr>
            <a:xfrm>
              <a:off x="3240405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5B1E1B"/>
              </a:solidFill>
            </a:ln>
          </p:spPr>
        </p:sp>
        <p:sp>
          <p:nvSpPr>
            <p:cNvPr id="205" name="Freeform 205"/>
            <p:cNvSpPr/>
            <p:nvPr/>
          </p:nvSpPr>
          <p:spPr>
            <a:xfrm>
              <a:off x="3271838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932822"/>
              </a:solidFill>
            </a:ln>
          </p:spPr>
        </p:sp>
        <p:sp>
          <p:nvSpPr>
            <p:cNvPr id="206" name="Freeform 206"/>
            <p:cNvSpPr/>
            <p:nvPr/>
          </p:nvSpPr>
          <p:spPr>
            <a:xfrm>
              <a:off x="3304222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C43128"/>
              </a:solidFill>
            </a:ln>
          </p:spPr>
        </p:sp>
        <p:sp>
          <p:nvSpPr>
            <p:cNvPr id="207" name="Freeform 207"/>
            <p:cNvSpPr/>
            <p:nvPr/>
          </p:nvSpPr>
          <p:spPr>
            <a:xfrm>
              <a:off x="3335655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ED382E"/>
              </a:solidFill>
            </a:ln>
          </p:spPr>
        </p:sp>
        <p:sp>
          <p:nvSpPr>
            <p:cNvPr id="208" name="Freeform 208"/>
            <p:cNvSpPr/>
            <p:nvPr/>
          </p:nvSpPr>
          <p:spPr>
            <a:xfrm>
              <a:off x="3368040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FF4E44"/>
              </a:solidFill>
            </a:ln>
          </p:spPr>
        </p:sp>
        <p:sp>
          <p:nvSpPr>
            <p:cNvPr id="209" name="Freeform 209"/>
            <p:cNvSpPr/>
            <p:nvPr/>
          </p:nvSpPr>
          <p:spPr>
            <a:xfrm>
              <a:off x="3400425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FF6960"/>
              </a:solidFill>
            </a:ln>
          </p:spPr>
        </p:sp>
        <p:sp>
          <p:nvSpPr>
            <p:cNvPr id="210" name="Freeform 210"/>
            <p:cNvSpPr/>
            <p:nvPr/>
          </p:nvSpPr>
          <p:spPr>
            <a:xfrm>
              <a:off x="3431858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FF6B62"/>
              </a:solidFill>
            </a:ln>
          </p:spPr>
        </p:sp>
        <p:sp>
          <p:nvSpPr>
            <p:cNvPr id="211" name="Freeform 211"/>
            <p:cNvSpPr/>
            <p:nvPr/>
          </p:nvSpPr>
          <p:spPr>
            <a:xfrm>
              <a:off x="3464242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FF645A"/>
              </a:solidFill>
            </a:ln>
          </p:spPr>
        </p:sp>
        <p:sp>
          <p:nvSpPr>
            <p:cNvPr id="212" name="Freeform 212"/>
            <p:cNvSpPr/>
            <p:nvPr/>
          </p:nvSpPr>
          <p:spPr>
            <a:xfrm>
              <a:off x="3495675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FF3C31"/>
              </a:solidFill>
            </a:ln>
          </p:spPr>
        </p:sp>
        <p:sp>
          <p:nvSpPr>
            <p:cNvPr id="213" name="Freeform 213"/>
            <p:cNvSpPr/>
            <p:nvPr/>
          </p:nvSpPr>
          <p:spPr>
            <a:xfrm>
              <a:off x="3528060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DB352B"/>
              </a:solidFill>
            </a:ln>
          </p:spPr>
        </p:sp>
        <p:sp>
          <p:nvSpPr>
            <p:cNvPr id="214" name="Freeform 214"/>
            <p:cNvSpPr/>
            <p:nvPr/>
          </p:nvSpPr>
          <p:spPr>
            <a:xfrm>
              <a:off x="3560445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A62B24"/>
              </a:solidFill>
            </a:ln>
          </p:spPr>
        </p:sp>
        <p:sp>
          <p:nvSpPr>
            <p:cNvPr id="215" name="Freeform 215"/>
            <p:cNvSpPr/>
            <p:nvPr/>
          </p:nvSpPr>
          <p:spPr>
            <a:xfrm>
              <a:off x="3591878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621F1C"/>
              </a:solidFill>
            </a:ln>
          </p:spPr>
        </p:sp>
        <p:sp>
          <p:nvSpPr>
            <p:cNvPr id="216" name="Freeform 216"/>
            <p:cNvSpPr/>
            <p:nvPr/>
          </p:nvSpPr>
          <p:spPr>
            <a:xfrm>
              <a:off x="3624262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6E211D"/>
              </a:solidFill>
            </a:ln>
          </p:spPr>
        </p:sp>
        <p:sp>
          <p:nvSpPr>
            <p:cNvPr id="217" name="Freeform 217"/>
            <p:cNvSpPr/>
            <p:nvPr/>
          </p:nvSpPr>
          <p:spPr>
            <a:xfrm>
              <a:off x="3656648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B62E27"/>
              </a:solidFill>
            </a:ln>
          </p:spPr>
        </p:sp>
        <p:sp>
          <p:nvSpPr>
            <p:cNvPr id="218" name="Freeform 218"/>
            <p:cNvSpPr/>
            <p:nvPr/>
          </p:nvSpPr>
          <p:spPr>
            <a:xfrm>
              <a:off x="3688080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F3392E"/>
              </a:solidFill>
            </a:ln>
          </p:spPr>
        </p:sp>
        <p:sp>
          <p:nvSpPr>
            <p:cNvPr id="219" name="Freeform 219"/>
            <p:cNvSpPr/>
            <p:nvPr/>
          </p:nvSpPr>
          <p:spPr>
            <a:xfrm>
              <a:off x="3720465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FF7C74"/>
              </a:solidFill>
            </a:ln>
          </p:spPr>
        </p:sp>
        <p:sp>
          <p:nvSpPr>
            <p:cNvPr id="220" name="Freeform 220"/>
            <p:cNvSpPr/>
            <p:nvPr/>
          </p:nvSpPr>
          <p:spPr>
            <a:xfrm>
              <a:off x="3752850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FFB4AE"/>
              </a:solidFill>
            </a:ln>
          </p:spPr>
        </p:sp>
        <p:sp>
          <p:nvSpPr>
            <p:cNvPr id="221" name="Freeform 221"/>
            <p:cNvSpPr/>
            <p:nvPr/>
          </p:nvSpPr>
          <p:spPr>
            <a:xfrm>
              <a:off x="3784282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FFC7C2"/>
              </a:solidFill>
            </a:ln>
          </p:spPr>
        </p:sp>
        <p:sp>
          <p:nvSpPr>
            <p:cNvPr id="222" name="Freeform 222"/>
            <p:cNvSpPr/>
            <p:nvPr/>
          </p:nvSpPr>
          <p:spPr>
            <a:xfrm>
              <a:off x="3816668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FFC7C2"/>
              </a:solidFill>
            </a:ln>
          </p:spPr>
        </p:sp>
        <p:sp>
          <p:nvSpPr>
            <p:cNvPr id="223" name="Freeform 223"/>
            <p:cNvSpPr/>
            <p:nvPr/>
          </p:nvSpPr>
          <p:spPr>
            <a:xfrm>
              <a:off x="3848100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FFB4AE"/>
              </a:solidFill>
            </a:ln>
          </p:spPr>
        </p:sp>
        <p:sp>
          <p:nvSpPr>
            <p:cNvPr id="224" name="Freeform 224"/>
            <p:cNvSpPr/>
            <p:nvPr/>
          </p:nvSpPr>
          <p:spPr>
            <a:xfrm>
              <a:off x="3880485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FF7C74"/>
              </a:solidFill>
            </a:ln>
          </p:spPr>
        </p:sp>
        <p:sp>
          <p:nvSpPr>
            <p:cNvPr id="225" name="Freeform 225"/>
            <p:cNvSpPr/>
            <p:nvPr/>
          </p:nvSpPr>
          <p:spPr>
            <a:xfrm>
              <a:off x="3912870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F3392E"/>
              </a:solidFill>
            </a:ln>
          </p:spPr>
        </p:sp>
        <p:sp>
          <p:nvSpPr>
            <p:cNvPr id="226" name="Freeform 226"/>
            <p:cNvSpPr/>
            <p:nvPr/>
          </p:nvSpPr>
          <p:spPr>
            <a:xfrm>
              <a:off x="3944302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B62E27"/>
              </a:solidFill>
            </a:ln>
          </p:spPr>
        </p:sp>
        <p:sp>
          <p:nvSpPr>
            <p:cNvPr id="227" name="Freeform 227"/>
            <p:cNvSpPr/>
            <p:nvPr/>
          </p:nvSpPr>
          <p:spPr>
            <a:xfrm>
              <a:off x="3976688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6E211D"/>
              </a:solidFill>
            </a:ln>
          </p:spPr>
        </p:sp>
        <p:sp>
          <p:nvSpPr>
            <p:cNvPr id="228" name="Freeform 228"/>
            <p:cNvSpPr/>
            <p:nvPr/>
          </p:nvSpPr>
          <p:spPr>
            <a:xfrm>
              <a:off x="4009072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621F1C"/>
              </a:solidFill>
            </a:ln>
          </p:spPr>
        </p:sp>
        <p:sp>
          <p:nvSpPr>
            <p:cNvPr id="229" name="Freeform 229"/>
            <p:cNvSpPr/>
            <p:nvPr/>
          </p:nvSpPr>
          <p:spPr>
            <a:xfrm>
              <a:off x="4040505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A62B24"/>
              </a:solidFill>
            </a:ln>
          </p:spPr>
        </p:sp>
        <p:sp>
          <p:nvSpPr>
            <p:cNvPr id="230" name="Freeform 230"/>
            <p:cNvSpPr/>
            <p:nvPr/>
          </p:nvSpPr>
          <p:spPr>
            <a:xfrm>
              <a:off x="4072890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DB352B"/>
              </a:solidFill>
            </a:ln>
          </p:spPr>
        </p:sp>
        <p:sp>
          <p:nvSpPr>
            <p:cNvPr id="231" name="Freeform 231"/>
            <p:cNvSpPr/>
            <p:nvPr/>
          </p:nvSpPr>
          <p:spPr>
            <a:xfrm>
              <a:off x="4104322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FF3C31"/>
              </a:solidFill>
            </a:ln>
          </p:spPr>
        </p:sp>
        <p:sp>
          <p:nvSpPr>
            <p:cNvPr id="232" name="Freeform 232"/>
            <p:cNvSpPr/>
            <p:nvPr/>
          </p:nvSpPr>
          <p:spPr>
            <a:xfrm>
              <a:off x="4136708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FF645A"/>
              </a:solidFill>
            </a:ln>
          </p:spPr>
        </p:sp>
        <p:sp>
          <p:nvSpPr>
            <p:cNvPr id="233" name="Freeform 233"/>
            <p:cNvSpPr/>
            <p:nvPr/>
          </p:nvSpPr>
          <p:spPr>
            <a:xfrm>
              <a:off x="4169092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FF6B62"/>
              </a:solidFill>
            </a:ln>
          </p:spPr>
        </p:sp>
        <p:sp>
          <p:nvSpPr>
            <p:cNvPr id="234" name="Freeform 234"/>
            <p:cNvSpPr/>
            <p:nvPr/>
          </p:nvSpPr>
          <p:spPr>
            <a:xfrm>
              <a:off x="4200525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FF6960"/>
              </a:solidFill>
            </a:ln>
          </p:spPr>
        </p:sp>
        <p:sp>
          <p:nvSpPr>
            <p:cNvPr id="235" name="Freeform 235"/>
            <p:cNvSpPr/>
            <p:nvPr/>
          </p:nvSpPr>
          <p:spPr>
            <a:xfrm>
              <a:off x="4232910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FF4E44"/>
              </a:solidFill>
            </a:ln>
          </p:spPr>
        </p:sp>
        <p:sp>
          <p:nvSpPr>
            <p:cNvPr id="236" name="Freeform 236"/>
            <p:cNvSpPr/>
            <p:nvPr/>
          </p:nvSpPr>
          <p:spPr>
            <a:xfrm>
              <a:off x="4264342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ED382E"/>
              </a:solidFill>
            </a:ln>
          </p:spPr>
        </p:sp>
        <p:sp>
          <p:nvSpPr>
            <p:cNvPr id="237" name="Freeform 237"/>
            <p:cNvSpPr/>
            <p:nvPr/>
          </p:nvSpPr>
          <p:spPr>
            <a:xfrm>
              <a:off x="4296728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C43128"/>
              </a:solidFill>
            </a:ln>
          </p:spPr>
        </p:sp>
        <p:sp>
          <p:nvSpPr>
            <p:cNvPr id="238" name="Freeform 238"/>
            <p:cNvSpPr/>
            <p:nvPr/>
          </p:nvSpPr>
          <p:spPr>
            <a:xfrm>
              <a:off x="4329112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932822"/>
              </a:solidFill>
            </a:ln>
          </p:spPr>
        </p:sp>
        <p:sp>
          <p:nvSpPr>
            <p:cNvPr id="239" name="Freeform 239"/>
            <p:cNvSpPr/>
            <p:nvPr/>
          </p:nvSpPr>
          <p:spPr>
            <a:xfrm>
              <a:off x="4361498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5B1E1B"/>
              </a:solidFill>
            </a:ln>
          </p:spPr>
        </p:sp>
        <p:sp>
          <p:nvSpPr>
            <p:cNvPr id="240" name="Freeform 240"/>
            <p:cNvSpPr/>
            <p:nvPr/>
          </p:nvSpPr>
          <p:spPr>
            <a:xfrm>
              <a:off x="4392930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421A17"/>
              </a:solidFill>
            </a:ln>
          </p:spPr>
        </p:sp>
        <p:sp>
          <p:nvSpPr>
            <p:cNvPr id="241" name="Freeform 241"/>
            <p:cNvSpPr/>
            <p:nvPr/>
          </p:nvSpPr>
          <p:spPr>
            <a:xfrm>
              <a:off x="4425315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6D211D"/>
              </a:solidFill>
            </a:ln>
          </p:spPr>
        </p:sp>
        <p:sp>
          <p:nvSpPr>
            <p:cNvPr id="242" name="Freeform 242"/>
            <p:cNvSpPr/>
            <p:nvPr/>
          </p:nvSpPr>
          <p:spPr>
            <a:xfrm>
              <a:off x="4456748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8B2721"/>
              </a:solidFill>
            </a:ln>
          </p:spPr>
        </p:sp>
        <p:sp>
          <p:nvSpPr>
            <p:cNvPr id="243" name="Freeform 243"/>
            <p:cNvSpPr/>
            <p:nvPr/>
          </p:nvSpPr>
          <p:spPr>
            <a:xfrm>
              <a:off x="4489132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9E2A23"/>
              </a:solidFill>
            </a:ln>
          </p:spPr>
        </p:sp>
        <p:sp>
          <p:nvSpPr>
            <p:cNvPr id="244" name="Freeform 244"/>
            <p:cNvSpPr/>
            <p:nvPr/>
          </p:nvSpPr>
          <p:spPr>
            <a:xfrm>
              <a:off x="4521518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A42B24"/>
              </a:solidFill>
            </a:ln>
          </p:spPr>
        </p:sp>
        <p:sp>
          <p:nvSpPr>
            <p:cNvPr id="245" name="Freeform 245"/>
            <p:cNvSpPr/>
            <p:nvPr/>
          </p:nvSpPr>
          <p:spPr>
            <a:xfrm>
              <a:off x="4552950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A42B24"/>
              </a:solidFill>
            </a:ln>
          </p:spPr>
        </p:sp>
        <p:sp>
          <p:nvSpPr>
            <p:cNvPr id="246" name="Freeform 246"/>
            <p:cNvSpPr/>
            <p:nvPr/>
          </p:nvSpPr>
          <p:spPr>
            <a:xfrm>
              <a:off x="4585335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9F2A24"/>
              </a:solidFill>
            </a:ln>
          </p:spPr>
        </p:sp>
        <p:sp>
          <p:nvSpPr>
            <p:cNvPr id="247" name="Freeform 247"/>
            <p:cNvSpPr/>
            <p:nvPr/>
          </p:nvSpPr>
          <p:spPr>
            <a:xfrm>
              <a:off x="4616768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922822"/>
              </a:solidFill>
            </a:ln>
          </p:spPr>
        </p:sp>
        <p:sp>
          <p:nvSpPr>
            <p:cNvPr id="248" name="Freeform 248"/>
            <p:cNvSpPr/>
            <p:nvPr/>
          </p:nvSpPr>
          <p:spPr>
            <a:xfrm>
              <a:off x="4649152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7D241F"/>
              </a:solidFill>
            </a:ln>
          </p:spPr>
        </p:sp>
        <p:sp>
          <p:nvSpPr>
            <p:cNvPr id="249" name="Freeform 249"/>
            <p:cNvSpPr/>
            <p:nvPr/>
          </p:nvSpPr>
          <p:spPr>
            <a:xfrm>
              <a:off x="4681538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65201C"/>
              </a:solidFill>
            </a:ln>
          </p:spPr>
        </p:sp>
        <p:sp>
          <p:nvSpPr>
            <p:cNvPr id="250" name="Freeform 250"/>
            <p:cNvSpPr/>
            <p:nvPr/>
          </p:nvSpPr>
          <p:spPr>
            <a:xfrm>
              <a:off x="4713922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4A1B18"/>
              </a:solidFill>
            </a:ln>
          </p:spPr>
        </p:sp>
        <p:sp>
          <p:nvSpPr>
            <p:cNvPr id="251" name="Freeform 251"/>
            <p:cNvSpPr/>
            <p:nvPr/>
          </p:nvSpPr>
          <p:spPr>
            <a:xfrm>
              <a:off x="4745355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301715"/>
              </a:solidFill>
            </a:ln>
          </p:spPr>
        </p:sp>
        <p:sp>
          <p:nvSpPr>
            <p:cNvPr id="252" name="Freeform 252"/>
            <p:cNvSpPr/>
            <p:nvPr/>
          </p:nvSpPr>
          <p:spPr>
            <a:xfrm>
              <a:off x="4841558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2B1614"/>
              </a:solidFill>
            </a:ln>
          </p:spPr>
        </p:sp>
        <p:sp>
          <p:nvSpPr>
            <p:cNvPr id="253" name="Freeform 253"/>
            <p:cNvSpPr/>
            <p:nvPr/>
          </p:nvSpPr>
          <p:spPr>
            <a:xfrm>
              <a:off x="4873942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2B1614"/>
              </a:solidFill>
            </a:ln>
          </p:spPr>
        </p:sp>
        <p:sp>
          <p:nvSpPr>
            <p:cNvPr id="254" name="Freeform 254"/>
            <p:cNvSpPr/>
            <p:nvPr/>
          </p:nvSpPr>
          <p:spPr>
            <a:xfrm>
              <a:off x="5193982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2B1614"/>
              </a:solidFill>
            </a:ln>
          </p:spPr>
        </p:sp>
        <p:sp>
          <p:nvSpPr>
            <p:cNvPr id="255" name="Freeform 255"/>
            <p:cNvSpPr/>
            <p:nvPr/>
          </p:nvSpPr>
          <p:spPr>
            <a:xfrm>
              <a:off x="5226368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3B1816"/>
              </a:solidFill>
            </a:ln>
          </p:spPr>
        </p:sp>
        <p:sp>
          <p:nvSpPr>
            <p:cNvPr id="256" name="Freeform 256"/>
            <p:cNvSpPr/>
            <p:nvPr/>
          </p:nvSpPr>
          <p:spPr>
            <a:xfrm>
              <a:off x="5257800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491B18"/>
              </a:solidFill>
            </a:ln>
          </p:spPr>
        </p:sp>
        <p:sp>
          <p:nvSpPr>
            <p:cNvPr id="257" name="Freeform 257"/>
            <p:cNvSpPr/>
            <p:nvPr/>
          </p:nvSpPr>
          <p:spPr>
            <a:xfrm>
              <a:off x="5289232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541D1A"/>
              </a:solidFill>
            </a:ln>
          </p:spPr>
        </p:sp>
        <p:sp>
          <p:nvSpPr>
            <p:cNvPr id="258" name="Freeform 258"/>
            <p:cNvSpPr/>
            <p:nvPr/>
          </p:nvSpPr>
          <p:spPr>
            <a:xfrm>
              <a:off x="5321618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5A1E1B"/>
              </a:solidFill>
            </a:ln>
          </p:spPr>
        </p:sp>
        <p:sp>
          <p:nvSpPr>
            <p:cNvPr id="259" name="Freeform 259"/>
            <p:cNvSpPr/>
            <p:nvPr/>
          </p:nvSpPr>
          <p:spPr>
            <a:xfrm>
              <a:off x="5354002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5C1E1B"/>
              </a:solidFill>
            </a:ln>
          </p:spPr>
        </p:sp>
        <p:sp>
          <p:nvSpPr>
            <p:cNvPr id="260" name="Freeform 260"/>
            <p:cNvSpPr/>
            <p:nvPr/>
          </p:nvSpPr>
          <p:spPr>
            <a:xfrm>
              <a:off x="5386388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5C1E1B"/>
              </a:solidFill>
            </a:ln>
          </p:spPr>
        </p:sp>
        <p:sp>
          <p:nvSpPr>
            <p:cNvPr id="261" name="Freeform 261"/>
            <p:cNvSpPr/>
            <p:nvPr/>
          </p:nvSpPr>
          <p:spPr>
            <a:xfrm>
              <a:off x="5417820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591E1A"/>
              </a:solidFill>
            </a:ln>
          </p:spPr>
        </p:sp>
        <p:sp>
          <p:nvSpPr>
            <p:cNvPr id="262" name="Freeform 262"/>
            <p:cNvSpPr/>
            <p:nvPr/>
          </p:nvSpPr>
          <p:spPr>
            <a:xfrm>
              <a:off x="5449252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501C19"/>
              </a:solidFill>
            </a:ln>
          </p:spPr>
        </p:sp>
        <p:sp>
          <p:nvSpPr>
            <p:cNvPr id="263" name="Freeform 263"/>
            <p:cNvSpPr/>
            <p:nvPr/>
          </p:nvSpPr>
          <p:spPr>
            <a:xfrm>
              <a:off x="5481638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431A18"/>
              </a:solidFill>
            </a:ln>
          </p:spPr>
        </p:sp>
        <p:sp>
          <p:nvSpPr>
            <p:cNvPr id="264" name="Freeform 264"/>
            <p:cNvSpPr/>
            <p:nvPr/>
          </p:nvSpPr>
          <p:spPr>
            <a:xfrm>
              <a:off x="5514022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321715"/>
              </a:solidFill>
            </a:ln>
          </p:spPr>
        </p:sp>
        <p:sp>
          <p:nvSpPr>
            <p:cNvPr id="265" name="Freeform 265"/>
            <p:cNvSpPr/>
            <p:nvPr/>
          </p:nvSpPr>
          <p:spPr>
            <a:xfrm>
              <a:off x="5577840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2F1615"/>
              </a:solidFill>
            </a:ln>
          </p:spPr>
        </p:sp>
        <p:sp>
          <p:nvSpPr>
            <p:cNvPr id="266" name="Freeform 266"/>
            <p:cNvSpPr/>
            <p:nvPr/>
          </p:nvSpPr>
          <p:spPr>
            <a:xfrm>
              <a:off x="5610225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3E1917"/>
              </a:solidFill>
            </a:ln>
          </p:spPr>
        </p:sp>
        <p:sp>
          <p:nvSpPr>
            <p:cNvPr id="267" name="Freeform 267"/>
            <p:cNvSpPr/>
            <p:nvPr/>
          </p:nvSpPr>
          <p:spPr>
            <a:xfrm>
              <a:off x="5641658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491B18"/>
              </a:solidFill>
            </a:ln>
          </p:spPr>
        </p:sp>
        <p:sp>
          <p:nvSpPr>
            <p:cNvPr id="268" name="Freeform 268"/>
            <p:cNvSpPr/>
            <p:nvPr/>
          </p:nvSpPr>
          <p:spPr>
            <a:xfrm>
              <a:off x="5674042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4F1C19"/>
              </a:solidFill>
            </a:ln>
          </p:spPr>
        </p:sp>
        <p:sp>
          <p:nvSpPr>
            <p:cNvPr id="269" name="Freeform 269"/>
            <p:cNvSpPr/>
            <p:nvPr/>
          </p:nvSpPr>
          <p:spPr>
            <a:xfrm>
              <a:off x="5706428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501C19"/>
              </a:solidFill>
            </a:ln>
          </p:spPr>
        </p:sp>
        <p:sp>
          <p:nvSpPr>
            <p:cNvPr id="270" name="Freeform 270"/>
            <p:cNvSpPr/>
            <p:nvPr/>
          </p:nvSpPr>
          <p:spPr>
            <a:xfrm>
              <a:off x="5738812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501C19"/>
              </a:solidFill>
            </a:ln>
          </p:spPr>
        </p:sp>
        <p:sp>
          <p:nvSpPr>
            <p:cNvPr id="271" name="Freeform 271"/>
            <p:cNvSpPr/>
            <p:nvPr/>
          </p:nvSpPr>
          <p:spPr>
            <a:xfrm>
              <a:off x="5770245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4D1C19"/>
              </a:solidFill>
            </a:ln>
          </p:spPr>
        </p:sp>
        <p:sp>
          <p:nvSpPr>
            <p:cNvPr id="272" name="Freeform 272"/>
            <p:cNvSpPr/>
            <p:nvPr/>
          </p:nvSpPr>
          <p:spPr>
            <a:xfrm>
              <a:off x="5801678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461A18"/>
              </a:solidFill>
            </a:ln>
          </p:spPr>
        </p:sp>
        <p:sp>
          <p:nvSpPr>
            <p:cNvPr id="273" name="Freeform 273"/>
            <p:cNvSpPr/>
            <p:nvPr/>
          </p:nvSpPr>
          <p:spPr>
            <a:xfrm>
              <a:off x="5834062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3C1917"/>
              </a:solidFill>
            </a:ln>
          </p:spPr>
        </p:sp>
        <p:sp>
          <p:nvSpPr>
            <p:cNvPr id="274" name="Freeform 274"/>
            <p:cNvSpPr/>
            <p:nvPr/>
          </p:nvSpPr>
          <p:spPr>
            <a:xfrm>
              <a:off x="5866448" y="2540318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60579">
              <a:solidFill>
                <a:srgbClr val="301715"/>
              </a:solidFill>
            </a:ln>
          </p:spPr>
        </p:sp>
        <p:sp>
          <p:nvSpPr>
            <p:cNvPr id="275" name="Freeform 275"/>
            <p:cNvSpPr/>
            <p:nvPr/>
          </p:nvSpPr>
          <p:spPr>
            <a:xfrm>
              <a:off x="1451610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455581">
              <a:solidFill>
                <a:srgbClr val="111111"/>
              </a:solidFill>
            </a:ln>
          </p:spPr>
        </p:sp>
        <p:sp>
          <p:nvSpPr>
            <p:cNvPr id="276" name="Freeform 276"/>
            <p:cNvSpPr/>
            <p:nvPr/>
          </p:nvSpPr>
          <p:spPr>
            <a:xfrm>
              <a:off x="1879282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455581">
              <a:solidFill>
                <a:srgbClr val="111111"/>
              </a:solidFill>
            </a:ln>
          </p:spPr>
        </p:sp>
        <p:sp>
          <p:nvSpPr>
            <p:cNvPr id="277" name="Freeform 277"/>
            <p:cNvSpPr/>
            <p:nvPr/>
          </p:nvSpPr>
          <p:spPr>
            <a:xfrm>
              <a:off x="2306002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455581">
              <a:solidFill>
                <a:srgbClr val="111111"/>
              </a:solidFill>
            </a:ln>
          </p:spPr>
        </p:sp>
        <p:sp>
          <p:nvSpPr>
            <p:cNvPr id="278" name="Freeform 278"/>
            <p:cNvSpPr/>
            <p:nvPr/>
          </p:nvSpPr>
          <p:spPr>
            <a:xfrm>
              <a:off x="2732722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455581">
              <a:solidFill>
                <a:srgbClr val="111111"/>
              </a:solidFill>
            </a:ln>
          </p:spPr>
        </p:sp>
        <p:sp>
          <p:nvSpPr>
            <p:cNvPr id="279" name="Freeform 279"/>
            <p:cNvSpPr/>
            <p:nvPr/>
          </p:nvSpPr>
          <p:spPr>
            <a:xfrm>
              <a:off x="3159442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455581">
              <a:solidFill>
                <a:srgbClr val="111111"/>
              </a:solidFill>
            </a:ln>
          </p:spPr>
        </p:sp>
        <p:sp>
          <p:nvSpPr>
            <p:cNvPr id="280" name="Freeform 280"/>
            <p:cNvSpPr/>
            <p:nvPr/>
          </p:nvSpPr>
          <p:spPr>
            <a:xfrm>
              <a:off x="3587115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455581">
              <a:solidFill>
                <a:srgbClr val="111111"/>
              </a:solidFill>
            </a:ln>
          </p:spPr>
        </p:sp>
        <p:sp>
          <p:nvSpPr>
            <p:cNvPr id="281" name="Freeform 281"/>
            <p:cNvSpPr/>
            <p:nvPr/>
          </p:nvSpPr>
          <p:spPr>
            <a:xfrm>
              <a:off x="4013835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455581">
              <a:solidFill>
                <a:srgbClr val="111111"/>
              </a:solidFill>
            </a:ln>
          </p:spPr>
        </p:sp>
        <p:sp>
          <p:nvSpPr>
            <p:cNvPr id="282" name="Freeform 282"/>
            <p:cNvSpPr/>
            <p:nvPr/>
          </p:nvSpPr>
          <p:spPr>
            <a:xfrm>
              <a:off x="4440555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455581">
              <a:solidFill>
                <a:srgbClr val="111111"/>
              </a:solidFill>
            </a:ln>
          </p:spPr>
        </p:sp>
        <p:sp>
          <p:nvSpPr>
            <p:cNvPr id="283" name="Freeform 283"/>
            <p:cNvSpPr/>
            <p:nvPr/>
          </p:nvSpPr>
          <p:spPr>
            <a:xfrm>
              <a:off x="4868228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455581">
              <a:solidFill>
                <a:srgbClr val="111111"/>
              </a:solidFill>
            </a:ln>
          </p:spPr>
        </p:sp>
        <p:sp>
          <p:nvSpPr>
            <p:cNvPr id="284" name="Freeform 284"/>
            <p:cNvSpPr/>
            <p:nvPr/>
          </p:nvSpPr>
          <p:spPr>
            <a:xfrm>
              <a:off x="5294948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455581">
              <a:solidFill>
                <a:srgbClr val="111111"/>
              </a:solidFill>
            </a:ln>
          </p:spPr>
        </p:sp>
        <p:sp>
          <p:nvSpPr>
            <p:cNvPr id="285" name="Freeform 285"/>
            <p:cNvSpPr/>
            <p:nvPr/>
          </p:nvSpPr>
          <p:spPr>
            <a:xfrm>
              <a:off x="5722620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455581">
              <a:solidFill>
                <a:srgbClr val="111111"/>
              </a:solidFill>
            </a:ln>
          </p:spPr>
        </p:sp>
        <p:sp>
          <p:nvSpPr>
            <p:cNvPr id="286" name="Freeform 286"/>
            <p:cNvSpPr/>
            <p:nvPr/>
          </p:nvSpPr>
          <p:spPr>
            <a:xfrm>
              <a:off x="6149340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455581">
              <a:solidFill>
                <a:srgbClr val="111111"/>
              </a:solidFill>
            </a:ln>
          </p:spPr>
        </p:sp>
        <p:sp>
          <p:nvSpPr>
            <p:cNvPr id="287" name="Freeform 287"/>
            <p:cNvSpPr/>
            <p:nvPr/>
          </p:nvSpPr>
          <p:spPr>
            <a:xfrm>
              <a:off x="1766888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2F1615"/>
              </a:solidFill>
            </a:ln>
          </p:spPr>
        </p:sp>
        <p:sp>
          <p:nvSpPr>
            <p:cNvPr id="288" name="Freeform 288"/>
            <p:cNvSpPr/>
            <p:nvPr/>
          </p:nvSpPr>
          <p:spPr>
            <a:xfrm>
              <a:off x="1798320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401917"/>
              </a:solidFill>
            </a:ln>
          </p:spPr>
        </p:sp>
        <p:sp>
          <p:nvSpPr>
            <p:cNvPr id="289" name="Freeform 289"/>
            <p:cNvSpPr/>
            <p:nvPr/>
          </p:nvSpPr>
          <p:spPr>
            <a:xfrm>
              <a:off x="1830705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4C1B19"/>
              </a:solidFill>
            </a:ln>
          </p:spPr>
        </p:sp>
        <p:sp>
          <p:nvSpPr>
            <p:cNvPr id="290" name="Freeform 290"/>
            <p:cNvSpPr/>
            <p:nvPr/>
          </p:nvSpPr>
          <p:spPr>
            <a:xfrm>
              <a:off x="1863090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4F1C19"/>
              </a:solidFill>
            </a:ln>
          </p:spPr>
        </p:sp>
        <p:sp>
          <p:nvSpPr>
            <p:cNvPr id="291" name="Freeform 291"/>
            <p:cNvSpPr/>
            <p:nvPr/>
          </p:nvSpPr>
          <p:spPr>
            <a:xfrm>
              <a:off x="1895475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4F1C19"/>
              </a:solidFill>
            </a:ln>
          </p:spPr>
        </p:sp>
        <p:sp>
          <p:nvSpPr>
            <p:cNvPr id="292" name="Freeform 292"/>
            <p:cNvSpPr/>
            <p:nvPr/>
          </p:nvSpPr>
          <p:spPr>
            <a:xfrm>
              <a:off x="1926908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461A18"/>
              </a:solidFill>
            </a:ln>
          </p:spPr>
        </p:sp>
        <p:sp>
          <p:nvSpPr>
            <p:cNvPr id="293" name="Freeform 293"/>
            <p:cNvSpPr/>
            <p:nvPr/>
          </p:nvSpPr>
          <p:spPr>
            <a:xfrm>
              <a:off x="1958340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351716"/>
              </a:solidFill>
            </a:ln>
          </p:spPr>
        </p:sp>
        <p:sp>
          <p:nvSpPr>
            <p:cNvPr id="294" name="Freeform 294"/>
            <p:cNvSpPr/>
            <p:nvPr/>
          </p:nvSpPr>
          <p:spPr>
            <a:xfrm>
              <a:off x="2023110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2C1615"/>
              </a:solidFill>
            </a:ln>
          </p:spPr>
        </p:sp>
        <p:sp>
          <p:nvSpPr>
            <p:cNvPr id="295" name="Freeform 295"/>
            <p:cNvSpPr/>
            <p:nvPr/>
          </p:nvSpPr>
          <p:spPr>
            <a:xfrm>
              <a:off x="2055495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2E1615"/>
              </a:solidFill>
            </a:ln>
          </p:spPr>
        </p:sp>
        <p:sp>
          <p:nvSpPr>
            <p:cNvPr id="296" name="Freeform 296"/>
            <p:cNvSpPr/>
            <p:nvPr/>
          </p:nvSpPr>
          <p:spPr>
            <a:xfrm>
              <a:off x="2086928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2C1614"/>
              </a:solidFill>
            </a:ln>
          </p:spPr>
        </p:sp>
        <p:sp>
          <p:nvSpPr>
            <p:cNvPr id="297" name="Freeform 297"/>
            <p:cNvSpPr/>
            <p:nvPr/>
          </p:nvSpPr>
          <p:spPr>
            <a:xfrm>
              <a:off x="2150745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3C1917"/>
              </a:solidFill>
            </a:ln>
          </p:spPr>
        </p:sp>
        <p:sp>
          <p:nvSpPr>
            <p:cNvPr id="298" name="Freeform 298"/>
            <p:cNvSpPr/>
            <p:nvPr/>
          </p:nvSpPr>
          <p:spPr>
            <a:xfrm>
              <a:off x="2183130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501C19"/>
              </a:solidFill>
            </a:ln>
          </p:spPr>
        </p:sp>
        <p:sp>
          <p:nvSpPr>
            <p:cNvPr id="299" name="Freeform 299"/>
            <p:cNvSpPr/>
            <p:nvPr/>
          </p:nvSpPr>
          <p:spPr>
            <a:xfrm>
              <a:off x="2215515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5B1E1B"/>
              </a:solidFill>
            </a:ln>
          </p:spPr>
        </p:sp>
        <p:sp>
          <p:nvSpPr>
            <p:cNvPr id="300" name="Freeform 300"/>
            <p:cNvSpPr/>
            <p:nvPr/>
          </p:nvSpPr>
          <p:spPr>
            <a:xfrm>
              <a:off x="2246948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5C1E1B"/>
              </a:solidFill>
            </a:ln>
          </p:spPr>
        </p:sp>
        <p:sp>
          <p:nvSpPr>
            <p:cNvPr id="301" name="Freeform 301"/>
            <p:cNvSpPr/>
            <p:nvPr/>
          </p:nvSpPr>
          <p:spPr>
            <a:xfrm>
              <a:off x="2279332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591E1A"/>
              </a:solidFill>
            </a:ln>
          </p:spPr>
        </p:sp>
        <p:sp>
          <p:nvSpPr>
            <p:cNvPr id="302" name="Freeform 302"/>
            <p:cNvSpPr/>
            <p:nvPr/>
          </p:nvSpPr>
          <p:spPr>
            <a:xfrm>
              <a:off x="2310765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4C1B19"/>
              </a:solidFill>
            </a:ln>
          </p:spPr>
        </p:sp>
        <p:sp>
          <p:nvSpPr>
            <p:cNvPr id="303" name="Freeform 303"/>
            <p:cNvSpPr/>
            <p:nvPr/>
          </p:nvSpPr>
          <p:spPr>
            <a:xfrm>
              <a:off x="2343150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371816"/>
              </a:solidFill>
            </a:ln>
          </p:spPr>
        </p:sp>
        <p:sp>
          <p:nvSpPr>
            <p:cNvPr id="304" name="Freeform 304"/>
            <p:cNvSpPr/>
            <p:nvPr/>
          </p:nvSpPr>
          <p:spPr>
            <a:xfrm>
              <a:off x="2823210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2C1614"/>
              </a:solidFill>
            </a:ln>
          </p:spPr>
        </p:sp>
        <p:sp>
          <p:nvSpPr>
            <p:cNvPr id="305" name="Freeform 305"/>
            <p:cNvSpPr/>
            <p:nvPr/>
          </p:nvSpPr>
          <p:spPr>
            <a:xfrm>
              <a:off x="2855595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2C1614"/>
              </a:solidFill>
            </a:ln>
          </p:spPr>
        </p:sp>
        <p:sp>
          <p:nvSpPr>
            <p:cNvPr id="306" name="Freeform 306"/>
            <p:cNvSpPr/>
            <p:nvPr/>
          </p:nvSpPr>
          <p:spPr>
            <a:xfrm>
              <a:off x="2919412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431A18"/>
              </a:solidFill>
            </a:ln>
          </p:spPr>
        </p:sp>
        <p:sp>
          <p:nvSpPr>
            <p:cNvPr id="307" name="Freeform 307"/>
            <p:cNvSpPr/>
            <p:nvPr/>
          </p:nvSpPr>
          <p:spPr>
            <a:xfrm>
              <a:off x="2951798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6C211D"/>
              </a:solidFill>
            </a:ln>
          </p:spPr>
        </p:sp>
        <p:sp>
          <p:nvSpPr>
            <p:cNvPr id="308" name="Freeform 308"/>
            <p:cNvSpPr/>
            <p:nvPr/>
          </p:nvSpPr>
          <p:spPr>
            <a:xfrm>
              <a:off x="2983230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8E2721"/>
              </a:solidFill>
            </a:ln>
          </p:spPr>
        </p:sp>
        <p:sp>
          <p:nvSpPr>
            <p:cNvPr id="309" name="Freeform 309"/>
            <p:cNvSpPr/>
            <p:nvPr/>
          </p:nvSpPr>
          <p:spPr>
            <a:xfrm>
              <a:off x="3015615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9F2A23"/>
              </a:solidFill>
            </a:ln>
          </p:spPr>
        </p:sp>
        <p:sp>
          <p:nvSpPr>
            <p:cNvPr id="310" name="Freeform 310"/>
            <p:cNvSpPr/>
            <p:nvPr/>
          </p:nvSpPr>
          <p:spPr>
            <a:xfrm>
              <a:off x="3048000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A02A24"/>
              </a:solidFill>
            </a:ln>
          </p:spPr>
        </p:sp>
        <p:sp>
          <p:nvSpPr>
            <p:cNvPr id="311" name="Freeform 311"/>
            <p:cNvSpPr/>
            <p:nvPr/>
          </p:nvSpPr>
          <p:spPr>
            <a:xfrm>
              <a:off x="3080385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982923"/>
              </a:solidFill>
            </a:ln>
          </p:spPr>
        </p:sp>
        <p:sp>
          <p:nvSpPr>
            <p:cNvPr id="312" name="Freeform 312"/>
            <p:cNvSpPr/>
            <p:nvPr/>
          </p:nvSpPr>
          <p:spPr>
            <a:xfrm>
              <a:off x="3111818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79231F"/>
              </a:solidFill>
            </a:ln>
          </p:spPr>
        </p:sp>
        <p:sp>
          <p:nvSpPr>
            <p:cNvPr id="313" name="Freeform 313"/>
            <p:cNvSpPr/>
            <p:nvPr/>
          </p:nvSpPr>
          <p:spPr>
            <a:xfrm>
              <a:off x="3144202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451A18"/>
              </a:solidFill>
            </a:ln>
          </p:spPr>
        </p:sp>
        <p:sp>
          <p:nvSpPr>
            <p:cNvPr id="314" name="Freeform 314"/>
            <p:cNvSpPr/>
            <p:nvPr/>
          </p:nvSpPr>
          <p:spPr>
            <a:xfrm>
              <a:off x="3175635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4F1C19"/>
              </a:solidFill>
            </a:ln>
          </p:spPr>
        </p:sp>
        <p:sp>
          <p:nvSpPr>
            <p:cNvPr id="315" name="Freeform 315"/>
            <p:cNvSpPr/>
            <p:nvPr/>
          </p:nvSpPr>
          <p:spPr>
            <a:xfrm>
              <a:off x="3208020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5E1F1B"/>
              </a:solidFill>
            </a:ln>
          </p:spPr>
        </p:sp>
        <p:sp>
          <p:nvSpPr>
            <p:cNvPr id="316" name="Freeform 316"/>
            <p:cNvSpPr/>
            <p:nvPr/>
          </p:nvSpPr>
          <p:spPr>
            <a:xfrm>
              <a:off x="3240405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5E1F1B"/>
              </a:solidFill>
            </a:ln>
          </p:spPr>
        </p:sp>
        <p:sp>
          <p:nvSpPr>
            <p:cNvPr id="317" name="Freeform 317"/>
            <p:cNvSpPr/>
            <p:nvPr/>
          </p:nvSpPr>
          <p:spPr>
            <a:xfrm>
              <a:off x="3271838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471B18"/>
              </a:solidFill>
            </a:ln>
          </p:spPr>
        </p:sp>
        <p:sp>
          <p:nvSpPr>
            <p:cNvPr id="318" name="Freeform 318"/>
            <p:cNvSpPr/>
            <p:nvPr/>
          </p:nvSpPr>
          <p:spPr>
            <a:xfrm>
              <a:off x="3304222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75231E"/>
              </a:solidFill>
            </a:ln>
          </p:spPr>
        </p:sp>
        <p:sp>
          <p:nvSpPr>
            <p:cNvPr id="319" name="Freeform 319"/>
            <p:cNvSpPr/>
            <p:nvPr/>
          </p:nvSpPr>
          <p:spPr>
            <a:xfrm>
              <a:off x="3335655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C53128"/>
              </a:solidFill>
            </a:ln>
          </p:spPr>
        </p:sp>
        <p:sp>
          <p:nvSpPr>
            <p:cNvPr id="320" name="Freeform 320"/>
            <p:cNvSpPr/>
            <p:nvPr/>
          </p:nvSpPr>
          <p:spPr>
            <a:xfrm>
              <a:off x="3368040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FF3B30"/>
              </a:solidFill>
            </a:ln>
          </p:spPr>
        </p:sp>
        <p:sp>
          <p:nvSpPr>
            <p:cNvPr id="321" name="Freeform 321"/>
            <p:cNvSpPr/>
            <p:nvPr/>
          </p:nvSpPr>
          <p:spPr>
            <a:xfrm>
              <a:off x="3400425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FF6960"/>
              </a:solidFill>
            </a:ln>
          </p:spPr>
        </p:sp>
        <p:sp>
          <p:nvSpPr>
            <p:cNvPr id="322" name="Freeform 322"/>
            <p:cNvSpPr/>
            <p:nvPr/>
          </p:nvSpPr>
          <p:spPr>
            <a:xfrm>
              <a:off x="3431858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FF6960"/>
              </a:solidFill>
            </a:ln>
          </p:spPr>
        </p:sp>
        <p:sp>
          <p:nvSpPr>
            <p:cNvPr id="323" name="Freeform 323"/>
            <p:cNvSpPr/>
            <p:nvPr/>
          </p:nvSpPr>
          <p:spPr>
            <a:xfrm>
              <a:off x="3464242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FF4338"/>
              </a:solidFill>
            </a:ln>
          </p:spPr>
        </p:sp>
        <p:sp>
          <p:nvSpPr>
            <p:cNvPr id="324" name="Freeform 324"/>
            <p:cNvSpPr/>
            <p:nvPr/>
          </p:nvSpPr>
          <p:spPr>
            <a:xfrm>
              <a:off x="3495675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C93129"/>
              </a:solidFill>
            </a:ln>
          </p:spPr>
        </p:sp>
        <p:sp>
          <p:nvSpPr>
            <p:cNvPr id="325" name="Freeform 325"/>
            <p:cNvSpPr/>
            <p:nvPr/>
          </p:nvSpPr>
          <p:spPr>
            <a:xfrm>
              <a:off x="3528060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71221E"/>
              </a:solidFill>
            </a:ln>
          </p:spPr>
        </p:sp>
        <p:sp>
          <p:nvSpPr>
            <p:cNvPr id="326" name="Freeform 326"/>
            <p:cNvSpPr/>
            <p:nvPr/>
          </p:nvSpPr>
          <p:spPr>
            <a:xfrm>
              <a:off x="3560445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67201C"/>
              </a:solidFill>
            </a:ln>
          </p:spPr>
        </p:sp>
        <p:sp>
          <p:nvSpPr>
            <p:cNvPr id="327" name="Freeform 327"/>
            <p:cNvSpPr/>
            <p:nvPr/>
          </p:nvSpPr>
          <p:spPr>
            <a:xfrm>
              <a:off x="3591878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7F241F"/>
              </a:solidFill>
            </a:ln>
          </p:spPr>
        </p:sp>
        <p:sp>
          <p:nvSpPr>
            <p:cNvPr id="328" name="Freeform 328"/>
            <p:cNvSpPr/>
            <p:nvPr/>
          </p:nvSpPr>
          <p:spPr>
            <a:xfrm>
              <a:off x="3624262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7F241F"/>
              </a:solidFill>
            </a:ln>
          </p:spPr>
        </p:sp>
        <p:sp>
          <p:nvSpPr>
            <p:cNvPr id="329" name="Freeform 329"/>
            <p:cNvSpPr/>
            <p:nvPr/>
          </p:nvSpPr>
          <p:spPr>
            <a:xfrm>
              <a:off x="3656648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631F1C"/>
              </a:solidFill>
            </a:ln>
          </p:spPr>
        </p:sp>
        <p:sp>
          <p:nvSpPr>
            <p:cNvPr id="330" name="Freeform 330"/>
            <p:cNvSpPr/>
            <p:nvPr/>
          </p:nvSpPr>
          <p:spPr>
            <a:xfrm>
              <a:off x="3688080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862620"/>
              </a:solidFill>
            </a:ln>
          </p:spPr>
        </p:sp>
        <p:sp>
          <p:nvSpPr>
            <p:cNvPr id="331" name="Freeform 331"/>
            <p:cNvSpPr/>
            <p:nvPr/>
          </p:nvSpPr>
          <p:spPr>
            <a:xfrm>
              <a:off x="3720465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E9372D"/>
              </a:solidFill>
            </a:ln>
          </p:spPr>
        </p:sp>
        <p:sp>
          <p:nvSpPr>
            <p:cNvPr id="332" name="Freeform 332"/>
            <p:cNvSpPr/>
            <p:nvPr/>
          </p:nvSpPr>
          <p:spPr>
            <a:xfrm>
              <a:off x="3752850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FF968F"/>
              </a:solidFill>
            </a:ln>
          </p:spPr>
        </p:sp>
        <p:sp>
          <p:nvSpPr>
            <p:cNvPr id="333" name="Freeform 333"/>
            <p:cNvSpPr/>
            <p:nvPr/>
          </p:nvSpPr>
          <p:spPr>
            <a:xfrm>
              <a:off x="3784282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FFC7C2"/>
              </a:solidFill>
            </a:ln>
          </p:spPr>
        </p:sp>
        <p:sp>
          <p:nvSpPr>
            <p:cNvPr id="334" name="Freeform 334"/>
            <p:cNvSpPr/>
            <p:nvPr/>
          </p:nvSpPr>
          <p:spPr>
            <a:xfrm>
              <a:off x="3816668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FFC7C2"/>
              </a:solidFill>
            </a:ln>
          </p:spPr>
        </p:sp>
        <p:sp>
          <p:nvSpPr>
            <p:cNvPr id="335" name="Freeform 335"/>
            <p:cNvSpPr/>
            <p:nvPr/>
          </p:nvSpPr>
          <p:spPr>
            <a:xfrm>
              <a:off x="3848100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FF968F"/>
              </a:solidFill>
            </a:ln>
          </p:spPr>
        </p:sp>
        <p:sp>
          <p:nvSpPr>
            <p:cNvPr id="336" name="Freeform 336"/>
            <p:cNvSpPr/>
            <p:nvPr/>
          </p:nvSpPr>
          <p:spPr>
            <a:xfrm>
              <a:off x="3880485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E9372D"/>
              </a:solidFill>
            </a:ln>
          </p:spPr>
        </p:sp>
        <p:sp>
          <p:nvSpPr>
            <p:cNvPr id="337" name="Freeform 337"/>
            <p:cNvSpPr/>
            <p:nvPr/>
          </p:nvSpPr>
          <p:spPr>
            <a:xfrm>
              <a:off x="3912870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862620"/>
              </a:solidFill>
            </a:ln>
          </p:spPr>
        </p:sp>
        <p:sp>
          <p:nvSpPr>
            <p:cNvPr id="338" name="Freeform 338"/>
            <p:cNvSpPr/>
            <p:nvPr/>
          </p:nvSpPr>
          <p:spPr>
            <a:xfrm>
              <a:off x="3944302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631F1C"/>
              </a:solidFill>
            </a:ln>
          </p:spPr>
        </p:sp>
        <p:sp>
          <p:nvSpPr>
            <p:cNvPr id="339" name="Freeform 339"/>
            <p:cNvSpPr/>
            <p:nvPr/>
          </p:nvSpPr>
          <p:spPr>
            <a:xfrm>
              <a:off x="3976688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7F241F"/>
              </a:solidFill>
            </a:ln>
          </p:spPr>
        </p:sp>
        <p:sp>
          <p:nvSpPr>
            <p:cNvPr id="340" name="Freeform 340"/>
            <p:cNvSpPr/>
            <p:nvPr/>
          </p:nvSpPr>
          <p:spPr>
            <a:xfrm>
              <a:off x="4009072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7F241F"/>
              </a:solidFill>
            </a:ln>
          </p:spPr>
        </p:sp>
        <p:sp>
          <p:nvSpPr>
            <p:cNvPr id="341" name="Freeform 341"/>
            <p:cNvSpPr/>
            <p:nvPr/>
          </p:nvSpPr>
          <p:spPr>
            <a:xfrm>
              <a:off x="4040505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67201C"/>
              </a:solidFill>
            </a:ln>
          </p:spPr>
        </p:sp>
        <p:sp>
          <p:nvSpPr>
            <p:cNvPr id="342" name="Freeform 342"/>
            <p:cNvSpPr/>
            <p:nvPr/>
          </p:nvSpPr>
          <p:spPr>
            <a:xfrm>
              <a:off x="4072890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71221E"/>
              </a:solidFill>
            </a:ln>
          </p:spPr>
        </p:sp>
        <p:sp>
          <p:nvSpPr>
            <p:cNvPr id="343" name="Freeform 343"/>
            <p:cNvSpPr/>
            <p:nvPr/>
          </p:nvSpPr>
          <p:spPr>
            <a:xfrm>
              <a:off x="4104322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C93129"/>
              </a:solidFill>
            </a:ln>
          </p:spPr>
        </p:sp>
        <p:sp>
          <p:nvSpPr>
            <p:cNvPr id="344" name="Freeform 344"/>
            <p:cNvSpPr/>
            <p:nvPr/>
          </p:nvSpPr>
          <p:spPr>
            <a:xfrm>
              <a:off x="4136708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FF4338"/>
              </a:solidFill>
            </a:ln>
          </p:spPr>
        </p:sp>
        <p:sp>
          <p:nvSpPr>
            <p:cNvPr id="345" name="Freeform 345"/>
            <p:cNvSpPr/>
            <p:nvPr/>
          </p:nvSpPr>
          <p:spPr>
            <a:xfrm>
              <a:off x="4169092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FF6960"/>
              </a:solidFill>
            </a:ln>
          </p:spPr>
        </p:sp>
        <p:sp>
          <p:nvSpPr>
            <p:cNvPr id="346" name="Freeform 346"/>
            <p:cNvSpPr/>
            <p:nvPr/>
          </p:nvSpPr>
          <p:spPr>
            <a:xfrm>
              <a:off x="4200525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FF6960"/>
              </a:solidFill>
            </a:ln>
          </p:spPr>
        </p:sp>
        <p:sp>
          <p:nvSpPr>
            <p:cNvPr id="347" name="Freeform 347"/>
            <p:cNvSpPr/>
            <p:nvPr/>
          </p:nvSpPr>
          <p:spPr>
            <a:xfrm>
              <a:off x="4232910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FF3B30"/>
              </a:solidFill>
            </a:ln>
          </p:spPr>
        </p:sp>
        <p:sp>
          <p:nvSpPr>
            <p:cNvPr id="348" name="Freeform 348"/>
            <p:cNvSpPr/>
            <p:nvPr/>
          </p:nvSpPr>
          <p:spPr>
            <a:xfrm>
              <a:off x="4264342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C53128"/>
              </a:solidFill>
            </a:ln>
          </p:spPr>
        </p:sp>
        <p:sp>
          <p:nvSpPr>
            <p:cNvPr id="349" name="Freeform 349"/>
            <p:cNvSpPr/>
            <p:nvPr/>
          </p:nvSpPr>
          <p:spPr>
            <a:xfrm>
              <a:off x="4296728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75231E"/>
              </a:solidFill>
            </a:ln>
          </p:spPr>
        </p:sp>
        <p:sp>
          <p:nvSpPr>
            <p:cNvPr id="350" name="Freeform 350"/>
            <p:cNvSpPr/>
            <p:nvPr/>
          </p:nvSpPr>
          <p:spPr>
            <a:xfrm>
              <a:off x="4329112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471B18"/>
              </a:solidFill>
            </a:ln>
          </p:spPr>
        </p:sp>
        <p:sp>
          <p:nvSpPr>
            <p:cNvPr id="351" name="Freeform 351"/>
            <p:cNvSpPr/>
            <p:nvPr/>
          </p:nvSpPr>
          <p:spPr>
            <a:xfrm>
              <a:off x="4361498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5E1F1B"/>
              </a:solidFill>
            </a:ln>
          </p:spPr>
        </p:sp>
        <p:sp>
          <p:nvSpPr>
            <p:cNvPr id="352" name="Freeform 352"/>
            <p:cNvSpPr/>
            <p:nvPr/>
          </p:nvSpPr>
          <p:spPr>
            <a:xfrm>
              <a:off x="4392930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5E1F1B"/>
              </a:solidFill>
            </a:ln>
          </p:spPr>
        </p:sp>
        <p:sp>
          <p:nvSpPr>
            <p:cNvPr id="353" name="Freeform 353"/>
            <p:cNvSpPr/>
            <p:nvPr/>
          </p:nvSpPr>
          <p:spPr>
            <a:xfrm>
              <a:off x="4425315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4F1C19"/>
              </a:solidFill>
            </a:ln>
          </p:spPr>
        </p:sp>
        <p:sp>
          <p:nvSpPr>
            <p:cNvPr id="354" name="Freeform 354"/>
            <p:cNvSpPr/>
            <p:nvPr/>
          </p:nvSpPr>
          <p:spPr>
            <a:xfrm>
              <a:off x="4456748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451A18"/>
              </a:solidFill>
            </a:ln>
          </p:spPr>
        </p:sp>
        <p:sp>
          <p:nvSpPr>
            <p:cNvPr id="355" name="Freeform 355"/>
            <p:cNvSpPr/>
            <p:nvPr/>
          </p:nvSpPr>
          <p:spPr>
            <a:xfrm>
              <a:off x="4489132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79231F"/>
              </a:solidFill>
            </a:ln>
          </p:spPr>
        </p:sp>
        <p:sp>
          <p:nvSpPr>
            <p:cNvPr id="356" name="Freeform 356"/>
            <p:cNvSpPr/>
            <p:nvPr/>
          </p:nvSpPr>
          <p:spPr>
            <a:xfrm>
              <a:off x="4521518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982923"/>
              </a:solidFill>
            </a:ln>
          </p:spPr>
        </p:sp>
        <p:sp>
          <p:nvSpPr>
            <p:cNvPr id="357" name="Freeform 357"/>
            <p:cNvSpPr/>
            <p:nvPr/>
          </p:nvSpPr>
          <p:spPr>
            <a:xfrm>
              <a:off x="4552950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A02A24"/>
              </a:solidFill>
            </a:ln>
          </p:spPr>
        </p:sp>
        <p:sp>
          <p:nvSpPr>
            <p:cNvPr id="358" name="Freeform 358"/>
            <p:cNvSpPr/>
            <p:nvPr/>
          </p:nvSpPr>
          <p:spPr>
            <a:xfrm>
              <a:off x="4585335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9F2A23"/>
              </a:solidFill>
            </a:ln>
          </p:spPr>
        </p:sp>
        <p:sp>
          <p:nvSpPr>
            <p:cNvPr id="359" name="Freeform 359"/>
            <p:cNvSpPr/>
            <p:nvPr/>
          </p:nvSpPr>
          <p:spPr>
            <a:xfrm>
              <a:off x="4616768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8E2721"/>
              </a:solidFill>
            </a:ln>
          </p:spPr>
        </p:sp>
        <p:sp>
          <p:nvSpPr>
            <p:cNvPr id="360" name="Freeform 360"/>
            <p:cNvSpPr/>
            <p:nvPr/>
          </p:nvSpPr>
          <p:spPr>
            <a:xfrm>
              <a:off x="4649152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6C211D"/>
              </a:solidFill>
            </a:ln>
          </p:spPr>
        </p:sp>
        <p:sp>
          <p:nvSpPr>
            <p:cNvPr id="361" name="Freeform 361"/>
            <p:cNvSpPr/>
            <p:nvPr/>
          </p:nvSpPr>
          <p:spPr>
            <a:xfrm>
              <a:off x="4681538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431A18"/>
              </a:solidFill>
            </a:ln>
          </p:spPr>
        </p:sp>
        <p:sp>
          <p:nvSpPr>
            <p:cNvPr id="362" name="Freeform 362"/>
            <p:cNvSpPr/>
            <p:nvPr/>
          </p:nvSpPr>
          <p:spPr>
            <a:xfrm>
              <a:off x="4745355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2C1614"/>
              </a:solidFill>
            </a:ln>
          </p:spPr>
        </p:sp>
        <p:sp>
          <p:nvSpPr>
            <p:cNvPr id="363" name="Freeform 363"/>
            <p:cNvSpPr/>
            <p:nvPr/>
          </p:nvSpPr>
          <p:spPr>
            <a:xfrm>
              <a:off x="4776788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2C1614"/>
              </a:solidFill>
            </a:ln>
          </p:spPr>
        </p:sp>
        <p:sp>
          <p:nvSpPr>
            <p:cNvPr id="364" name="Freeform 364"/>
            <p:cNvSpPr/>
            <p:nvPr/>
          </p:nvSpPr>
          <p:spPr>
            <a:xfrm>
              <a:off x="5257800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371816"/>
              </a:solidFill>
            </a:ln>
          </p:spPr>
        </p:sp>
        <p:sp>
          <p:nvSpPr>
            <p:cNvPr id="365" name="Freeform 365"/>
            <p:cNvSpPr/>
            <p:nvPr/>
          </p:nvSpPr>
          <p:spPr>
            <a:xfrm>
              <a:off x="5289232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4C1B19"/>
              </a:solidFill>
            </a:ln>
          </p:spPr>
        </p:sp>
        <p:sp>
          <p:nvSpPr>
            <p:cNvPr id="366" name="Freeform 366"/>
            <p:cNvSpPr/>
            <p:nvPr/>
          </p:nvSpPr>
          <p:spPr>
            <a:xfrm>
              <a:off x="5321618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591E1A"/>
              </a:solidFill>
            </a:ln>
          </p:spPr>
        </p:sp>
        <p:sp>
          <p:nvSpPr>
            <p:cNvPr id="367" name="Freeform 367"/>
            <p:cNvSpPr/>
            <p:nvPr/>
          </p:nvSpPr>
          <p:spPr>
            <a:xfrm>
              <a:off x="5354002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5C1E1B"/>
              </a:solidFill>
            </a:ln>
          </p:spPr>
        </p:sp>
        <p:sp>
          <p:nvSpPr>
            <p:cNvPr id="368" name="Freeform 368"/>
            <p:cNvSpPr/>
            <p:nvPr/>
          </p:nvSpPr>
          <p:spPr>
            <a:xfrm>
              <a:off x="5386388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5B1E1B"/>
              </a:solidFill>
            </a:ln>
          </p:spPr>
        </p:sp>
        <p:sp>
          <p:nvSpPr>
            <p:cNvPr id="369" name="Freeform 369"/>
            <p:cNvSpPr/>
            <p:nvPr/>
          </p:nvSpPr>
          <p:spPr>
            <a:xfrm>
              <a:off x="5417820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501C19"/>
              </a:solidFill>
            </a:ln>
          </p:spPr>
        </p:sp>
        <p:sp>
          <p:nvSpPr>
            <p:cNvPr id="370" name="Freeform 370"/>
            <p:cNvSpPr/>
            <p:nvPr/>
          </p:nvSpPr>
          <p:spPr>
            <a:xfrm>
              <a:off x="5449252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3C1917"/>
              </a:solidFill>
            </a:ln>
          </p:spPr>
        </p:sp>
        <p:sp>
          <p:nvSpPr>
            <p:cNvPr id="371" name="Freeform 371"/>
            <p:cNvSpPr/>
            <p:nvPr/>
          </p:nvSpPr>
          <p:spPr>
            <a:xfrm>
              <a:off x="5514022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2C1614"/>
              </a:solidFill>
            </a:ln>
          </p:spPr>
        </p:sp>
        <p:sp>
          <p:nvSpPr>
            <p:cNvPr id="372" name="Freeform 372"/>
            <p:cNvSpPr/>
            <p:nvPr/>
          </p:nvSpPr>
          <p:spPr>
            <a:xfrm>
              <a:off x="5546408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2E1615"/>
              </a:solidFill>
            </a:ln>
          </p:spPr>
        </p:sp>
        <p:sp>
          <p:nvSpPr>
            <p:cNvPr id="373" name="Freeform 373"/>
            <p:cNvSpPr/>
            <p:nvPr/>
          </p:nvSpPr>
          <p:spPr>
            <a:xfrm>
              <a:off x="5577840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2C1615"/>
              </a:solidFill>
            </a:ln>
          </p:spPr>
        </p:sp>
        <p:sp>
          <p:nvSpPr>
            <p:cNvPr id="374" name="Freeform 374"/>
            <p:cNvSpPr/>
            <p:nvPr/>
          </p:nvSpPr>
          <p:spPr>
            <a:xfrm>
              <a:off x="5641658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351716"/>
              </a:solidFill>
            </a:ln>
          </p:spPr>
        </p:sp>
        <p:sp>
          <p:nvSpPr>
            <p:cNvPr id="375" name="Freeform 375"/>
            <p:cNvSpPr/>
            <p:nvPr/>
          </p:nvSpPr>
          <p:spPr>
            <a:xfrm>
              <a:off x="5674042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461A18"/>
              </a:solidFill>
            </a:ln>
          </p:spPr>
        </p:sp>
        <p:sp>
          <p:nvSpPr>
            <p:cNvPr id="376" name="Freeform 376"/>
            <p:cNvSpPr/>
            <p:nvPr/>
          </p:nvSpPr>
          <p:spPr>
            <a:xfrm>
              <a:off x="5706428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4F1C19"/>
              </a:solidFill>
            </a:ln>
          </p:spPr>
        </p:sp>
        <p:sp>
          <p:nvSpPr>
            <p:cNvPr id="377" name="Freeform 377"/>
            <p:cNvSpPr/>
            <p:nvPr/>
          </p:nvSpPr>
          <p:spPr>
            <a:xfrm>
              <a:off x="5738812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4F1C19"/>
              </a:solidFill>
            </a:ln>
          </p:spPr>
        </p:sp>
        <p:sp>
          <p:nvSpPr>
            <p:cNvPr id="378" name="Freeform 378"/>
            <p:cNvSpPr/>
            <p:nvPr/>
          </p:nvSpPr>
          <p:spPr>
            <a:xfrm>
              <a:off x="5770245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4C1B19"/>
              </a:solidFill>
            </a:ln>
          </p:spPr>
        </p:sp>
        <p:sp>
          <p:nvSpPr>
            <p:cNvPr id="379" name="Freeform 379"/>
            <p:cNvSpPr/>
            <p:nvPr/>
          </p:nvSpPr>
          <p:spPr>
            <a:xfrm>
              <a:off x="5801678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401917"/>
              </a:solidFill>
            </a:ln>
          </p:spPr>
        </p:sp>
        <p:sp>
          <p:nvSpPr>
            <p:cNvPr id="380" name="Freeform 380"/>
            <p:cNvSpPr/>
            <p:nvPr/>
          </p:nvSpPr>
          <p:spPr>
            <a:xfrm>
              <a:off x="5834062" y="3306128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2F1615"/>
              </a:solidFill>
            </a:ln>
          </p:spPr>
        </p:sp>
        <p:sp>
          <p:nvSpPr>
            <p:cNvPr id="381" name="Freeform 381"/>
            <p:cNvSpPr/>
            <p:nvPr/>
          </p:nvSpPr>
          <p:spPr>
            <a:xfrm>
              <a:off x="1451610" y="4072890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455581">
              <a:solidFill>
                <a:srgbClr val="111111"/>
              </a:solidFill>
            </a:ln>
          </p:spPr>
        </p:sp>
        <p:sp>
          <p:nvSpPr>
            <p:cNvPr id="382" name="Freeform 382"/>
            <p:cNvSpPr/>
            <p:nvPr/>
          </p:nvSpPr>
          <p:spPr>
            <a:xfrm>
              <a:off x="1879282" y="4072890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455581">
              <a:solidFill>
                <a:srgbClr val="111111"/>
              </a:solidFill>
            </a:ln>
          </p:spPr>
        </p:sp>
        <p:sp>
          <p:nvSpPr>
            <p:cNvPr id="383" name="Freeform 383"/>
            <p:cNvSpPr/>
            <p:nvPr/>
          </p:nvSpPr>
          <p:spPr>
            <a:xfrm>
              <a:off x="2306002" y="4072890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455581">
              <a:solidFill>
                <a:srgbClr val="111111"/>
              </a:solidFill>
            </a:ln>
          </p:spPr>
        </p:sp>
        <p:sp>
          <p:nvSpPr>
            <p:cNvPr id="384" name="Freeform 384"/>
            <p:cNvSpPr/>
            <p:nvPr/>
          </p:nvSpPr>
          <p:spPr>
            <a:xfrm>
              <a:off x="2732722" y="4072890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455581">
              <a:solidFill>
                <a:srgbClr val="111111"/>
              </a:solidFill>
            </a:ln>
          </p:spPr>
        </p:sp>
        <p:sp>
          <p:nvSpPr>
            <p:cNvPr id="385" name="Freeform 385"/>
            <p:cNvSpPr/>
            <p:nvPr/>
          </p:nvSpPr>
          <p:spPr>
            <a:xfrm>
              <a:off x="3159442" y="4072890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455581">
              <a:solidFill>
                <a:srgbClr val="111111"/>
              </a:solidFill>
            </a:ln>
          </p:spPr>
        </p:sp>
        <p:sp>
          <p:nvSpPr>
            <p:cNvPr id="386" name="Freeform 386"/>
            <p:cNvSpPr/>
            <p:nvPr/>
          </p:nvSpPr>
          <p:spPr>
            <a:xfrm>
              <a:off x="3587115" y="4072890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455581">
              <a:solidFill>
                <a:srgbClr val="111111"/>
              </a:solidFill>
            </a:ln>
          </p:spPr>
        </p:sp>
        <p:sp>
          <p:nvSpPr>
            <p:cNvPr id="387" name="Freeform 387"/>
            <p:cNvSpPr/>
            <p:nvPr/>
          </p:nvSpPr>
          <p:spPr>
            <a:xfrm>
              <a:off x="4013835" y="4072890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455581">
              <a:solidFill>
                <a:srgbClr val="111111"/>
              </a:solidFill>
            </a:ln>
          </p:spPr>
        </p:sp>
        <p:sp>
          <p:nvSpPr>
            <p:cNvPr id="388" name="Freeform 388"/>
            <p:cNvSpPr/>
            <p:nvPr/>
          </p:nvSpPr>
          <p:spPr>
            <a:xfrm>
              <a:off x="4440555" y="4072890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455581">
              <a:solidFill>
                <a:srgbClr val="111111"/>
              </a:solidFill>
            </a:ln>
          </p:spPr>
        </p:sp>
        <p:sp>
          <p:nvSpPr>
            <p:cNvPr id="389" name="Freeform 389"/>
            <p:cNvSpPr/>
            <p:nvPr/>
          </p:nvSpPr>
          <p:spPr>
            <a:xfrm>
              <a:off x="4868228" y="4072890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455581">
              <a:solidFill>
                <a:srgbClr val="111111"/>
              </a:solidFill>
            </a:ln>
          </p:spPr>
        </p:sp>
        <p:sp>
          <p:nvSpPr>
            <p:cNvPr id="390" name="Freeform 390"/>
            <p:cNvSpPr/>
            <p:nvPr/>
          </p:nvSpPr>
          <p:spPr>
            <a:xfrm>
              <a:off x="5294948" y="4072890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455581">
              <a:solidFill>
                <a:srgbClr val="111111"/>
              </a:solidFill>
            </a:ln>
          </p:spPr>
        </p:sp>
        <p:sp>
          <p:nvSpPr>
            <p:cNvPr id="391" name="Freeform 391"/>
            <p:cNvSpPr/>
            <p:nvPr/>
          </p:nvSpPr>
          <p:spPr>
            <a:xfrm>
              <a:off x="5722620" y="4072890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455581">
              <a:solidFill>
                <a:srgbClr val="111111"/>
              </a:solidFill>
            </a:ln>
          </p:spPr>
        </p:sp>
        <p:sp>
          <p:nvSpPr>
            <p:cNvPr id="392" name="Freeform 392"/>
            <p:cNvSpPr/>
            <p:nvPr/>
          </p:nvSpPr>
          <p:spPr>
            <a:xfrm>
              <a:off x="6149340" y="4072890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455581">
              <a:solidFill>
                <a:srgbClr val="111111"/>
              </a:solidFill>
            </a:ln>
          </p:spPr>
        </p:sp>
        <p:sp>
          <p:nvSpPr>
            <p:cNvPr id="393" name="Freeform 393"/>
            <p:cNvSpPr/>
            <p:nvPr/>
          </p:nvSpPr>
          <p:spPr>
            <a:xfrm>
              <a:off x="1798320" y="4072890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3A1816"/>
              </a:solidFill>
            </a:ln>
          </p:spPr>
        </p:sp>
        <p:sp>
          <p:nvSpPr>
            <p:cNvPr id="394" name="Freeform 394"/>
            <p:cNvSpPr/>
            <p:nvPr/>
          </p:nvSpPr>
          <p:spPr>
            <a:xfrm>
              <a:off x="1830705" y="4072890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4B1B19"/>
              </a:solidFill>
            </a:ln>
          </p:spPr>
        </p:sp>
        <p:sp>
          <p:nvSpPr>
            <p:cNvPr id="395" name="Freeform 395"/>
            <p:cNvSpPr/>
            <p:nvPr/>
          </p:nvSpPr>
          <p:spPr>
            <a:xfrm>
              <a:off x="1863090" y="4072890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4F1C19"/>
              </a:solidFill>
            </a:ln>
          </p:spPr>
        </p:sp>
        <p:sp>
          <p:nvSpPr>
            <p:cNvPr id="396" name="Freeform 396"/>
            <p:cNvSpPr/>
            <p:nvPr/>
          </p:nvSpPr>
          <p:spPr>
            <a:xfrm>
              <a:off x="1895475" y="4072890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4D1C19"/>
              </a:solidFill>
            </a:ln>
          </p:spPr>
        </p:sp>
        <p:sp>
          <p:nvSpPr>
            <p:cNvPr id="397" name="Freeform 397"/>
            <p:cNvSpPr/>
            <p:nvPr/>
          </p:nvSpPr>
          <p:spPr>
            <a:xfrm>
              <a:off x="1926908" y="4072890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3C1917"/>
              </a:solidFill>
            </a:ln>
          </p:spPr>
        </p:sp>
        <p:sp>
          <p:nvSpPr>
            <p:cNvPr id="398" name="Freeform 398"/>
            <p:cNvSpPr/>
            <p:nvPr/>
          </p:nvSpPr>
          <p:spPr>
            <a:xfrm>
              <a:off x="2183130" y="4072890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461A18"/>
              </a:solidFill>
            </a:ln>
          </p:spPr>
        </p:sp>
        <p:sp>
          <p:nvSpPr>
            <p:cNvPr id="399" name="Freeform 399"/>
            <p:cNvSpPr/>
            <p:nvPr/>
          </p:nvSpPr>
          <p:spPr>
            <a:xfrm>
              <a:off x="2215515" y="4072890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5A1E1A"/>
              </a:solidFill>
            </a:ln>
          </p:spPr>
        </p:sp>
        <p:sp>
          <p:nvSpPr>
            <p:cNvPr id="400" name="Freeform 400"/>
            <p:cNvSpPr/>
            <p:nvPr/>
          </p:nvSpPr>
          <p:spPr>
            <a:xfrm>
              <a:off x="2246948" y="4072890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5C1E1B"/>
              </a:solidFill>
            </a:ln>
          </p:spPr>
        </p:sp>
        <p:sp>
          <p:nvSpPr>
            <p:cNvPr id="401" name="Freeform 401"/>
            <p:cNvSpPr/>
            <p:nvPr/>
          </p:nvSpPr>
          <p:spPr>
            <a:xfrm>
              <a:off x="2279332" y="4072890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581E1A"/>
              </a:solidFill>
            </a:ln>
          </p:spPr>
        </p:sp>
        <p:sp>
          <p:nvSpPr>
            <p:cNvPr id="402" name="Freeform 402"/>
            <p:cNvSpPr/>
            <p:nvPr/>
          </p:nvSpPr>
          <p:spPr>
            <a:xfrm>
              <a:off x="2310765" y="4072890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421A17"/>
              </a:solidFill>
            </a:ln>
          </p:spPr>
        </p:sp>
        <p:sp>
          <p:nvSpPr>
            <p:cNvPr id="403" name="Freeform 403"/>
            <p:cNvSpPr/>
            <p:nvPr/>
          </p:nvSpPr>
          <p:spPr>
            <a:xfrm>
              <a:off x="2855595" y="4072890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2A1514"/>
              </a:solidFill>
            </a:ln>
          </p:spPr>
        </p:sp>
        <p:sp>
          <p:nvSpPr>
            <p:cNvPr id="404" name="Freeform 404"/>
            <p:cNvSpPr/>
            <p:nvPr/>
          </p:nvSpPr>
          <p:spPr>
            <a:xfrm>
              <a:off x="2887980" y="4072890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2D1615"/>
              </a:solidFill>
            </a:ln>
          </p:spPr>
        </p:sp>
        <p:sp>
          <p:nvSpPr>
            <p:cNvPr id="405" name="Freeform 405"/>
            <p:cNvSpPr/>
            <p:nvPr/>
          </p:nvSpPr>
          <p:spPr>
            <a:xfrm>
              <a:off x="2951798" y="4072890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571D1A"/>
              </a:solidFill>
            </a:ln>
          </p:spPr>
        </p:sp>
        <p:sp>
          <p:nvSpPr>
            <p:cNvPr id="406" name="Freeform 406"/>
            <p:cNvSpPr/>
            <p:nvPr/>
          </p:nvSpPr>
          <p:spPr>
            <a:xfrm>
              <a:off x="2983230" y="4072890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892621"/>
              </a:solidFill>
            </a:ln>
          </p:spPr>
        </p:sp>
        <p:sp>
          <p:nvSpPr>
            <p:cNvPr id="407" name="Freeform 407"/>
            <p:cNvSpPr/>
            <p:nvPr/>
          </p:nvSpPr>
          <p:spPr>
            <a:xfrm>
              <a:off x="3015615" y="4072890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9E2A23"/>
              </a:solidFill>
            </a:ln>
          </p:spPr>
        </p:sp>
        <p:sp>
          <p:nvSpPr>
            <p:cNvPr id="408" name="Freeform 408"/>
            <p:cNvSpPr/>
            <p:nvPr/>
          </p:nvSpPr>
          <p:spPr>
            <a:xfrm>
              <a:off x="3048000" y="4072890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9E2A23"/>
              </a:solidFill>
            </a:ln>
          </p:spPr>
        </p:sp>
        <p:sp>
          <p:nvSpPr>
            <p:cNvPr id="409" name="Freeform 409"/>
            <p:cNvSpPr/>
            <p:nvPr/>
          </p:nvSpPr>
          <p:spPr>
            <a:xfrm>
              <a:off x="3080385" y="4072890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892621"/>
              </a:solidFill>
            </a:ln>
          </p:spPr>
        </p:sp>
        <p:sp>
          <p:nvSpPr>
            <p:cNvPr id="410" name="Freeform 410"/>
            <p:cNvSpPr/>
            <p:nvPr/>
          </p:nvSpPr>
          <p:spPr>
            <a:xfrm>
              <a:off x="3111818" y="4072890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4E1C19"/>
              </a:solidFill>
            </a:ln>
          </p:spPr>
        </p:sp>
        <p:sp>
          <p:nvSpPr>
            <p:cNvPr id="411" name="Freeform 411"/>
            <p:cNvSpPr/>
            <p:nvPr/>
          </p:nvSpPr>
          <p:spPr>
            <a:xfrm>
              <a:off x="3144202" y="4072890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4A1B18"/>
              </a:solidFill>
            </a:ln>
          </p:spPr>
        </p:sp>
        <p:sp>
          <p:nvSpPr>
            <p:cNvPr id="412" name="Freeform 412"/>
            <p:cNvSpPr/>
            <p:nvPr/>
          </p:nvSpPr>
          <p:spPr>
            <a:xfrm>
              <a:off x="3175635" y="4072890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4C1B19"/>
              </a:solidFill>
            </a:ln>
          </p:spPr>
        </p:sp>
        <p:sp>
          <p:nvSpPr>
            <p:cNvPr id="413" name="Freeform 413"/>
            <p:cNvSpPr/>
            <p:nvPr/>
          </p:nvSpPr>
          <p:spPr>
            <a:xfrm>
              <a:off x="3208020" y="4072890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3E1917"/>
              </a:solidFill>
            </a:ln>
          </p:spPr>
        </p:sp>
        <p:sp>
          <p:nvSpPr>
            <p:cNvPr id="414" name="Freeform 414"/>
            <p:cNvSpPr/>
            <p:nvPr/>
          </p:nvSpPr>
          <p:spPr>
            <a:xfrm>
              <a:off x="3240405" y="4072890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4F1C19"/>
              </a:solidFill>
            </a:ln>
          </p:spPr>
        </p:sp>
        <p:sp>
          <p:nvSpPr>
            <p:cNvPr id="415" name="Freeform 415"/>
            <p:cNvSpPr/>
            <p:nvPr/>
          </p:nvSpPr>
          <p:spPr>
            <a:xfrm>
              <a:off x="3271838" y="4072890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561D1A"/>
              </a:solidFill>
            </a:ln>
          </p:spPr>
        </p:sp>
        <p:sp>
          <p:nvSpPr>
            <p:cNvPr id="416" name="Freeform 416"/>
            <p:cNvSpPr/>
            <p:nvPr/>
          </p:nvSpPr>
          <p:spPr>
            <a:xfrm>
              <a:off x="3304222" y="4072890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4D1C19"/>
              </a:solidFill>
            </a:ln>
          </p:spPr>
        </p:sp>
        <p:sp>
          <p:nvSpPr>
            <p:cNvPr id="417" name="Freeform 417"/>
            <p:cNvSpPr/>
            <p:nvPr/>
          </p:nvSpPr>
          <p:spPr>
            <a:xfrm>
              <a:off x="3335655" y="4072890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942822"/>
              </a:solidFill>
            </a:ln>
          </p:spPr>
        </p:sp>
        <p:sp>
          <p:nvSpPr>
            <p:cNvPr id="418" name="Freeform 418"/>
            <p:cNvSpPr/>
            <p:nvPr/>
          </p:nvSpPr>
          <p:spPr>
            <a:xfrm>
              <a:off x="3368040" y="4072890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F2392E"/>
              </a:solidFill>
            </a:ln>
          </p:spPr>
        </p:sp>
        <p:sp>
          <p:nvSpPr>
            <p:cNvPr id="419" name="Freeform 419"/>
            <p:cNvSpPr/>
            <p:nvPr/>
          </p:nvSpPr>
          <p:spPr>
            <a:xfrm>
              <a:off x="3400425" y="4072890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FF685F"/>
              </a:solidFill>
            </a:ln>
          </p:spPr>
        </p:sp>
        <p:sp>
          <p:nvSpPr>
            <p:cNvPr id="420" name="Freeform 420"/>
            <p:cNvSpPr/>
            <p:nvPr/>
          </p:nvSpPr>
          <p:spPr>
            <a:xfrm>
              <a:off x="3431858" y="4072890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FF685F"/>
              </a:solidFill>
            </a:ln>
          </p:spPr>
        </p:sp>
        <p:sp>
          <p:nvSpPr>
            <p:cNvPr id="421" name="Freeform 421"/>
            <p:cNvSpPr/>
            <p:nvPr/>
          </p:nvSpPr>
          <p:spPr>
            <a:xfrm>
              <a:off x="3464242" y="4072890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ED382E"/>
              </a:solidFill>
            </a:ln>
          </p:spPr>
        </p:sp>
        <p:sp>
          <p:nvSpPr>
            <p:cNvPr id="422" name="Freeform 422"/>
            <p:cNvSpPr/>
            <p:nvPr/>
          </p:nvSpPr>
          <p:spPr>
            <a:xfrm>
              <a:off x="3495675" y="4072890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862620"/>
              </a:solidFill>
            </a:ln>
          </p:spPr>
        </p:sp>
        <p:sp>
          <p:nvSpPr>
            <p:cNvPr id="423" name="Freeform 423"/>
            <p:cNvSpPr/>
            <p:nvPr/>
          </p:nvSpPr>
          <p:spPr>
            <a:xfrm>
              <a:off x="3528060" y="4072890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66201C"/>
              </a:solidFill>
            </a:ln>
          </p:spPr>
        </p:sp>
        <p:sp>
          <p:nvSpPr>
            <p:cNvPr id="424" name="Freeform 424"/>
            <p:cNvSpPr/>
            <p:nvPr/>
          </p:nvSpPr>
          <p:spPr>
            <a:xfrm>
              <a:off x="3560445" y="4072890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6B211D"/>
              </a:solidFill>
            </a:ln>
          </p:spPr>
        </p:sp>
        <p:sp>
          <p:nvSpPr>
            <p:cNvPr id="425" name="Freeform 425"/>
            <p:cNvSpPr/>
            <p:nvPr/>
          </p:nvSpPr>
          <p:spPr>
            <a:xfrm>
              <a:off x="3591878" y="4072890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5A1E1A"/>
              </a:solidFill>
            </a:ln>
          </p:spPr>
        </p:sp>
        <p:sp>
          <p:nvSpPr>
            <p:cNvPr id="426" name="Freeform 426"/>
            <p:cNvSpPr/>
            <p:nvPr/>
          </p:nvSpPr>
          <p:spPr>
            <a:xfrm>
              <a:off x="3624262" y="4072890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621F1B"/>
              </a:solidFill>
            </a:ln>
          </p:spPr>
        </p:sp>
        <p:sp>
          <p:nvSpPr>
            <p:cNvPr id="427" name="Freeform 427"/>
            <p:cNvSpPr/>
            <p:nvPr/>
          </p:nvSpPr>
          <p:spPr>
            <a:xfrm>
              <a:off x="3656648" y="4072890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6F221D"/>
              </a:solidFill>
            </a:ln>
          </p:spPr>
        </p:sp>
        <p:sp>
          <p:nvSpPr>
            <p:cNvPr id="428" name="Freeform 428"/>
            <p:cNvSpPr/>
            <p:nvPr/>
          </p:nvSpPr>
          <p:spPr>
            <a:xfrm>
              <a:off x="3688080" y="4072890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67201C"/>
              </a:solidFill>
            </a:ln>
          </p:spPr>
        </p:sp>
        <p:sp>
          <p:nvSpPr>
            <p:cNvPr id="429" name="Freeform 429"/>
            <p:cNvSpPr/>
            <p:nvPr/>
          </p:nvSpPr>
          <p:spPr>
            <a:xfrm>
              <a:off x="3720465" y="4072890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A52B24"/>
              </a:solidFill>
            </a:ln>
          </p:spPr>
        </p:sp>
        <p:sp>
          <p:nvSpPr>
            <p:cNvPr id="430" name="Freeform 430"/>
            <p:cNvSpPr/>
            <p:nvPr/>
          </p:nvSpPr>
          <p:spPr>
            <a:xfrm>
              <a:off x="3752850" y="4072890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FF6E65"/>
              </a:solidFill>
            </a:ln>
          </p:spPr>
        </p:sp>
        <p:sp>
          <p:nvSpPr>
            <p:cNvPr id="431" name="Freeform 431"/>
            <p:cNvSpPr/>
            <p:nvPr/>
          </p:nvSpPr>
          <p:spPr>
            <a:xfrm>
              <a:off x="3784282" y="4072890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FFC7C2"/>
              </a:solidFill>
            </a:ln>
          </p:spPr>
        </p:sp>
        <p:sp>
          <p:nvSpPr>
            <p:cNvPr id="432" name="Freeform 432"/>
            <p:cNvSpPr/>
            <p:nvPr/>
          </p:nvSpPr>
          <p:spPr>
            <a:xfrm>
              <a:off x="3816668" y="4072890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FFC7C2"/>
              </a:solidFill>
            </a:ln>
          </p:spPr>
        </p:sp>
        <p:sp>
          <p:nvSpPr>
            <p:cNvPr id="433" name="Freeform 433"/>
            <p:cNvSpPr/>
            <p:nvPr/>
          </p:nvSpPr>
          <p:spPr>
            <a:xfrm>
              <a:off x="3848100" y="4072890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FF6E65"/>
              </a:solidFill>
            </a:ln>
          </p:spPr>
        </p:sp>
        <p:sp>
          <p:nvSpPr>
            <p:cNvPr id="434" name="Freeform 434"/>
            <p:cNvSpPr/>
            <p:nvPr/>
          </p:nvSpPr>
          <p:spPr>
            <a:xfrm>
              <a:off x="3880485" y="4072890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A52B24"/>
              </a:solidFill>
            </a:ln>
          </p:spPr>
        </p:sp>
        <p:sp>
          <p:nvSpPr>
            <p:cNvPr id="435" name="Freeform 435"/>
            <p:cNvSpPr/>
            <p:nvPr/>
          </p:nvSpPr>
          <p:spPr>
            <a:xfrm>
              <a:off x="3912870" y="4072890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67201C"/>
              </a:solidFill>
            </a:ln>
          </p:spPr>
        </p:sp>
        <p:sp>
          <p:nvSpPr>
            <p:cNvPr id="436" name="Freeform 436"/>
            <p:cNvSpPr/>
            <p:nvPr/>
          </p:nvSpPr>
          <p:spPr>
            <a:xfrm>
              <a:off x="3944302" y="4072890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6F221D"/>
              </a:solidFill>
            </a:ln>
          </p:spPr>
        </p:sp>
        <p:sp>
          <p:nvSpPr>
            <p:cNvPr id="437" name="Freeform 437"/>
            <p:cNvSpPr/>
            <p:nvPr/>
          </p:nvSpPr>
          <p:spPr>
            <a:xfrm>
              <a:off x="3976688" y="4072890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621F1B"/>
              </a:solidFill>
            </a:ln>
          </p:spPr>
        </p:sp>
        <p:sp>
          <p:nvSpPr>
            <p:cNvPr id="438" name="Freeform 438"/>
            <p:cNvSpPr/>
            <p:nvPr/>
          </p:nvSpPr>
          <p:spPr>
            <a:xfrm>
              <a:off x="4009072" y="4072890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5A1E1A"/>
              </a:solidFill>
            </a:ln>
          </p:spPr>
        </p:sp>
        <p:sp>
          <p:nvSpPr>
            <p:cNvPr id="439" name="Freeform 439"/>
            <p:cNvSpPr/>
            <p:nvPr/>
          </p:nvSpPr>
          <p:spPr>
            <a:xfrm>
              <a:off x="4040505" y="4072890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6B211D"/>
              </a:solidFill>
            </a:ln>
          </p:spPr>
        </p:sp>
        <p:sp>
          <p:nvSpPr>
            <p:cNvPr id="440" name="Freeform 440"/>
            <p:cNvSpPr/>
            <p:nvPr/>
          </p:nvSpPr>
          <p:spPr>
            <a:xfrm>
              <a:off x="4072890" y="4072890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66201C"/>
              </a:solidFill>
            </a:ln>
          </p:spPr>
        </p:sp>
        <p:sp>
          <p:nvSpPr>
            <p:cNvPr id="441" name="Freeform 441"/>
            <p:cNvSpPr/>
            <p:nvPr/>
          </p:nvSpPr>
          <p:spPr>
            <a:xfrm>
              <a:off x="4104322" y="4072890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862620"/>
              </a:solidFill>
            </a:ln>
          </p:spPr>
        </p:sp>
        <p:sp>
          <p:nvSpPr>
            <p:cNvPr id="442" name="Freeform 442"/>
            <p:cNvSpPr/>
            <p:nvPr/>
          </p:nvSpPr>
          <p:spPr>
            <a:xfrm>
              <a:off x="4136708" y="4072890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ED382E"/>
              </a:solidFill>
            </a:ln>
          </p:spPr>
        </p:sp>
        <p:sp>
          <p:nvSpPr>
            <p:cNvPr id="443" name="Freeform 443"/>
            <p:cNvSpPr/>
            <p:nvPr/>
          </p:nvSpPr>
          <p:spPr>
            <a:xfrm>
              <a:off x="4169092" y="4072890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FF685F"/>
              </a:solidFill>
            </a:ln>
          </p:spPr>
        </p:sp>
        <p:sp>
          <p:nvSpPr>
            <p:cNvPr id="444" name="Freeform 444"/>
            <p:cNvSpPr/>
            <p:nvPr/>
          </p:nvSpPr>
          <p:spPr>
            <a:xfrm>
              <a:off x="4200525" y="4072890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FF685F"/>
              </a:solidFill>
            </a:ln>
          </p:spPr>
        </p:sp>
        <p:sp>
          <p:nvSpPr>
            <p:cNvPr id="445" name="Freeform 445"/>
            <p:cNvSpPr/>
            <p:nvPr/>
          </p:nvSpPr>
          <p:spPr>
            <a:xfrm>
              <a:off x="4232910" y="4072890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F2392E"/>
              </a:solidFill>
            </a:ln>
          </p:spPr>
        </p:sp>
        <p:sp>
          <p:nvSpPr>
            <p:cNvPr id="446" name="Freeform 446"/>
            <p:cNvSpPr/>
            <p:nvPr/>
          </p:nvSpPr>
          <p:spPr>
            <a:xfrm>
              <a:off x="4264342" y="4072890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942822"/>
              </a:solidFill>
            </a:ln>
          </p:spPr>
        </p:sp>
        <p:sp>
          <p:nvSpPr>
            <p:cNvPr id="447" name="Freeform 447"/>
            <p:cNvSpPr/>
            <p:nvPr/>
          </p:nvSpPr>
          <p:spPr>
            <a:xfrm>
              <a:off x="4296728" y="4072890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4D1C19"/>
              </a:solidFill>
            </a:ln>
          </p:spPr>
        </p:sp>
        <p:sp>
          <p:nvSpPr>
            <p:cNvPr id="448" name="Freeform 448"/>
            <p:cNvSpPr/>
            <p:nvPr/>
          </p:nvSpPr>
          <p:spPr>
            <a:xfrm>
              <a:off x="4329112" y="4072890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561D1A"/>
              </a:solidFill>
            </a:ln>
          </p:spPr>
        </p:sp>
        <p:sp>
          <p:nvSpPr>
            <p:cNvPr id="449" name="Freeform 449"/>
            <p:cNvSpPr/>
            <p:nvPr/>
          </p:nvSpPr>
          <p:spPr>
            <a:xfrm>
              <a:off x="4361498" y="4072890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4F1C19"/>
              </a:solidFill>
            </a:ln>
          </p:spPr>
        </p:sp>
        <p:sp>
          <p:nvSpPr>
            <p:cNvPr id="450" name="Freeform 450"/>
            <p:cNvSpPr/>
            <p:nvPr/>
          </p:nvSpPr>
          <p:spPr>
            <a:xfrm>
              <a:off x="4392930" y="4072890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3E1917"/>
              </a:solidFill>
            </a:ln>
          </p:spPr>
        </p:sp>
        <p:sp>
          <p:nvSpPr>
            <p:cNvPr id="451" name="Freeform 451"/>
            <p:cNvSpPr/>
            <p:nvPr/>
          </p:nvSpPr>
          <p:spPr>
            <a:xfrm>
              <a:off x="4425315" y="4072890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4C1B19"/>
              </a:solidFill>
            </a:ln>
          </p:spPr>
        </p:sp>
        <p:sp>
          <p:nvSpPr>
            <p:cNvPr id="452" name="Freeform 452"/>
            <p:cNvSpPr/>
            <p:nvPr/>
          </p:nvSpPr>
          <p:spPr>
            <a:xfrm>
              <a:off x="4456748" y="4072890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4A1B18"/>
              </a:solidFill>
            </a:ln>
          </p:spPr>
        </p:sp>
        <p:sp>
          <p:nvSpPr>
            <p:cNvPr id="453" name="Freeform 453"/>
            <p:cNvSpPr/>
            <p:nvPr/>
          </p:nvSpPr>
          <p:spPr>
            <a:xfrm>
              <a:off x="4489132" y="4072890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4E1C19"/>
              </a:solidFill>
            </a:ln>
          </p:spPr>
        </p:sp>
        <p:sp>
          <p:nvSpPr>
            <p:cNvPr id="454" name="Freeform 454"/>
            <p:cNvSpPr/>
            <p:nvPr/>
          </p:nvSpPr>
          <p:spPr>
            <a:xfrm>
              <a:off x="4521518" y="4072890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892621"/>
              </a:solidFill>
            </a:ln>
          </p:spPr>
        </p:sp>
        <p:sp>
          <p:nvSpPr>
            <p:cNvPr id="455" name="Freeform 455"/>
            <p:cNvSpPr/>
            <p:nvPr/>
          </p:nvSpPr>
          <p:spPr>
            <a:xfrm>
              <a:off x="4552950" y="4072890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9E2A23"/>
              </a:solidFill>
            </a:ln>
          </p:spPr>
        </p:sp>
        <p:sp>
          <p:nvSpPr>
            <p:cNvPr id="456" name="Freeform 456"/>
            <p:cNvSpPr/>
            <p:nvPr/>
          </p:nvSpPr>
          <p:spPr>
            <a:xfrm>
              <a:off x="4585335" y="4072890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9E2A23"/>
              </a:solidFill>
            </a:ln>
          </p:spPr>
        </p:sp>
        <p:sp>
          <p:nvSpPr>
            <p:cNvPr id="457" name="Freeform 457"/>
            <p:cNvSpPr/>
            <p:nvPr/>
          </p:nvSpPr>
          <p:spPr>
            <a:xfrm>
              <a:off x="4616768" y="4072890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892621"/>
              </a:solidFill>
            </a:ln>
          </p:spPr>
        </p:sp>
        <p:sp>
          <p:nvSpPr>
            <p:cNvPr id="458" name="Freeform 458"/>
            <p:cNvSpPr/>
            <p:nvPr/>
          </p:nvSpPr>
          <p:spPr>
            <a:xfrm>
              <a:off x="4649152" y="4072890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571D1A"/>
              </a:solidFill>
            </a:ln>
          </p:spPr>
        </p:sp>
        <p:sp>
          <p:nvSpPr>
            <p:cNvPr id="459" name="Freeform 459"/>
            <p:cNvSpPr/>
            <p:nvPr/>
          </p:nvSpPr>
          <p:spPr>
            <a:xfrm>
              <a:off x="4713922" y="4072890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2D1615"/>
              </a:solidFill>
            </a:ln>
          </p:spPr>
        </p:sp>
        <p:sp>
          <p:nvSpPr>
            <p:cNvPr id="460" name="Freeform 460"/>
            <p:cNvSpPr/>
            <p:nvPr/>
          </p:nvSpPr>
          <p:spPr>
            <a:xfrm>
              <a:off x="4745355" y="4072890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2A1514"/>
              </a:solidFill>
            </a:ln>
          </p:spPr>
        </p:sp>
        <p:sp>
          <p:nvSpPr>
            <p:cNvPr id="461" name="Freeform 461"/>
            <p:cNvSpPr/>
            <p:nvPr/>
          </p:nvSpPr>
          <p:spPr>
            <a:xfrm>
              <a:off x="5289232" y="4072890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421A17"/>
              </a:solidFill>
            </a:ln>
          </p:spPr>
        </p:sp>
        <p:sp>
          <p:nvSpPr>
            <p:cNvPr id="462" name="Freeform 462"/>
            <p:cNvSpPr/>
            <p:nvPr/>
          </p:nvSpPr>
          <p:spPr>
            <a:xfrm>
              <a:off x="5321618" y="4072890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581E1A"/>
              </a:solidFill>
            </a:ln>
          </p:spPr>
        </p:sp>
        <p:sp>
          <p:nvSpPr>
            <p:cNvPr id="463" name="Freeform 463"/>
            <p:cNvSpPr/>
            <p:nvPr/>
          </p:nvSpPr>
          <p:spPr>
            <a:xfrm>
              <a:off x="5354002" y="4072890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5C1E1B"/>
              </a:solidFill>
            </a:ln>
          </p:spPr>
        </p:sp>
        <p:sp>
          <p:nvSpPr>
            <p:cNvPr id="464" name="Freeform 464"/>
            <p:cNvSpPr/>
            <p:nvPr/>
          </p:nvSpPr>
          <p:spPr>
            <a:xfrm>
              <a:off x="5386388" y="4072890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5A1E1A"/>
              </a:solidFill>
            </a:ln>
          </p:spPr>
        </p:sp>
        <p:sp>
          <p:nvSpPr>
            <p:cNvPr id="465" name="Freeform 465"/>
            <p:cNvSpPr/>
            <p:nvPr/>
          </p:nvSpPr>
          <p:spPr>
            <a:xfrm>
              <a:off x="5417820" y="4072890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461A18"/>
              </a:solidFill>
            </a:ln>
          </p:spPr>
        </p:sp>
        <p:sp>
          <p:nvSpPr>
            <p:cNvPr id="466" name="Freeform 466"/>
            <p:cNvSpPr/>
            <p:nvPr/>
          </p:nvSpPr>
          <p:spPr>
            <a:xfrm>
              <a:off x="5674042" y="4072890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3C1917"/>
              </a:solidFill>
            </a:ln>
          </p:spPr>
        </p:sp>
        <p:sp>
          <p:nvSpPr>
            <p:cNvPr id="467" name="Freeform 467"/>
            <p:cNvSpPr/>
            <p:nvPr/>
          </p:nvSpPr>
          <p:spPr>
            <a:xfrm>
              <a:off x="5706428" y="4072890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4D1C19"/>
              </a:solidFill>
            </a:ln>
          </p:spPr>
        </p:sp>
        <p:sp>
          <p:nvSpPr>
            <p:cNvPr id="468" name="Freeform 468"/>
            <p:cNvSpPr/>
            <p:nvPr/>
          </p:nvSpPr>
          <p:spPr>
            <a:xfrm>
              <a:off x="5738812" y="4072890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4F1C19"/>
              </a:solidFill>
            </a:ln>
          </p:spPr>
        </p:sp>
        <p:sp>
          <p:nvSpPr>
            <p:cNvPr id="469" name="Freeform 469"/>
            <p:cNvSpPr/>
            <p:nvPr/>
          </p:nvSpPr>
          <p:spPr>
            <a:xfrm>
              <a:off x="5770245" y="4072890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4B1B19"/>
              </a:solidFill>
            </a:ln>
          </p:spPr>
        </p:sp>
        <p:sp>
          <p:nvSpPr>
            <p:cNvPr id="470" name="Freeform 470"/>
            <p:cNvSpPr/>
            <p:nvPr/>
          </p:nvSpPr>
          <p:spPr>
            <a:xfrm>
              <a:off x="5801678" y="4072890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3A1816"/>
              </a:solidFill>
            </a:ln>
          </p:spPr>
        </p:sp>
        <p:sp>
          <p:nvSpPr>
            <p:cNvPr id="471" name="Freeform 471"/>
            <p:cNvSpPr/>
            <p:nvPr/>
          </p:nvSpPr>
          <p:spPr>
            <a:xfrm>
              <a:off x="1451610" y="4839652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455581">
              <a:solidFill>
                <a:srgbClr val="111111"/>
              </a:solidFill>
            </a:ln>
          </p:spPr>
        </p:sp>
        <p:sp>
          <p:nvSpPr>
            <p:cNvPr id="472" name="Freeform 472"/>
            <p:cNvSpPr/>
            <p:nvPr/>
          </p:nvSpPr>
          <p:spPr>
            <a:xfrm>
              <a:off x="1879282" y="4839652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455581">
              <a:solidFill>
                <a:srgbClr val="111111"/>
              </a:solidFill>
            </a:ln>
          </p:spPr>
        </p:sp>
        <p:sp>
          <p:nvSpPr>
            <p:cNvPr id="473" name="Freeform 473"/>
            <p:cNvSpPr/>
            <p:nvPr/>
          </p:nvSpPr>
          <p:spPr>
            <a:xfrm>
              <a:off x="2306002" y="4839652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455581">
              <a:solidFill>
                <a:srgbClr val="111111"/>
              </a:solidFill>
            </a:ln>
          </p:spPr>
        </p:sp>
        <p:sp>
          <p:nvSpPr>
            <p:cNvPr id="474" name="Freeform 474"/>
            <p:cNvSpPr/>
            <p:nvPr/>
          </p:nvSpPr>
          <p:spPr>
            <a:xfrm>
              <a:off x="2732722" y="4839652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455581">
              <a:solidFill>
                <a:srgbClr val="111111"/>
              </a:solidFill>
            </a:ln>
          </p:spPr>
        </p:sp>
        <p:sp>
          <p:nvSpPr>
            <p:cNvPr id="475" name="Freeform 475"/>
            <p:cNvSpPr/>
            <p:nvPr/>
          </p:nvSpPr>
          <p:spPr>
            <a:xfrm>
              <a:off x="3159442" y="4839652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455581">
              <a:solidFill>
                <a:srgbClr val="111111"/>
              </a:solidFill>
            </a:ln>
          </p:spPr>
        </p:sp>
        <p:sp>
          <p:nvSpPr>
            <p:cNvPr id="476" name="Freeform 476"/>
            <p:cNvSpPr/>
            <p:nvPr/>
          </p:nvSpPr>
          <p:spPr>
            <a:xfrm>
              <a:off x="3587115" y="4839652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455581">
              <a:solidFill>
                <a:srgbClr val="111111"/>
              </a:solidFill>
            </a:ln>
          </p:spPr>
        </p:sp>
        <p:sp>
          <p:nvSpPr>
            <p:cNvPr id="477" name="Freeform 477"/>
            <p:cNvSpPr/>
            <p:nvPr/>
          </p:nvSpPr>
          <p:spPr>
            <a:xfrm>
              <a:off x="4013835" y="4839652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455581">
              <a:solidFill>
                <a:srgbClr val="111111"/>
              </a:solidFill>
            </a:ln>
          </p:spPr>
        </p:sp>
        <p:sp>
          <p:nvSpPr>
            <p:cNvPr id="478" name="Freeform 478"/>
            <p:cNvSpPr/>
            <p:nvPr/>
          </p:nvSpPr>
          <p:spPr>
            <a:xfrm>
              <a:off x="4440555" y="4839652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455581">
              <a:solidFill>
                <a:srgbClr val="111111"/>
              </a:solidFill>
            </a:ln>
          </p:spPr>
        </p:sp>
        <p:sp>
          <p:nvSpPr>
            <p:cNvPr id="479" name="Freeform 479"/>
            <p:cNvSpPr/>
            <p:nvPr/>
          </p:nvSpPr>
          <p:spPr>
            <a:xfrm>
              <a:off x="4868228" y="4839652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455581">
              <a:solidFill>
                <a:srgbClr val="111111"/>
              </a:solidFill>
            </a:ln>
          </p:spPr>
        </p:sp>
        <p:sp>
          <p:nvSpPr>
            <p:cNvPr id="480" name="Freeform 480"/>
            <p:cNvSpPr/>
            <p:nvPr/>
          </p:nvSpPr>
          <p:spPr>
            <a:xfrm>
              <a:off x="5294948" y="4839652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455581">
              <a:solidFill>
                <a:srgbClr val="111111"/>
              </a:solidFill>
            </a:ln>
          </p:spPr>
        </p:sp>
        <p:sp>
          <p:nvSpPr>
            <p:cNvPr id="481" name="Freeform 481"/>
            <p:cNvSpPr/>
            <p:nvPr/>
          </p:nvSpPr>
          <p:spPr>
            <a:xfrm>
              <a:off x="5722620" y="4839652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455581">
              <a:solidFill>
                <a:srgbClr val="111111"/>
              </a:solidFill>
            </a:ln>
          </p:spPr>
        </p:sp>
        <p:sp>
          <p:nvSpPr>
            <p:cNvPr id="482" name="Freeform 482"/>
            <p:cNvSpPr/>
            <p:nvPr/>
          </p:nvSpPr>
          <p:spPr>
            <a:xfrm>
              <a:off x="6149340" y="4839652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455581">
              <a:solidFill>
                <a:srgbClr val="111111"/>
              </a:solidFill>
            </a:ln>
          </p:spPr>
        </p:sp>
        <p:sp>
          <p:nvSpPr>
            <p:cNvPr id="483" name="Freeform 483"/>
            <p:cNvSpPr/>
            <p:nvPr/>
          </p:nvSpPr>
          <p:spPr>
            <a:xfrm>
              <a:off x="1830705" y="4839652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2D1615"/>
              </a:solidFill>
            </a:ln>
          </p:spPr>
        </p:sp>
        <p:sp>
          <p:nvSpPr>
            <p:cNvPr id="484" name="Freeform 484"/>
            <p:cNvSpPr/>
            <p:nvPr/>
          </p:nvSpPr>
          <p:spPr>
            <a:xfrm>
              <a:off x="1863090" y="4839652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4E1C19"/>
              </a:solidFill>
            </a:ln>
          </p:spPr>
        </p:sp>
        <p:sp>
          <p:nvSpPr>
            <p:cNvPr id="485" name="Freeform 485"/>
            <p:cNvSpPr/>
            <p:nvPr/>
          </p:nvSpPr>
          <p:spPr>
            <a:xfrm>
              <a:off x="2246948" y="4839652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5C1E1B"/>
              </a:solidFill>
            </a:ln>
          </p:spPr>
        </p:sp>
        <p:sp>
          <p:nvSpPr>
            <p:cNvPr id="486" name="Freeform 486"/>
            <p:cNvSpPr/>
            <p:nvPr/>
          </p:nvSpPr>
          <p:spPr>
            <a:xfrm>
              <a:off x="2983230" y="4839652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321715"/>
              </a:solidFill>
            </a:ln>
          </p:spPr>
        </p:sp>
        <p:sp>
          <p:nvSpPr>
            <p:cNvPr id="487" name="Freeform 487"/>
            <p:cNvSpPr/>
            <p:nvPr/>
          </p:nvSpPr>
          <p:spPr>
            <a:xfrm>
              <a:off x="3015615" y="4839652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9D2A23"/>
              </a:solidFill>
            </a:ln>
          </p:spPr>
        </p:sp>
        <p:sp>
          <p:nvSpPr>
            <p:cNvPr id="488" name="Freeform 488"/>
            <p:cNvSpPr/>
            <p:nvPr/>
          </p:nvSpPr>
          <p:spPr>
            <a:xfrm>
              <a:off x="3048000" y="4839652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80251F"/>
              </a:solidFill>
            </a:ln>
          </p:spPr>
        </p:sp>
        <p:sp>
          <p:nvSpPr>
            <p:cNvPr id="489" name="Freeform 489"/>
            <p:cNvSpPr/>
            <p:nvPr/>
          </p:nvSpPr>
          <p:spPr>
            <a:xfrm>
              <a:off x="3080385" y="4839652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2A1514"/>
              </a:solidFill>
            </a:ln>
          </p:spPr>
        </p:sp>
        <p:sp>
          <p:nvSpPr>
            <p:cNvPr id="490" name="Freeform 490"/>
            <p:cNvSpPr/>
            <p:nvPr/>
          </p:nvSpPr>
          <p:spPr>
            <a:xfrm>
              <a:off x="3335655" y="4839652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2F1615"/>
              </a:solidFill>
            </a:ln>
          </p:spPr>
        </p:sp>
        <p:sp>
          <p:nvSpPr>
            <p:cNvPr id="491" name="Freeform 491"/>
            <p:cNvSpPr/>
            <p:nvPr/>
          </p:nvSpPr>
          <p:spPr>
            <a:xfrm>
              <a:off x="3368040" y="4839652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521C19"/>
              </a:solidFill>
            </a:ln>
          </p:spPr>
        </p:sp>
        <p:sp>
          <p:nvSpPr>
            <p:cNvPr id="492" name="Freeform 492"/>
            <p:cNvSpPr/>
            <p:nvPr/>
          </p:nvSpPr>
          <p:spPr>
            <a:xfrm>
              <a:off x="3400425" y="4839652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FF665D"/>
              </a:solidFill>
            </a:ln>
          </p:spPr>
        </p:sp>
        <p:sp>
          <p:nvSpPr>
            <p:cNvPr id="493" name="Freeform 493"/>
            <p:cNvSpPr/>
            <p:nvPr/>
          </p:nvSpPr>
          <p:spPr>
            <a:xfrm>
              <a:off x="3431858" y="4839652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FF4B41"/>
              </a:solidFill>
            </a:ln>
          </p:spPr>
        </p:sp>
        <p:sp>
          <p:nvSpPr>
            <p:cNvPr id="494" name="Freeform 494"/>
            <p:cNvSpPr/>
            <p:nvPr/>
          </p:nvSpPr>
          <p:spPr>
            <a:xfrm>
              <a:off x="3464242" y="4839652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3D1917"/>
              </a:solidFill>
            </a:ln>
          </p:spPr>
        </p:sp>
        <p:sp>
          <p:nvSpPr>
            <p:cNvPr id="495" name="Freeform 495"/>
            <p:cNvSpPr/>
            <p:nvPr/>
          </p:nvSpPr>
          <p:spPr>
            <a:xfrm>
              <a:off x="3495675" y="4839652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321715"/>
              </a:solidFill>
            </a:ln>
          </p:spPr>
        </p:sp>
        <p:sp>
          <p:nvSpPr>
            <p:cNvPr id="496" name="Freeform 496"/>
            <p:cNvSpPr/>
            <p:nvPr/>
          </p:nvSpPr>
          <p:spPr>
            <a:xfrm>
              <a:off x="3688080" y="4839652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2B1614"/>
              </a:solidFill>
            </a:ln>
          </p:spPr>
        </p:sp>
        <p:sp>
          <p:nvSpPr>
            <p:cNvPr id="497" name="Freeform 497"/>
            <p:cNvSpPr/>
            <p:nvPr/>
          </p:nvSpPr>
          <p:spPr>
            <a:xfrm>
              <a:off x="3720465" y="4839652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361816"/>
              </a:solidFill>
            </a:ln>
          </p:spPr>
        </p:sp>
        <p:sp>
          <p:nvSpPr>
            <p:cNvPr id="498" name="Freeform 498"/>
            <p:cNvSpPr/>
            <p:nvPr/>
          </p:nvSpPr>
          <p:spPr>
            <a:xfrm>
              <a:off x="3752850" y="4839652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511C19"/>
              </a:solidFill>
            </a:ln>
          </p:spPr>
        </p:sp>
        <p:sp>
          <p:nvSpPr>
            <p:cNvPr id="499" name="Freeform 499"/>
            <p:cNvSpPr/>
            <p:nvPr/>
          </p:nvSpPr>
          <p:spPr>
            <a:xfrm>
              <a:off x="3784282" y="4839652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FFC7C2"/>
              </a:solidFill>
            </a:ln>
          </p:spPr>
        </p:sp>
        <p:sp>
          <p:nvSpPr>
            <p:cNvPr id="500" name="Freeform 500"/>
            <p:cNvSpPr/>
            <p:nvPr/>
          </p:nvSpPr>
          <p:spPr>
            <a:xfrm>
              <a:off x="3816668" y="4839652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FFC7C2"/>
              </a:solidFill>
            </a:ln>
          </p:spPr>
        </p:sp>
        <p:sp>
          <p:nvSpPr>
            <p:cNvPr id="501" name="Freeform 501"/>
            <p:cNvSpPr/>
            <p:nvPr/>
          </p:nvSpPr>
          <p:spPr>
            <a:xfrm>
              <a:off x="3848100" y="4839652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511C19"/>
              </a:solidFill>
            </a:ln>
          </p:spPr>
        </p:sp>
        <p:sp>
          <p:nvSpPr>
            <p:cNvPr id="502" name="Freeform 502"/>
            <p:cNvSpPr/>
            <p:nvPr/>
          </p:nvSpPr>
          <p:spPr>
            <a:xfrm>
              <a:off x="3880485" y="4839652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361816"/>
              </a:solidFill>
            </a:ln>
          </p:spPr>
        </p:sp>
        <p:sp>
          <p:nvSpPr>
            <p:cNvPr id="503" name="Freeform 503"/>
            <p:cNvSpPr/>
            <p:nvPr/>
          </p:nvSpPr>
          <p:spPr>
            <a:xfrm>
              <a:off x="3912870" y="4839652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2B1614"/>
              </a:solidFill>
            </a:ln>
          </p:spPr>
        </p:sp>
        <p:sp>
          <p:nvSpPr>
            <p:cNvPr id="504" name="Freeform 504"/>
            <p:cNvSpPr/>
            <p:nvPr/>
          </p:nvSpPr>
          <p:spPr>
            <a:xfrm>
              <a:off x="4104322" y="4839652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321715"/>
              </a:solidFill>
            </a:ln>
          </p:spPr>
        </p:sp>
        <p:sp>
          <p:nvSpPr>
            <p:cNvPr id="505" name="Freeform 505"/>
            <p:cNvSpPr/>
            <p:nvPr/>
          </p:nvSpPr>
          <p:spPr>
            <a:xfrm>
              <a:off x="4136708" y="4839652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3D1917"/>
              </a:solidFill>
            </a:ln>
          </p:spPr>
        </p:sp>
        <p:sp>
          <p:nvSpPr>
            <p:cNvPr id="506" name="Freeform 506"/>
            <p:cNvSpPr/>
            <p:nvPr/>
          </p:nvSpPr>
          <p:spPr>
            <a:xfrm>
              <a:off x="4169092" y="4839652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FF4B41"/>
              </a:solidFill>
            </a:ln>
          </p:spPr>
        </p:sp>
        <p:sp>
          <p:nvSpPr>
            <p:cNvPr id="507" name="Freeform 507"/>
            <p:cNvSpPr/>
            <p:nvPr/>
          </p:nvSpPr>
          <p:spPr>
            <a:xfrm>
              <a:off x="4200525" y="4839652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FF665D"/>
              </a:solidFill>
            </a:ln>
          </p:spPr>
        </p:sp>
        <p:sp>
          <p:nvSpPr>
            <p:cNvPr id="508" name="Freeform 508"/>
            <p:cNvSpPr/>
            <p:nvPr/>
          </p:nvSpPr>
          <p:spPr>
            <a:xfrm>
              <a:off x="4232910" y="4839652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521C19"/>
              </a:solidFill>
            </a:ln>
          </p:spPr>
        </p:sp>
        <p:sp>
          <p:nvSpPr>
            <p:cNvPr id="509" name="Freeform 509"/>
            <p:cNvSpPr/>
            <p:nvPr/>
          </p:nvSpPr>
          <p:spPr>
            <a:xfrm>
              <a:off x="4264342" y="4839652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2F1615"/>
              </a:solidFill>
            </a:ln>
          </p:spPr>
        </p:sp>
        <p:sp>
          <p:nvSpPr>
            <p:cNvPr id="510" name="Freeform 510"/>
            <p:cNvSpPr/>
            <p:nvPr/>
          </p:nvSpPr>
          <p:spPr>
            <a:xfrm>
              <a:off x="4521518" y="4839652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2A1514"/>
              </a:solidFill>
            </a:ln>
          </p:spPr>
        </p:sp>
        <p:sp>
          <p:nvSpPr>
            <p:cNvPr id="511" name="Freeform 511"/>
            <p:cNvSpPr/>
            <p:nvPr/>
          </p:nvSpPr>
          <p:spPr>
            <a:xfrm>
              <a:off x="4552950" y="4839652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80251F"/>
              </a:solidFill>
            </a:ln>
          </p:spPr>
        </p:sp>
        <p:sp>
          <p:nvSpPr>
            <p:cNvPr id="512" name="Freeform 512"/>
            <p:cNvSpPr/>
            <p:nvPr/>
          </p:nvSpPr>
          <p:spPr>
            <a:xfrm>
              <a:off x="4585335" y="4839652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9D2A23"/>
              </a:solidFill>
            </a:ln>
          </p:spPr>
        </p:sp>
        <p:sp>
          <p:nvSpPr>
            <p:cNvPr id="513" name="Freeform 513"/>
            <p:cNvSpPr/>
            <p:nvPr/>
          </p:nvSpPr>
          <p:spPr>
            <a:xfrm>
              <a:off x="4616768" y="4839652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321715"/>
              </a:solidFill>
            </a:ln>
          </p:spPr>
        </p:sp>
        <p:sp>
          <p:nvSpPr>
            <p:cNvPr id="514" name="Freeform 514"/>
            <p:cNvSpPr/>
            <p:nvPr/>
          </p:nvSpPr>
          <p:spPr>
            <a:xfrm>
              <a:off x="5354002" y="4839652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5C1E1B"/>
              </a:solidFill>
            </a:ln>
          </p:spPr>
        </p:sp>
        <p:sp>
          <p:nvSpPr>
            <p:cNvPr id="515" name="Freeform 515"/>
            <p:cNvSpPr/>
            <p:nvPr/>
          </p:nvSpPr>
          <p:spPr>
            <a:xfrm>
              <a:off x="5738812" y="4839652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4E1C19"/>
              </a:solidFill>
            </a:ln>
          </p:spPr>
        </p:sp>
        <p:sp>
          <p:nvSpPr>
            <p:cNvPr id="516" name="Freeform 516"/>
            <p:cNvSpPr/>
            <p:nvPr/>
          </p:nvSpPr>
          <p:spPr>
            <a:xfrm>
              <a:off x="5770245" y="4839652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60579">
              <a:solidFill>
                <a:srgbClr val="2D1615"/>
              </a:solidFill>
            </a:ln>
          </p:spPr>
        </p:sp>
        <p:sp>
          <p:nvSpPr>
            <p:cNvPr id="517" name="TextBox 517"/>
            <p:cNvSpPr txBox="1"/>
            <p:nvPr/>
          </p:nvSpPr>
          <p:spPr>
            <a:xfrm>
              <a:off x="784822" y="1948815"/>
              <a:ext cx="3635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1</a:t>
              </a:r>
            </a:p>
          </p:txBody>
        </p:sp>
        <p:sp>
          <p:nvSpPr>
            <p:cNvPr id="518" name="TextBox 518"/>
            <p:cNvSpPr txBox="1"/>
            <p:nvPr/>
          </p:nvSpPr>
          <p:spPr>
            <a:xfrm>
              <a:off x="784822" y="2715578"/>
              <a:ext cx="3635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2</a:t>
              </a:r>
            </a:p>
          </p:txBody>
        </p:sp>
        <p:sp>
          <p:nvSpPr>
            <p:cNvPr id="519" name="TextBox 519"/>
            <p:cNvSpPr txBox="1"/>
            <p:nvPr/>
          </p:nvSpPr>
          <p:spPr>
            <a:xfrm>
              <a:off x="784822" y="3481388"/>
              <a:ext cx="3635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3</a:t>
              </a:r>
            </a:p>
          </p:txBody>
        </p:sp>
        <p:sp>
          <p:nvSpPr>
            <p:cNvPr id="520" name="TextBox 520"/>
            <p:cNvSpPr txBox="1"/>
            <p:nvPr/>
          </p:nvSpPr>
          <p:spPr>
            <a:xfrm>
              <a:off x="784822" y="4249102"/>
              <a:ext cx="3635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4</a:t>
              </a:r>
            </a:p>
          </p:txBody>
        </p:sp>
        <p:sp>
          <p:nvSpPr>
            <p:cNvPr id="521" name="TextBox 521"/>
            <p:cNvSpPr txBox="1"/>
            <p:nvPr/>
          </p:nvSpPr>
          <p:spPr>
            <a:xfrm>
              <a:off x="698571" y="5014912"/>
              <a:ext cx="4497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20</a:t>
              </a:r>
            </a:p>
          </p:txBody>
        </p:sp>
        <p:sp>
          <p:nvSpPr>
            <p:cNvPr id="522" name="TextBox 522"/>
            <p:cNvSpPr txBox="1"/>
            <p:nvPr/>
          </p:nvSpPr>
          <p:spPr>
            <a:xfrm>
              <a:off x="2632596" y="5459730"/>
              <a:ext cx="233575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d = 3a，横向为 sinφ（−2.2λ/a～2.2λ/a）</a:t>
              </a:r>
            </a:p>
          </p:txBody>
        </p:sp>
      </p:grpSp>
      <p:grpSp>
        <p:nvGrpSpPr>
          <p:cNvPr id="529" name="c2-card-1"/>
          <p:cNvGrpSpPr/>
          <p:nvPr/>
        </p:nvGrpSpPr>
        <p:grpSpPr>
          <a:xfrm>
            <a:off x="6789420" y="1524000"/>
            <a:ext cx="4869180" cy="1316355"/>
            <a:chOff x="6789420" y="1524000"/>
            <a:chExt cx="4869180" cy="1316355"/>
          </a:xfrm>
        </p:grpSpPr>
        <p:sp>
          <p:nvSpPr>
            <p:cNvPr id="524" name="Rectangle 524"/>
            <p:cNvSpPr/>
            <p:nvPr/>
          </p:nvSpPr>
          <p:spPr>
            <a:xfrm>
              <a:off x="6789420" y="1524000"/>
              <a:ext cx="4869180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25" name="Rectangle 525"/>
            <p:cNvSpPr/>
            <p:nvPr/>
          </p:nvSpPr>
          <p:spPr>
            <a:xfrm>
              <a:off x="6798945" y="1657350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26" name="Rectangle 526"/>
            <p:cNvSpPr/>
            <p:nvPr/>
          </p:nvSpPr>
          <p:spPr>
            <a:xfrm>
              <a:off x="7037070" y="1733550"/>
              <a:ext cx="1399222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527" name="TextBox 527"/>
            <p:cNvSpPr txBox="1"/>
            <p:nvPr/>
          </p:nvSpPr>
          <p:spPr>
            <a:xfrm>
              <a:off x="7089983" y="1769269"/>
              <a:ext cx="12924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单缝衍射（N = 1）</a:t>
              </a:r>
            </a:p>
          </p:txBody>
        </p:sp>
        <p:sp>
          <p:nvSpPr>
            <p:cNvPr id="528" name="TextBox 528"/>
            <p:cNvSpPr txBox="1"/>
            <p:nvPr/>
          </p:nvSpPr>
          <p:spPr>
            <a:xfrm>
              <a:off x="7029450" y="2110740"/>
              <a:ext cx="4206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中央明纹宽度很大，其他各级明纹较窄，强度随级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数增高而递减。</a:t>
              </a:r>
            </a:p>
          </p:txBody>
        </p:sp>
      </p:grpSp>
      <p:grpSp>
        <p:nvGrpSpPr>
          <p:cNvPr id="535" name="c2-card-2"/>
          <p:cNvGrpSpPr/>
          <p:nvPr/>
        </p:nvGrpSpPr>
        <p:grpSpPr>
          <a:xfrm>
            <a:off x="6789420" y="3030855"/>
            <a:ext cx="4869180" cy="1316355"/>
            <a:chOff x="6789420" y="3030855"/>
            <a:chExt cx="4869180" cy="1316355"/>
          </a:xfrm>
        </p:grpSpPr>
        <p:sp>
          <p:nvSpPr>
            <p:cNvPr id="530" name="Rectangle 530"/>
            <p:cNvSpPr/>
            <p:nvPr/>
          </p:nvSpPr>
          <p:spPr>
            <a:xfrm>
              <a:off x="6789420" y="3030855"/>
              <a:ext cx="4869180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31" name="Rectangle 531"/>
            <p:cNvSpPr/>
            <p:nvPr/>
          </p:nvSpPr>
          <p:spPr>
            <a:xfrm>
              <a:off x="6798945" y="3164205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32" name="Rectangle 532"/>
            <p:cNvSpPr/>
            <p:nvPr/>
          </p:nvSpPr>
          <p:spPr>
            <a:xfrm>
              <a:off x="7037070" y="3240405"/>
              <a:ext cx="1332548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533" name="TextBox 533"/>
            <p:cNvSpPr txBox="1"/>
            <p:nvPr/>
          </p:nvSpPr>
          <p:spPr>
            <a:xfrm>
              <a:off x="7098351" y="3276124"/>
              <a:ext cx="12090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光栅衍射（N 大）</a:t>
              </a:r>
            </a:p>
          </p:txBody>
        </p:sp>
        <p:sp>
          <p:nvSpPr>
            <p:cNvPr id="534" name="TextBox 534"/>
            <p:cNvSpPr txBox="1"/>
            <p:nvPr/>
          </p:nvSpPr>
          <p:spPr>
            <a:xfrm>
              <a:off x="7029450" y="3617595"/>
              <a:ext cx="4206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明纹亮度增加而条纹变细，彼此分得更开，明纹之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间形成大片暗区。</a:t>
              </a:r>
            </a:p>
          </p:txBody>
        </p:sp>
      </p:grpSp>
      <p:grpSp>
        <p:nvGrpSpPr>
          <p:cNvPr id="542" name="c2-callout-3"/>
          <p:cNvGrpSpPr/>
          <p:nvPr/>
        </p:nvGrpSpPr>
        <p:grpSpPr>
          <a:xfrm>
            <a:off x="6789420" y="4537710"/>
            <a:ext cx="4869180" cy="1059180"/>
            <a:chOff x="6789420" y="4537710"/>
            <a:chExt cx="4869180" cy="1059180"/>
          </a:xfrm>
        </p:grpSpPr>
        <p:sp>
          <p:nvSpPr>
            <p:cNvPr id="536" name="Rectangle 536"/>
            <p:cNvSpPr/>
            <p:nvPr/>
          </p:nvSpPr>
          <p:spPr>
            <a:xfrm>
              <a:off x="6789420" y="4537710"/>
              <a:ext cx="4869180" cy="1059180"/>
            </a:xfrm>
            <a:prstGeom prst="roundRect">
              <a:avLst>
                <a:gd name="adj" fmla="val 1079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40" name="Group 540"/>
            <p:cNvGrpSpPr/>
            <p:nvPr/>
          </p:nvGrpSpPr>
          <p:grpSpPr>
            <a:xfrm>
              <a:off x="6994208" y="4967288"/>
              <a:ext cx="200026" cy="200026"/>
              <a:chOff x="6994208" y="4967288"/>
              <a:chExt cx="200026" cy="200026"/>
            </a:xfrm>
          </p:grpSpPr>
          <p:sp>
            <p:nvSpPr>
              <p:cNvPr id="537" name="Freeform 537"/>
              <p:cNvSpPr/>
              <p:nvPr/>
            </p:nvSpPr>
            <p:spPr>
              <a:xfrm>
                <a:off x="6994208" y="49672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38" name="Freeform 538"/>
              <p:cNvSpPr/>
              <p:nvPr/>
            </p:nvSpPr>
            <p:spPr>
              <a:xfrm>
                <a:off x="7094220" y="50339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39" name="Freeform 539"/>
              <p:cNvSpPr/>
              <p:nvPr/>
            </p:nvSpPr>
            <p:spPr>
              <a:xfrm>
                <a:off x="7083108" y="50673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41" name="TextBox 541"/>
            <p:cNvSpPr txBox="1"/>
            <p:nvPr/>
          </p:nvSpPr>
          <p:spPr>
            <a:xfrm>
              <a:off x="7296150" y="4686300"/>
              <a:ext cx="39776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左图按光栅光强公式逐点计算（d = 3a），每行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各自归一化。主极大的位置不随 N 变，宽度 ∝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1/N，峰值光强 ∝ N²。</a:t>
              </a:r>
            </a:p>
          </p:txBody>
        </p:sp>
      </p:grpSp>
      <p:grpSp>
        <p:nvGrpSpPr>
          <p:cNvPr id="548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43" name="Rectangle 543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546" name="Group 546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544" name="Freeform 544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45" name="Freeform 545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47" name="TextBox 547"/>
            <p:cNvSpPr txBox="1"/>
            <p:nvPr/>
          </p:nvSpPr>
          <p:spPr>
            <a:xfrm>
              <a:off x="1040130" y="5991225"/>
              <a:ext cx="80924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光栅条纹又细又亮、彼此分得开，位置读得准，所以精确测波长用光栅，不用单缝或双缝。</a:t>
              </a:r>
            </a:p>
          </p:txBody>
        </p:sp>
      </p:grpSp>
      <p:grpSp>
        <p:nvGrpSpPr>
          <p:cNvPr id="5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9" name="TextBox 549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第8章 光的衍射</a:t>
              </a:r>
            </a:p>
          </p:txBody>
        </p:sp>
        <p:sp>
          <p:nvSpPr>
            <p:cNvPr id="550" name="TextBox 5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951214" cy="909257"/>
            <a:chOff x="520446" y="342900"/>
            <a:chExt cx="895121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光的衍射 · 光栅衍射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95121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光栅衍射是每条缝的单缝衍射与各缝间多光束干涉的总效果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0" name="g_gform"/>
          <p:cNvGrpSpPr/>
          <p:nvPr/>
        </p:nvGrpSpPr>
        <p:grpSpPr>
          <a:xfrm>
            <a:off x="969645" y="2032635"/>
            <a:ext cx="4509459" cy="2755582"/>
            <a:chOff x="969645" y="2032635"/>
            <a:chExt cx="4509459" cy="2755582"/>
          </a:xfrm>
        </p:grpSpPr>
        <p:sp>
          <p:nvSpPr>
            <p:cNvPr id="7" name="Freeform 7"/>
            <p:cNvSpPr/>
            <p:nvPr/>
          </p:nvSpPr>
          <p:spPr>
            <a:xfrm>
              <a:off x="1393508" y="2206942"/>
              <a:ext cx="9525" cy="544830"/>
            </a:xfrm>
            <a:custGeom>
              <a:avLst/>
              <a:gdLst/>
              <a:ahLst/>
              <a:cxnLst/>
              <a:rect l="l" t="t" r="r" b="b"/>
              <a:pathLst>
                <a:path w="9525" h="544830">
                  <a:moveTo>
                    <a:pt x="0" y="0"/>
                  </a:moveTo>
                  <a:lnTo>
                    <a:pt x="0" y="544830"/>
                  </a:lnTo>
                </a:path>
              </a:pathLst>
            </a:custGeom>
            <a:noFill/>
            <a:ln w="2857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393508" y="2857500"/>
              <a:ext cx="9525" cy="240983"/>
            </a:xfrm>
            <a:custGeom>
              <a:avLst/>
              <a:gdLst/>
              <a:ahLst/>
              <a:cxnLst/>
              <a:rect l="l" t="t" r="r" b="b"/>
              <a:pathLst>
                <a:path w="9525" h="240983">
                  <a:moveTo>
                    <a:pt x="0" y="0"/>
                  </a:moveTo>
                  <a:lnTo>
                    <a:pt x="0" y="240983"/>
                  </a:lnTo>
                </a:path>
              </a:pathLst>
            </a:custGeom>
            <a:noFill/>
            <a:ln w="28575">
              <a:solidFill>
                <a:srgbClr val="1F2937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1393508" y="3204210"/>
              <a:ext cx="9525" cy="240983"/>
            </a:xfrm>
            <a:custGeom>
              <a:avLst/>
              <a:gdLst/>
              <a:ahLst/>
              <a:cxnLst/>
              <a:rect l="l" t="t" r="r" b="b"/>
              <a:pathLst>
                <a:path w="9525" h="240983">
                  <a:moveTo>
                    <a:pt x="0" y="0"/>
                  </a:moveTo>
                  <a:lnTo>
                    <a:pt x="0" y="240983"/>
                  </a:lnTo>
                </a:path>
              </a:pathLst>
            </a:custGeom>
            <a:noFill/>
            <a:ln w="2857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393508" y="3550920"/>
              <a:ext cx="9525" cy="240983"/>
            </a:xfrm>
            <a:custGeom>
              <a:avLst/>
              <a:gdLst/>
              <a:ahLst/>
              <a:cxnLst/>
              <a:rect l="l" t="t" r="r" b="b"/>
              <a:pathLst>
                <a:path w="9525" h="240983">
                  <a:moveTo>
                    <a:pt x="0" y="0"/>
                  </a:moveTo>
                  <a:lnTo>
                    <a:pt x="0" y="240983"/>
                  </a:lnTo>
                </a:path>
              </a:pathLst>
            </a:custGeom>
            <a:noFill/>
            <a:ln w="28575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393508" y="3897630"/>
              <a:ext cx="9525" cy="240983"/>
            </a:xfrm>
            <a:custGeom>
              <a:avLst/>
              <a:gdLst/>
              <a:ahLst/>
              <a:cxnLst/>
              <a:rect l="l" t="t" r="r" b="b"/>
              <a:pathLst>
                <a:path w="9525" h="240983">
                  <a:moveTo>
                    <a:pt x="0" y="0"/>
                  </a:moveTo>
                  <a:lnTo>
                    <a:pt x="0" y="240983"/>
                  </a:lnTo>
                </a:path>
              </a:pathLst>
            </a:custGeom>
            <a:noFill/>
            <a:ln w="2857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393508" y="4244340"/>
              <a:ext cx="9525" cy="543877"/>
            </a:xfrm>
            <a:custGeom>
              <a:avLst/>
              <a:gdLst/>
              <a:ahLst/>
              <a:cxnLst/>
              <a:rect l="l" t="t" r="r" b="b"/>
              <a:pathLst>
                <a:path w="9525" h="543877">
                  <a:moveTo>
                    <a:pt x="0" y="0"/>
                  </a:moveTo>
                  <a:lnTo>
                    <a:pt x="0" y="543877"/>
                  </a:lnTo>
                </a:path>
              </a:pathLst>
            </a:custGeom>
            <a:noFill/>
            <a:ln w="28575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2416492" y="2266950"/>
              <a:ext cx="207645" cy="2462212"/>
            </a:xfrm>
            <a:custGeom>
              <a:avLst/>
              <a:gdLst/>
              <a:ahLst/>
              <a:cxnLst/>
              <a:rect l="l" t="t" r="r" b="b"/>
              <a:pathLst>
                <a:path w="207645" h="2462212">
                  <a:moveTo>
                    <a:pt x="207645" y="1221105"/>
                  </a:moveTo>
                  <a:lnTo>
                    <a:pt x="207645" y="1110615"/>
                  </a:lnTo>
                  <a:lnTo>
                    <a:pt x="205740" y="990600"/>
                  </a:lnTo>
                  <a:lnTo>
                    <a:pt x="202883" y="873442"/>
                  </a:lnTo>
                  <a:lnTo>
                    <a:pt x="200025" y="760095"/>
                  </a:lnTo>
                  <a:lnTo>
                    <a:pt x="195262" y="651510"/>
                  </a:lnTo>
                  <a:lnTo>
                    <a:pt x="190500" y="546735"/>
                  </a:lnTo>
                  <a:lnTo>
                    <a:pt x="183833" y="450533"/>
                  </a:lnTo>
                  <a:lnTo>
                    <a:pt x="177165" y="360997"/>
                  </a:lnTo>
                  <a:lnTo>
                    <a:pt x="169545" y="280035"/>
                  </a:lnTo>
                  <a:lnTo>
                    <a:pt x="161925" y="207645"/>
                  </a:lnTo>
                  <a:lnTo>
                    <a:pt x="152400" y="145733"/>
                  </a:lnTo>
                  <a:lnTo>
                    <a:pt x="143828" y="94298"/>
                  </a:lnTo>
                  <a:lnTo>
                    <a:pt x="134303" y="53340"/>
                  </a:lnTo>
                  <a:lnTo>
                    <a:pt x="123825" y="23812"/>
                  </a:lnTo>
                  <a:lnTo>
                    <a:pt x="113348" y="5715"/>
                  </a:lnTo>
                  <a:lnTo>
                    <a:pt x="103823" y="0"/>
                  </a:lnTo>
                  <a:lnTo>
                    <a:pt x="93345" y="5715"/>
                  </a:lnTo>
                  <a:lnTo>
                    <a:pt x="83820" y="23812"/>
                  </a:lnTo>
                  <a:lnTo>
                    <a:pt x="73342" y="53340"/>
                  </a:lnTo>
                  <a:lnTo>
                    <a:pt x="63817" y="94298"/>
                  </a:lnTo>
                  <a:lnTo>
                    <a:pt x="54292" y="145733"/>
                  </a:lnTo>
                  <a:lnTo>
                    <a:pt x="45720" y="207645"/>
                  </a:lnTo>
                  <a:lnTo>
                    <a:pt x="38100" y="280035"/>
                  </a:lnTo>
                  <a:lnTo>
                    <a:pt x="29528" y="360997"/>
                  </a:lnTo>
                  <a:lnTo>
                    <a:pt x="22860" y="450533"/>
                  </a:lnTo>
                  <a:lnTo>
                    <a:pt x="17145" y="546735"/>
                  </a:lnTo>
                  <a:lnTo>
                    <a:pt x="12383" y="651510"/>
                  </a:lnTo>
                  <a:lnTo>
                    <a:pt x="7620" y="760095"/>
                  </a:lnTo>
                  <a:lnTo>
                    <a:pt x="3810" y="873442"/>
                  </a:lnTo>
                  <a:lnTo>
                    <a:pt x="1905" y="990600"/>
                  </a:lnTo>
                  <a:lnTo>
                    <a:pt x="0" y="1110615"/>
                  </a:lnTo>
                  <a:lnTo>
                    <a:pt x="0" y="1230630"/>
                  </a:lnTo>
                  <a:lnTo>
                    <a:pt x="0" y="1351597"/>
                  </a:lnTo>
                  <a:lnTo>
                    <a:pt x="1905" y="1471612"/>
                  </a:lnTo>
                  <a:lnTo>
                    <a:pt x="3810" y="1588770"/>
                  </a:lnTo>
                  <a:lnTo>
                    <a:pt x="7620" y="1702118"/>
                  </a:lnTo>
                  <a:lnTo>
                    <a:pt x="12383" y="1811655"/>
                  </a:lnTo>
                  <a:lnTo>
                    <a:pt x="17145" y="1914525"/>
                  </a:lnTo>
                  <a:lnTo>
                    <a:pt x="22860" y="2011680"/>
                  </a:lnTo>
                  <a:lnTo>
                    <a:pt x="29528" y="2101215"/>
                  </a:lnTo>
                  <a:lnTo>
                    <a:pt x="38100" y="2182178"/>
                  </a:lnTo>
                  <a:lnTo>
                    <a:pt x="45720" y="2254568"/>
                  </a:lnTo>
                  <a:lnTo>
                    <a:pt x="54292" y="2316480"/>
                  </a:lnTo>
                  <a:lnTo>
                    <a:pt x="63817" y="2367915"/>
                  </a:lnTo>
                  <a:lnTo>
                    <a:pt x="73342" y="2408872"/>
                  </a:lnTo>
                  <a:lnTo>
                    <a:pt x="83820" y="2438400"/>
                  </a:lnTo>
                  <a:lnTo>
                    <a:pt x="93345" y="2455545"/>
                  </a:lnTo>
                  <a:lnTo>
                    <a:pt x="103823" y="2462212"/>
                  </a:lnTo>
                  <a:lnTo>
                    <a:pt x="113348" y="2455545"/>
                  </a:lnTo>
                  <a:lnTo>
                    <a:pt x="123825" y="2438400"/>
                  </a:lnTo>
                  <a:lnTo>
                    <a:pt x="134303" y="2408872"/>
                  </a:lnTo>
                  <a:lnTo>
                    <a:pt x="143828" y="2367915"/>
                  </a:lnTo>
                  <a:lnTo>
                    <a:pt x="152400" y="2316480"/>
                  </a:lnTo>
                  <a:lnTo>
                    <a:pt x="161925" y="2254568"/>
                  </a:lnTo>
                  <a:lnTo>
                    <a:pt x="169545" y="2182178"/>
                  </a:lnTo>
                  <a:lnTo>
                    <a:pt x="177165" y="2101215"/>
                  </a:lnTo>
                  <a:lnTo>
                    <a:pt x="183833" y="2011680"/>
                  </a:lnTo>
                  <a:lnTo>
                    <a:pt x="190500" y="1914525"/>
                  </a:lnTo>
                  <a:lnTo>
                    <a:pt x="195262" y="1811655"/>
                  </a:lnTo>
                  <a:lnTo>
                    <a:pt x="200025" y="1702118"/>
                  </a:lnTo>
                  <a:lnTo>
                    <a:pt x="202883" y="1588770"/>
                  </a:lnTo>
                  <a:lnTo>
                    <a:pt x="205740" y="1471612"/>
                  </a:lnTo>
                  <a:lnTo>
                    <a:pt x="207645" y="1351597"/>
                  </a:lnTo>
                  <a:lnTo>
                    <a:pt x="207645" y="1240155"/>
                  </a:lnTo>
                </a:path>
              </a:pathLst>
            </a:custGeom>
            <a:noFill/>
            <a:ln w="19050">
              <a:solidFill>
                <a:srgbClr val="2F4B9A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5293995" y="2206942"/>
              <a:ext cx="9525" cy="2581275"/>
            </a:xfrm>
            <a:custGeom>
              <a:avLst/>
              <a:gdLst/>
              <a:ahLst/>
              <a:cxnLst/>
              <a:rect l="l" t="t" r="r" b="b"/>
              <a:pathLst>
                <a:path w="9525" h="2581275">
                  <a:moveTo>
                    <a:pt x="0" y="0"/>
                  </a:moveTo>
                  <a:lnTo>
                    <a:pt x="0" y="2581275"/>
                  </a:lnTo>
                </a:path>
              </a:pathLst>
            </a:custGeom>
            <a:noFill/>
            <a:ln w="28575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969645" y="3497580"/>
              <a:ext cx="4314825" cy="9525"/>
            </a:xfrm>
            <a:custGeom>
              <a:avLst/>
              <a:gdLst/>
              <a:ahLst/>
              <a:cxnLst/>
              <a:rect l="l" t="t" r="r" b="b"/>
              <a:pathLst>
                <a:path w="4314825" h="9525">
                  <a:moveTo>
                    <a:pt x="0" y="0"/>
                  </a:moveTo>
                  <a:lnTo>
                    <a:pt x="4314825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16" name="Freeform 16"/>
            <p:cNvSpPr/>
            <p:nvPr/>
          </p:nvSpPr>
          <p:spPr>
            <a:xfrm>
              <a:off x="986790" y="2804160"/>
              <a:ext cx="267652" cy="9525"/>
            </a:xfrm>
            <a:custGeom>
              <a:avLst/>
              <a:gdLst/>
              <a:ahLst/>
              <a:cxnLst/>
              <a:rect l="l" t="t" r="r" b="b"/>
              <a:pathLst>
                <a:path w="267652" h="9525">
                  <a:moveTo>
                    <a:pt x="0" y="0"/>
                  </a:moveTo>
                  <a:lnTo>
                    <a:pt x="267652" y="0"/>
                  </a:lnTo>
                </a:path>
              </a:pathLst>
            </a:custGeom>
            <a:noFill/>
            <a:ln w="13335">
              <a:solidFill>
                <a:srgbClr val="D97706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1254442" y="275653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1402080" y="2348865"/>
              <a:ext cx="3882390" cy="452438"/>
            </a:xfrm>
            <a:custGeom>
              <a:avLst/>
              <a:gdLst/>
              <a:ahLst/>
              <a:cxnLst/>
              <a:rect l="l" t="t" r="r" b="b"/>
              <a:pathLst>
                <a:path w="3882390" h="452438">
                  <a:moveTo>
                    <a:pt x="0" y="452438"/>
                  </a:moveTo>
                  <a:lnTo>
                    <a:pt x="1118235" y="0"/>
                  </a:lnTo>
                  <a:lnTo>
                    <a:pt x="3882390" y="28575"/>
                  </a:lnTo>
                </a:path>
              </a:pathLst>
            </a:custGeom>
            <a:noFill/>
            <a:ln w="15240">
              <a:solidFill>
                <a:srgbClr val="B42318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986790" y="3150870"/>
              <a:ext cx="267652" cy="9525"/>
            </a:xfrm>
            <a:custGeom>
              <a:avLst/>
              <a:gdLst/>
              <a:ahLst/>
              <a:cxnLst/>
              <a:rect l="l" t="t" r="r" b="b"/>
              <a:pathLst>
                <a:path w="267652" h="9525">
                  <a:moveTo>
                    <a:pt x="0" y="0"/>
                  </a:moveTo>
                  <a:lnTo>
                    <a:pt x="267652" y="0"/>
                  </a:lnTo>
                </a:path>
              </a:pathLst>
            </a:custGeom>
            <a:noFill/>
            <a:ln w="13335">
              <a:solidFill>
                <a:srgbClr val="D97706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1254442" y="310324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1402080" y="2378392"/>
              <a:ext cx="3882390" cy="769620"/>
            </a:xfrm>
            <a:custGeom>
              <a:avLst/>
              <a:gdLst/>
              <a:ahLst/>
              <a:cxnLst/>
              <a:rect l="l" t="t" r="r" b="b"/>
              <a:pathLst>
                <a:path w="3882390" h="769620">
                  <a:moveTo>
                    <a:pt x="0" y="769620"/>
                  </a:moveTo>
                  <a:lnTo>
                    <a:pt x="1118235" y="317183"/>
                  </a:lnTo>
                  <a:lnTo>
                    <a:pt x="3882390" y="0"/>
                  </a:lnTo>
                </a:path>
              </a:pathLst>
            </a:custGeom>
            <a:noFill/>
            <a:ln w="15240">
              <a:solidFill>
                <a:srgbClr val="B42318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986790" y="3497580"/>
              <a:ext cx="267652" cy="9525"/>
            </a:xfrm>
            <a:custGeom>
              <a:avLst/>
              <a:gdLst/>
              <a:ahLst/>
              <a:cxnLst/>
              <a:rect l="l" t="t" r="r" b="b"/>
              <a:pathLst>
                <a:path w="267652" h="9525">
                  <a:moveTo>
                    <a:pt x="0" y="0"/>
                  </a:moveTo>
                  <a:lnTo>
                    <a:pt x="267652" y="0"/>
                  </a:lnTo>
                </a:path>
              </a:pathLst>
            </a:custGeom>
            <a:noFill/>
            <a:ln w="13335">
              <a:solidFill>
                <a:srgbClr val="D97706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1254442" y="344995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1402080" y="2379345"/>
              <a:ext cx="3882390" cy="1115377"/>
            </a:xfrm>
            <a:custGeom>
              <a:avLst/>
              <a:gdLst/>
              <a:ahLst/>
              <a:cxnLst/>
              <a:rect l="l" t="t" r="r" b="b"/>
              <a:pathLst>
                <a:path w="3882390" h="1115377">
                  <a:moveTo>
                    <a:pt x="0" y="1115377"/>
                  </a:moveTo>
                  <a:lnTo>
                    <a:pt x="1118235" y="662940"/>
                  </a:lnTo>
                  <a:lnTo>
                    <a:pt x="3882390" y="0"/>
                  </a:lnTo>
                </a:path>
              </a:pathLst>
            </a:custGeom>
            <a:noFill/>
            <a:ln w="15240">
              <a:solidFill>
                <a:srgbClr val="B42318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986790" y="3844290"/>
              <a:ext cx="267652" cy="9525"/>
            </a:xfrm>
            <a:custGeom>
              <a:avLst/>
              <a:gdLst/>
              <a:ahLst/>
              <a:cxnLst/>
              <a:rect l="l" t="t" r="r" b="b"/>
              <a:pathLst>
                <a:path w="267652" h="9525">
                  <a:moveTo>
                    <a:pt x="0" y="0"/>
                  </a:moveTo>
                  <a:lnTo>
                    <a:pt x="267652" y="0"/>
                  </a:lnTo>
                </a:path>
              </a:pathLst>
            </a:custGeom>
            <a:noFill/>
            <a:ln w="13335">
              <a:solidFill>
                <a:srgbClr val="D97706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1254442" y="379666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1402080" y="2380298"/>
              <a:ext cx="3883342" cy="1461135"/>
            </a:xfrm>
            <a:custGeom>
              <a:avLst/>
              <a:gdLst/>
              <a:ahLst/>
              <a:cxnLst/>
              <a:rect l="l" t="t" r="r" b="b"/>
              <a:pathLst>
                <a:path w="3883342" h="1461135">
                  <a:moveTo>
                    <a:pt x="0" y="1461135"/>
                  </a:moveTo>
                  <a:lnTo>
                    <a:pt x="1118235" y="1009650"/>
                  </a:lnTo>
                  <a:lnTo>
                    <a:pt x="3883342" y="0"/>
                  </a:lnTo>
                </a:path>
              </a:pathLst>
            </a:custGeom>
            <a:noFill/>
            <a:ln w="15240">
              <a:solidFill>
                <a:srgbClr val="B42318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986790" y="4191952"/>
              <a:ext cx="267652" cy="9525"/>
            </a:xfrm>
            <a:custGeom>
              <a:avLst/>
              <a:gdLst/>
              <a:ahLst/>
              <a:cxnLst/>
              <a:rect l="l" t="t" r="r" b="b"/>
              <a:pathLst>
                <a:path w="267652" h="9525">
                  <a:moveTo>
                    <a:pt x="0" y="0"/>
                  </a:moveTo>
                  <a:lnTo>
                    <a:pt x="267652" y="0"/>
                  </a:lnTo>
                </a:path>
              </a:pathLst>
            </a:custGeom>
            <a:noFill/>
            <a:ln w="13335">
              <a:solidFill>
                <a:srgbClr val="D97706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1254442" y="414432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1402080" y="2381250"/>
              <a:ext cx="3883342" cy="1806892"/>
            </a:xfrm>
            <a:custGeom>
              <a:avLst/>
              <a:gdLst/>
              <a:ahLst/>
              <a:cxnLst/>
              <a:rect l="l" t="t" r="r" b="b"/>
              <a:pathLst>
                <a:path w="3883342" h="1806892">
                  <a:moveTo>
                    <a:pt x="0" y="1806892"/>
                  </a:moveTo>
                  <a:lnTo>
                    <a:pt x="1118235" y="1355408"/>
                  </a:lnTo>
                  <a:lnTo>
                    <a:pt x="3883342" y="0"/>
                  </a:lnTo>
                </a:path>
              </a:pathLst>
            </a:custGeom>
            <a:noFill/>
            <a:ln w="15240">
              <a:solidFill>
                <a:srgbClr val="B42318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1396365" y="3507105"/>
              <a:ext cx="113348" cy="280035"/>
            </a:xfrm>
            <a:custGeom>
              <a:avLst/>
              <a:gdLst/>
              <a:ahLst/>
              <a:cxnLst/>
              <a:rect l="l" t="t" r="r" b="b"/>
              <a:pathLst>
                <a:path w="113348" h="280035">
                  <a:moveTo>
                    <a:pt x="0" y="0"/>
                  </a:moveTo>
                  <a:lnTo>
                    <a:pt x="113348" y="280035"/>
                  </a:lnTo>
                </a:path>
              </a:pathLst>
            </a:custGeom>
            <a:noFill/>
            <a:ln w="13335">
              <a:solidFill>
                <a:srgbClr val="1F2937"/>
              </a:solidFill>
              <a:custDash>
                <a:ds d="428571" sp="285714"/>
              </a:custDash>
            </a:ln>
          </p:spPr>
        </p:sp>
        <p:sp>
          <p:nvSpPr>
            <p:cNvPr id="32" name="Freeform 32"/>
            <p:cNvSpPr/>
            <p:nvPr/>
          </p:nvSpPr>
          <p:spPr>
            <a:xfrm>
              <a:off x="1402080" y="3799522"/>
              <a:ext cx="102870" cy="41910"/>
            </a:xfrm>
            <a:custGeom>
              <a:avLst/>
              <a:gdLst/>
              <a:ahLst/>
              <a:cxnLst/>
              <a:rect l="l" t="t" r="r" b="b"/>
              <a:pathLst>
                <a:path w="102870" h="41910">
                  <a:moveTo>
                    <a:pt x="0" y="41910"/>
                  </a:moveTo>
                  <a:lnTo>
                    <a:pt x="102870" y="0"/>
                  </a:lnTo>
                </a:path>
              </a:pathLst>
            </a:custGeom>
            <a:noFill/>
            <a:ln w="47625">
              <a:solidFill>
                <a:srgbClr val="14A38B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1254442" y="3602355"/>
              <a:ext cx="9525" cy="137160"/>
            </a:xfrm>
            <a:custGeom>
              <a:avLst/>
              <a:gdLst/>
              <a:ahLst/>
              <a:cxnLst/>
              <a:rect l="l" t="t" r="r" b="b"/>
              <a:pathLst>
                <a:path w="9525" h="137160">
                  <a:moveTo>
                    <a:pt x="0" y="0"/>
                  </a:moveTo>
                  <a:lnTo>
                    <a:pt x="0" y="13716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1206818" y="373951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1206818" y="350710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1718310" y="2684145"/>
              <a:ext cx="21907" cy="110490"/>
            </a:xfrm>
            <a:custGeom>
              <a:avLst/>
              <a:gdLst/>
              <a:ahLst/>
              <a:cxnLst/>
              <a:rect l="l" t="t" r="r" b="b"/>
              <a:pathLst>
                <a:path w="21907" h="110490">
                  <a:moveTo>
                    <a:pt x="21907" y="110490"/>
                  </a:moveTo>
                  <a:lnTo>
                    <a:pt x="21907" y="103822"/>
                  </a:lnTo>
                  <a:lnTo>
                    <a:pt x="20002" y="86677"/>
                  </a:lnTo>
                  <a:lnTo>
                    <a:pt x="18098" y="70485"/>
                  </a:lnTo>
                  <a:lnTo>
                    <a:pt x="15240" y="54292"/>
                  </a:lnTo>
                  <a:lnTo>
                    <a:pt x="11430" y="38100"/>
                  </a:lnTo>
                  <a:lnTo>
                    <a:pt x="7620" y="21908"/>
                  </a:lnTo>
                  <a:lnTo>
                    <a:pt x="1905" y="5715"/>
                  </a:ln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2625090" y="4693920"/>
              <a:ext cx="2564130" cy="9525"/>
            </a:xfrm>
            <a:custGeom>
              <a:avLst/>
              <a:gdLst/>
              <a:ahLst/>
              <a:cxnLst/>
              <a:rect l="l" t="t" r="r" b="b"/>
              <a:pathLst>
                <a:path w="2564130" h="9525">
                  <a:moveTo>
                    <a:pt x="0" y="0"/>
                  </a:moveTo>
                  <a:lnTo>
                    <a:pt x="256413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5189220" y="464629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2529840" y="464629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5255895" y="2339340"/>
              <a:ext cx="76200" cy="7620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579245" y="3471862"/>
              <a:ext cx="36573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900" b="1" dirty="0">
                  <a:solidFill>
                    <a:srgbClr val="14A38B"/>
                  </a:solidFill>
                  <a:latin typeface="+mn-lt"/>
                  <a:ea typeface="+mn-ea"/>
                  <a:cs typeface="+mn-cs"/>
                </a:rPr>
                <a:t>d sinφ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87326" y="359949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797891" y="264604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φ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2601" y="2032635"/>
              <a:ext cx="48181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缝平面 G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688908" y="2153602"/>
              <a:ext cx="36609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透镜 L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873371" y="2032635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观察屏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366503" y="2270760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350821" y="3460432"/>
              <a:ext cx="1282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711402" y="4506754"/>
              <a:ext cx="3915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焦距 f</a:t>
              </a:r>
            </a:p>
          </p:txBody>
        </p:sp>
      </p:grpSp>
      <p:grpSp>
        <p:nvGrpSpPr>
          <p:cNvPr id="56" name="c2-card-1"/>
          <p:cNvGrpSpPr/>
          <p:nvPr/>
        </p:nvGrpSpPr>
        <p:grpSpPr>
          <a:xfrm>
            <a:off x="6464618" y="1524000"/>
            <a:ext cx="5193982" cy="1466850"/>
            <a:chOff x="6464618" y="1524000"/>
            <a:chExt cx="5193982" cy="1466850"/>
          </a:xfrm>
        </p:grpSpPr>
        <p:sp>
          <p:nvSpPr>
            <p:cNvPr id="51" name="Rectangle 51"/>
            <p:cNvSpPr/>
            <p:nvPr/>
          </p:nvSpPr>
          <p:spPr>
            <a:xfrm>
              <a:off x="6464618" y="1524000"/>
              <a:ext cx="5193982" cy="146685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6474142" y="1657350"/>
              <a:ext cx="47625" cy="120015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695122" y="1716405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778562" y="175069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单缝衍射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688264" y="2072640"/>
              <a:ext cx="447141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每条缝都产生单缝衍射。衍射角相同的平行光被透镜会聚到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屏上同一点，与缝的上下位置无关，所以各缝的衍射图样在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屏上完全重合。</a:t>
              </a:r>
            </a:p>
          </p:txBody>
        </p:sp>
      </p:grpSp>
      <p:grpSp>
        <p:nvGrpSpPr>
          <p:cNvPr id="62" name="c2-card-2"/>
          <p:cNvGrpSpPr/>
          <p:nvPr/>
        </p:nvGrpSpPr>
        <p:grpSpPr>
          <a:xfrm>
            <a:off x="6464618" y="3166110"/>
            <a:ext cx="5193982" cy="1466850"/>
            <a:chOff x="6464618" y="3166110"/>
            <a:chExt cx="5193982" cy="1466850"/>
          </a:xfrm>
        </p:grpSpPr>
        <p:sp>
          <p:nvSpPr>
            <p:cNvPr id="57" name="Rectangle 57"/>
            <p:cNvSpPr/>
            <p:nvPr/>
          </p:nvSpPr>
          <p:spPr>
            <a:xfrm>
              <a:off x="6464618" y="3166110"/>
              <a:ext cx="5193982" cy="146685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6474142" y="3299460"/>
              <a:ext cx="47625" cy="120015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6695122" y="3358515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778562" y="339280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多缝干涉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688264" y="3714750"/>
              <a:ext cx="448856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各缝面积相同，缝上的子波源一一对应、满足相干条件。相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邻两缝对应光线的光程差都是 d sinφ，P 点的光强由这 N 束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光的多光束干涉决定。</a:t>
              </a:r>
            </a:p>
          </p:txBody>
        </p:sp>
      </p:grpSp>
      <p:grpSp>
        <p:nvGrpSpPr>
          <p:cNvPr id="68" name="c2-callout-3"/>
          <p:cNvGrpSpPr/>
          <p:nvPr/>
        </p:nvGrpSpPr>
        <p:grpSpPr>
          <a:xfrm>
            <a:off x="6464618" y="4807268"/>
            <a:ext cx="5193982" cy="729615"/>
            <a:chOff x="6464618" y="4807268"/>
            <a:chExt cx="5193982" cy="729615"/>
          </a:xfrm>
        </p:grpSpPr>
        <p:sp>
          <p:nvSpPr>
            <p:cNvPr id="63" name="Rectangle 63"/>
            <p:cNvSpPr/>
            <p:nvPr/>
          </p:nvSpPr>
          <p:spPr>
            <a:xfrm>
              <a:off x="6464618" y="4807268"/>
              <a:ext cx="5193982" cy="729615"/>
            </a:xfrm>
            <a:prstGeom prst="roundRect">
              <a:avLst>
                <a:gd name="adj" fmla="val 15666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6669405" y="5072065"/>
              <a:ext cx="200023" cy="200023"/>
              <a:chOff x="6669405" y="5072065"/>
              <a:chExt cx="200023" cy="200023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6669405" y="507206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6802755" y="513873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6972110" y="4953952"/>
              <a:ext cx="429996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单缝衍射的明纹区域内，缝间干涉形成明、暗条纹；单缝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衍射的暗纹方向上，每条缝都不发光，那里一定是暗纹。</a:t>
              </a:r>
            </a:p>
          </p:txBody>
        </p:sp>
      </p:grpSp>
      <p:grpSp>
        <p:nvGrpSpPr>
          <p:cNvPr id="75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69" name="Rectangle 69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738188" y="6017895"/>
              <a:ext cx="200026" cy="200026"/>
              <a:chOff x="738188" y="6017895"/>
              <a:chExt cx="200026" cy="200026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738188" y="60178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838200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827088" y="61179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1040892" y="6023610"/>
              <a:ext cx="96457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不同衍射角方向上，各缝发出的光本身强弱不同（受单缝衍射调制），这些强弱不同的光再在各方向上发生多光束干涉。</a:t>
              </a:r>
            </a:p>
          </p:txBody>
        </p:sp>
      </p:grpSp>
      <p:grpSp>
        <p:nvGrpSpPr>
          <p:cNvPr id="7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6" name="TextBox 76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第8章 光的衍射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光的衍射 · 光栅衍射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光强曲线：单缝衍射因子乘多缝干涉因子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5" name="g_threecurves"/>
          <p:cNvGrpSpPr/>
          <p:nvPr/>
        </p:nvGrpSpPr>
        <p:grpSpPr>
          <a:xfrm>
            <a:off x="1120140" y="1592580"/>
            <a:ext cx="5233035" cy="3867626"/>
            <a:chOff x="1120140" y="1592580"/>
            <a:chExt cx="5233035" cy="3867626"/>
          </a:xfrm>
        </p:grpSpPr>
        <p:sp>
          <p:nvSpPr>
            <p:cNvPr id="7" name="Freeform 7"/>
            <p:cNvSpPr/>
            <p:nvPr/>
          </p:nvSpPr>
          <p:spPr>
            <a:xfrm>
              <a:off x="1120140" y="2607945"/>
              <a:ext cx="5137785" cy="9525"/>
            </a:xfrm>
            <a:custGeom>
              <a:avLst/>
              <a:gdLst/>
              <a:ahLst/>
              <a:cxnLst/>
              <a:rect l="l" t="t" r="r" b="b"/>
              <a:pathLst>
                <a:path w="5137785" h="9525">
                  <a:moveTo>
                    <a:pt x="0" y="0"/>
                  </a:moveTo>
                  <a:lnTo>
                    <a:pt x="5137785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6257925" y="256032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340168" y="2582228"/>
              <a:ext cx="9525" cy="50482"/>
            </a:xfrm>
            <a:custGeom>
              <a:avLst/>
              <a:gdLst/>
              <a:ahLst/>
              <a:cxnLst/>
              <a:rect l="l" t="t" r="r" b="b"/>
              <a:pathLst>
                <a:path w="9525" h="50482">
                  <a:moveTo>
                    <a:pt x="0" y="0"/>
                  </a:moveTo>
                  <a:lnTo>
                    <a:pt x="0" y="50482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525078" y="2582228"/>
              <a:ext cx="9525" cy="50482"/>
            </a:xfrm>
            <a:custGeom>
              <a:avLst/>
              <a:gdLst/>
              <a:ahLst/>
              <a:cxnLst/>
              <a:rect l="l" t="t" r="r" b="b"/>
              <a:pathLst>
                <a:path w="9525" h="50482">
                  <a:moveTo>
                    <a:pt x="0" y="0"/>
                  </a:moveTo>
                  <a:lnTo>
                    <a:pt x="0" y="50482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3710940" y="2582228"/>
              <a:ext cx="9525" cy="50482"/>
            </a:xfrm>
            <a:custGeom>
              <a:avLst/>
              <a:gdLst/>
              <a:ahLst/>
              <a:cxnLst/>
              <a:rect l="l" t="t" r="r" b="b"/>
              <a:pathLst>
                <a:path w="9525" h="50482">
                  <a:moveTo>
                    <a:pt x="0" y="0"/>
                  </a:moveTo>
                  <a:lnTo>
                    <a:pt x="0" y="50482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896802" y="2582228"/>
              <a:ext cx="9525" cy="50482"/>
            </a:xfrm>
            <a:custGeom>
              <a:avLst/>
              <a:gdLst/>
              <a:ahLst/>
              <a:cxnLst/>
              <a:rect l="l" t="t" r="r" b="b"/>
              <a:pathLst>
                <a:path w="9525" h="50482">
                  <a:moveTo>
                    <a:pt x="0" y="0"/>
                  </a:moveTo>
                  <a:lnTo>
                    <a:pt x="0" y="50482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6080760" y="2582228"/>
              <a:ext cx="9525" cy="50482"/>
            </a:xfrm>
            <a:custGeom>
              <a:avLst/>
              <a:gdLst/>
              <a:ahLst/>
              <a:cxnLst/>
              <a:rect l="l" t="t" r="r" b="b"/>
              <a:pathLst>
                <a:path w="9525" h="50482">
                  <a:moveTo>
                    <a:pt x="0" y="0"/>
                  </a:moveTo>
                  <a:lnTo>
                    <a:pt x="0" y="50482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120140" y="3907155"/>
              <a:ext cx="5137785" cy="9525"/>
            </a:xfrm>
            <a:custGeom>
              <a:avLst/>
              <a:gdLst/>
              <a:ahLst/>
              <a:cxnLst/>
              <a:rect l="l" t="t" r="r" b="b"/>
              <a:pathLst>
                <a:path w="5137785" h="9525">
                  <a:moveTo>
                    <a:pt x="0" y="0"/>
                  </a:moveTo>
                  <a:lnTo>
                    <a:pt x="5137785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6257925" y="385953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1340168" y="3882390"/>
              <a:ext cx="9525" cy="50482"/>
            </a:xfrm>
            <a:custGeom>
              <a:avLst/>
              <a:gdLst/>
              <a:ahLst/>
              <a:cxnLst/>
              <a:rect l="l" t="t" r="r" b="b"/>
              <a:pathLst>
                <a:path w="9525" h="50482">
                  <a:moveTo>
                    <a:pt x="0" y="0"/>
                  </a:moveTo>
                  <a:lnTo>
                    <a:pt x="0" y="50482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2525078" y="3882390"/>
              <a:ext cx="9525" cy="50482"/>
            </a:xfrm>
            <a:custGeom>
              <a:avLst/>
              <a:gdLst/>
              <a:ahLst/>
              <a:cxnLst/>
              <a:rect l="l" t="t" r="r" b="b"/>
              <a:pathLst>
                <a:path w="9525" h="50482">
                  <a:moveTo>
                    <a:pt x="0" y="0"/>
                  </a:moveTo>
                  <a:lnTo>
                    <a:pt x="0" y="50482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3710940" y="3882390"/>
              <a:ext cx="9525" cy="50482"/>
            </a:xfrm>
            <a:custGeom>
              <a:avLst/>
              <a:gdLst/>
              <a:ahLst/>
              <a:cxnLst/>
              <a:rect l="l" t="t" r="r" b="b"/>
              <a:pathLst>
                <a:path w="9525" h="50482">
                  <a:moveTo>
                    <a:pt x="0" y="0"/>
                  </a:moveTo>
                  <a:lnTo>
                    <a:pt x="0" y="50482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4896802" y="3882390"/>
              <a:ext cx="9525" cy="50482"/>
            </a:xfrm>
            <a:custGeom>
              <a:avLst/>
              <a:gdLst/>
              <a:ahLst/>
              <a:cxnLst/>
              <a:rect l="l" t="t" r="r" b="b"/>
              <a:pathLst>
                <a:path w="9525" h="50482">
                  <a:moveTo>
                    <a:pt x="0" y="0"/>
                  </a:moveTo>
                  <a:lnTo>
                    <a:pt x="0" y="50482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6080760" y="3882390"/>
              <a:ext cx="9525" cy="50482"/>
            </a:xfrm>
            <a:custGeom>
              <a:avLst/>
              <a:gdLst/>
              <a:ahLst/>
              <a:cxnLst/>
              <a:rect l="l" t="t" r="r" b="b"/>
              <a:pathLst>
                <a:path w="9525" h="50482">
                  <a:moveTo>
                    <a:pt x="0" y="0"/>
                  </a:moveTo>
                  <a:lnTo>
                    <a:pt x="0" y="50482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1120140" y="5207318"/>
              <a:ext cx="5137785" cy="9525"/>
            </a:xfrm>
            <a:custGeom>
              <a:avLst/>
              <a:gdLst/>
              <a:ahLst/>
              <a:cxnLst/>
              <a:rect l="l" t="t" r="r" b="b"/>
              <a:pathLst>
                <a:path w="5137785" h="9525">
                  <a:moveTo>
                    <a:pt x="0" y="0"/>
                  </a:moveTo>
                  <a:lnTo>
                    <a:pt x="5137785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6257925" y="515969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1340168" y="5182552"/>
              <a:ext cx="9525" cy="50482"/>
            </a:xfrm>
            <a:custGeom>
              <a:avLst/>
              <a:gdLst/>
              <a:ahLst/>
              <a:cxnLst/>
              <a:rect l="l" t="t" r="r" b="b"/>
              <a:pathLst>
                <a:path w="9525" h="50482">
                  <a:moveTo>
                    <a:pt x="0" y="0"/>
                  </a:moveTo>
                  <a:lnTo>
                    <a:pt x="0" y="50482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2525078" y="5182552"/>
              <a:ext cx="9525" cy="50482"/>
            </a:xfrm>
            <a:custGeom>
              <a:avLst/>
              <a:gdLst/>
              <a:ahLst/>
              <a:cxnLst/>
              <a:rect l="l" t="t" r="r" b="b"/>
              <a:pathLst>
                <a:path w="9525" h="50482">
                  <a:moveTo>
                    <a:pt x="0" y="0"/>
                  </a:moveTo>
                  <a:lnTo>
                    <a:pt x="0" y="50482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3710940" y="5182552"/>
              <a:ext cx="9525" cy="50482"/>
            </a:xfrm>
            <a:custGeom>
              <a:avLst/>
              <a:gdLst/>
              <a:ahLst/>
              <a:cxnLst/>
              <a:rect l="l" t="t" r="r" b="b"/>
              <a:pathLst>
                <a:path w="9525" h="50482">
                  <a:moveTo>
                    <a:pt x="0" y="0"/>
                  </a:moveTo>
                  <a:lnTo>
                    <a:pt x="0" y="50482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4896802" y="5182552"/>
              <a:ext cx="9525" cy="50482"/>
            </a:xfrm>
            <a:custGeom>
              <a:avLst/>
              <a:gdLst/>
              <a:ahLst/>
              <a:cxnLst/>
              <a:rect l="l" t="t" r="r" b="b"/>
              <a:pathLst>
                <a:path w="9525" h="50482">
                  <a:moveTo>
                    <a:pt x="0" y="0"/>
                  </a:moveTo>
                  <a:lnTo>
                    <a:pt x="0" y="50482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6080760" y="5182552"/>
              <a:ext cx="9525" cy="50482"/>
            </a:xfrm>
            <a:custGeom>
              <a:avLst/>
              <a:gdLst/>
              <a:ahLst/>
              <a:cxnLst/>
              <a:rect l="l" t="t" r="r" b="b"/>
              <a:pathLst>
                <a:path w="9525" h="50482">
                  <a:moveTo>
                    <a:pt x="0" y="0"/>
                  </a:moveTo>
                  <a:lnTo>
                    <a:pt x="0" y="50482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1168718" y="1809750"/>
              <a:ext cx="5084445" cy="798195"/>
            </a:xfrm>
            <a:custGeom>
              <a:avLst/>
              <a:gdLst/>
              <a:ahLst/>
              <a:cxnLst/>
              <a:rect l="l" t="t" r="r" b="b"/>
              <a:pathLst>
                <a:path w="5084445" h="798195">
                  <a:moveTo>
                    <a:pt x="2857" y="794385"/>
                  </a:moveTo>
                  <a:lnTo>
                    <a:pt x="0" y="794385"/>
                  </a:lnTo>
                  <a:lnTo>
                    <a:pt x="5715" y="794385"/>
                  </a:lnTo>
                  <a:lnTo>
                    <a:pt x="11430" y="794385"/>
                  </a:lnTo>
                  <a:lnTo>
                    <a:pt x="17145" y="795338"/>
                  </a:lnTo>
                  <a:lnTo>
                    <a:pt x="23812" y="795338"/>
                  </a:lnTo>
                  <a:lnTo>
                    <a:pt x="29527" y="795338"/>
                  </a:lnTo>
                  <a:lnTo>
                    <a:pt x="35243" y="795338"/>
                  </a:lnTo>
                  <a:lnTo>
                    <a:pt x="40957" y="795338"/>
                  </a:lnTo>
                  <a:lnTo>
                    <a:pt x="46672" y="796290"/>
                  </a:lnTo>
                  <a:lnTo>
                    <a:pt x="53340" y="796290"/>
                  </a:lnTo>
                  <a:lnTo>
                    <a:pt x="59055" y="796290"/>
                  </a:lnTo>
                  <a:lnTo>
                    <a:pt x="64770" y="796290"/>
                  </a:lnTo>
                  <a:lnTo>
                    <a:pt x="70485" y="796290"/>
                  </a:lnTo>
                  <a:lnTo>
                    <a:pt x="77153" y="796290"/>
                  </a:lnTo>
                  <a:lnTo>
                    <a:pt x="82868" y="796290"/>
                  </a:lnTo>
                  <a:lnTo>
                    <a:pt x="88582" y="796290"/>
                  </a:lnTo>
                  <a:lnTo>
                    <a:pt x="94297" y="797242"/>
                  </a:lnTo>
                  <a:lnTo>
                    <a:pt x="100012" y="797242"/>
                  </a:lnTo>
                  <a:lnTo>
                    <a:pt x="106680" y="797242"/>
                  </a:lnTo>
                  <a:lnTo>
                    <a:pt x="112395" y="797242"/>
                  </a:lnTo>
                  <a:lnTo>
                    <a:pt x="118110" y="797242"/>
                  </a:lnTo>
                  <a:lnTo>
                    <a:pt x="123825" y="797242"/>
                  </a:lnTo>
                  <a:lnTo>
                    <a:pt x="130493" y="797242"/>
                  </a:lnTo>
                  <a:lnTo>
                    <a:pt x="136207" y="797242"/>
                  </a:lnTo>
                  <a:lnTo>
                    <a:pt x="141922" y="797242"/>
                  </a:lnTo>
                  <a:lnTo>
                    <a:pt x="147637" y="798195"/>
                  </a:lnTo>
                  <a:lnTo>
                    <a:pt x="153353" y="798195"/>
                  </a:lnTo>
                  <a:lnTo>
                    <a:pt x="160020" y="798195"/>
                  </a:lnTo>
                  <a:lnTo>
                    <a:pt x="165735" y="798195"/>
                  </a:lnTo>
                  <a:lnTo>
                    <a:pt x="171450" y="798195"/>
                  </a:lnTo>
                  <a:lnTo>
                    <a:pt x="177165" y="798195"/>
                  </a:lnTo>
                  <a:lnTo>
                    <a:pt x="183832" y="798195"/>
                  </a:lnTo>
                  <a:lnTo>
                    <a:pt x="189547" y="798195"/>
                  </a:lnTo>
                  <a:lnTo>
                    <a:pt x="195262" y="798195"/>
                  </a:lnTo>
                  <a:lnTo>
                    <a:pt x="200978" y="797242"/>
                  </a:lnTo>
                  <a:lnTo>
                    <a:pt x="206693" y="797242"/>
                  </a:lnTo>
                  <a:lnTo>
                    <a:pt x="213360" y="797242"/>
                  </a:lnTo>
                  <a:lnTo>
                    <a:pt x="219075" y="797242"/>
                  </a:lnTo>
                  <a:lnTo>
                    <a:pt x="224790" y="797242"/>
                  </a:lnTo>
                  <a:lnTo>
                    <a:pt x="230505" y="797242"/>
                  </a:lnTo>
                  <a:lnTo>
                    <a:pt x="237172" y="797242"/>
                  </a:lnTo>
                  <a:lnTo>
                    <a:pt x="242887" y="797242"/>
                  </a:lnTo>
                  <a:lnTo>
                    <a:pt x="248603" y="797242"/>
                  </a:lnTo>
                  <a:lnTo>
                    <a:pt x="254318" y="796290"/>
                  </a:lnTo>
                  <a:lnTo>
                    <a:pt x="260032" y="796290"/>
                  </a:lnTo>
                  <a:lnTo>
                    <a:pt x="266700" y="796290"/>
                  </a:lnTo>
                  <a:lnTo>
                    <a:pt x="272415" y="796290"/>
                  </a:lnTo>
                  <a:lnTo>
                    <a:pt x="278130" y="796290"/>
                  </a:lnTo>
                  <a:lnTo>
                    <a:pt x="283845" y="796290"/>
                  </a:lnTo>
                  <a:lnTo>
                    <a:pt x="290512" y="795338"/>
                  </a:lnTo>
                  <a:lnTo>
                    <a:pt x="296228" y="795338"/>
                  </a:lnTo>
                  <a:lnTo>
                    <a:pt x="301942" y="795338"/>
                  </a:lnTo>
                  <a:lnTo>
                    <a:pt x="307658" y="794385"/>
                  </a:lnTo>
                  <a:lnTo>
                    <a:pt x="313372" y="794385"/>
                  </a:lnTo>
                  <a:lnTo>
                    <a:pt x="320040" y="794385"/>
                  </a:lnTo>
                  <a:lnTo>
                    <a:pt x="325755" y="793433"/>
                  </a:lnTo>
                  <a:lnTo>
                    <a:pt x="331470" y="793433"/>
                  </a:lnTo>
                  <a:lnTo>
                    <a:pt x="337185" y="793433"/>
                  </a:lnTo>
                  <a:lnTo>
                    <a:pt x="343853" y="793433"/>
                  </a:lnTo>
                  <a:lnTo>
                    <a:pt x="349568" y="792480"/>
                  </a:lnTo>
                  <a:lnTo>
                    <a:pt x="355282" y="792480"/>
                  </a:lnTo>
                  <a:lnTo>
                    <a:pt x="360997" y="792480"/>
                  </a:lnTo>
                  <a:lnTo>
                    <a:pt x="366712" y="791528"/>
                  </a:lnTo>
                  <a:lnTo>
                    <a:pt x="373380" y="791528"/>
                  </a:lnTo>
                  <a:lnTo>
                    <a:pt x="379095" y="791528"/>
                  </a:lnTo>
                  <a:lnTo>
                    <a:pt x="384810" y="790575"/>
                  </a:lnTo>
                  <a:lnTo>
                    <a:pt x="390525" y="790575"/>
                  </a:lnTo>
                  <a:lnTo>
                    <a:pt x="397192" y="789622"/>
                  </a:lnTo>
                  <a:lnTo>
                    <a:pt x="402908" y="789622"/>
                  </a:lnTo>
                  <a:lnTo>
                    <a:pt x="408622" y="789622"/>
                  </a:lnTo>
                  <a:lnTo>
                    <a:pt x="414337" y="788670"/>
                  </a:lnTo>
                  <a:lnTo>
                    <a:pt x="420053" y="787717"/>
                  </a:lnTo>
                  <a:lnTo>
                    <a:pt x="426720" y="787717"/>
                  </a:lnTo>
                  <a:lnTo>
                    <a:pt x="432435" y="787717"/>
                  </a:lnTo>
                  <a:lnTo>
                    <a:pt x="438150" y="786765"/>
                  </a:lnTo>
                  <a:lnTo>
                    <a:pt x="443865" y="786765"/>
                  </a:lnTo>
                  <a:lnTo>
                    <a:pt x="450532" y="785812"/>
                  </a:lnTo>
                  <a:lnTo>
                    <a:pt x="456247" y="784860"/>
                  </a:lnTo>
                  <a:lnTo>
                    <a:pt x="461962" y="784860"/>
                  </a:lnTo>
                  <a:lnTo>
                    <a:pt x="467678" y="784860"/>
                  </a:lnTo>
                  <a:lnTo>
                    <a:pt x="473392" y="783908"/>
                  </a:lnTo>
                  <a:lnTo>
                    <a:pt x="480060" y="782955"/>
                  </a:lnTo>
                  <a:lnTo>
                    <a:pt x="485775" y="782955"/>
                  </a:lnTo>
                  <a:lnTo>
                    <a:pt x="491490" y="782955"/>
                  </a:lnTo>
                  <a:lnTo>
                    <a:pt x="497205" y="782003"/>
                  </a:lnTo>
                  <a:lnTo>
                    <a:pt x="503872" y="781050"/>
                  </a:lnTo>
                  <a:lnTo>
                    <a:pt x="509587" y="781050"/>
                  </a:lnTo>
                  <a:lnTo>
                    <a:pt x="515303" y="781050"/>
                  </a:lnTo>
                  <a:lnTo>
                    <a:pt x="521018" y="780097"/>
                  </a:lnTo>
                  <a:lnTo>
                    <a:pt x="526732" y="779145"/>
                  </a:lnTo>
                  <a:lnTo>
                    <a:pt x="533400" y="779145"/>
                  </a:lnTo>
                  <a:lnTo>
                    <a:pt x="539115" y="778192"/>
                  </a:lnTo>
                  <a:lnTo>
                    <a:pt x="544830" y="778192"/>
                  </a:lnTo>
                  <a:lnTo>
                    <a:pt x="550545" y="777240"/>
                  </a:lnTo>
                  <a:lnTo>
                    <a:pt x="557212" y="776288"/>
                  </a:lnTo>
                  <a:lnTo>
                    <a:pt x="562928" y="776288"/>
                  </a:lnTo>
                  <a:lnTo>
                    <a:pt x="568642" y="775335"/>
                  </a:lnTo>
                  <a:lnTo>
                    <a:pt x="574358" y="775335"/>
                  </a:lnTo>
                  <a:lnTo>
                    <a:pt x="580072" y="774383"/>
                  </a:lnTo>
                  <a:lnTo>
                    <a:pt x="586740" y="774383"/>
                  </a:lnTo>
                  <a:lnTo>
                    <a:pt x="592455" y="773430"/>
                  </a:lnTo>
                  <a:lnTo>
                    <a:pt x="598170" y="773430"/>
                  </a:lnTo>
                  <a:lnTo>
                    <a:pt x="603885" y="772478"/>
                  </a:lnTo>
                  <a:lnTo>
                    <a:pt x="610553" y="772478"/>
                  </a:lnTo>
                  <a:lnTo>
                    <a:pt x="616268" y="771525"/>
                  </a:lnTo>
                  <a:lnTo>
                    <a:pt x="621982" y="771525"/>
                  </a:lnTo>
                  <a:lnTo>
                    <a:pt x="627697" y="770572"/>
                  </a:lnTo>
                  <a:lnTo>
                    <a:pt x="633412" y="770572"/>
                  </a:lnTo>
                  <a:lnTo>
                    <a:pt x="640080" y="769620"/>
                  </a:lnTo>
                  <a:lnTo>
                    <a:pt x="645795" y="769620"/>
                  </a:lnTo>
                  <a:lnTo>
                    <a:pt x="651510" y="768667"/>
                  </a:lnTo>
                  <a:lnTo>
                    <a:pt x="657225" y="767715"/>
                  </a:lnTo>
                  <a:lnTo>
                    <a:pt x="663892" y="767715"/>
                  </a:lnTo>
                  <a:lnTo>
                    <a:pt x="669608" y="767715"/>
                  </a:lnTo>
                  <a:lnTo>
                    <a:pt x="675322" y="766762"/>
                  </a:lnTo>
                  <a:lnTo>
                    <a:pt x="681037" y="766762"/>
                  </a:lnTo>
                  <a:lnTo>
                    <a:pt x="686753" y="765810"/>
                  </a:lnTo>
                  <a:lnTo>
                    <a:pt x="693420" y="765810"/>
                  </a:lnTo>
                  <a:lnTo>
                    <a:pt x="699135" y="765810"/>
                  </a:lnTo>
                  <a:lnTo>
                    <a:pt x="704850" y="764858"/>
                  </a:lnTo>
                  <a:lnTo>
                    <a:pt x="710565" y="764858"/>
                  </a:lnTo>
                  <a:lnTo>
                    <a:pt x="717232" y="763905"/>
                  </a:lnTo>
                  <a:lnTo>
                    <a:pt x="722947" y="763905"/>
                  </a:lnTo>
                  <a:lnTo>
                    <a:pt x="728662" y="763905"/>
                  </a:lnTo>
                  <a:lnTo>
                    <a:pt x="734378" y="762953"/>
                  </a:lnTo>
                  <a:lnTo>
                    <a:pt x="740092" y="762953"/>
                  </a:lnTo>
                  <a:lnTo>
                    <a:pt x="746760" y="762953"/>
                  </a:lnTo>
                  <a:lnTo>
                    <a:pt x="752475" y="762000"/>
                  </a:lnTo>
                  <a:lnTo>
                    <a:pt x="758190" y="762000"/>
                  </a:lnTo>
                  <a:lnTo>
                    <a:pt x="763905" y="762000"/>
                  </a:lnTo>
                  <a:lnTo>
                    <a:pt x="769620" y="762000"/>
                  </a:lnTo>
                  <a:lnTo>
                    <a:pt x="776287" y="762000"/>
                  </a:lnTo>
                  <a:lnTo>
                    <a:pt x="782003" y="761047"/>
                  </a:lnTo>
                  <a:lnTo>
                    <a:pt x="787718" y="761047"/>
                  </a:lnTo>
                  <a:lnTo>
                    <a:pt x="793432" y="761047"/>
                  </a:lnTo>
                  <a:lnTo>
                    <a:pt x="800100" y="761047"/>
                  </a:lnTo>
                  <a:lnTo>
                    <a:pt x="805815" y="760095"/>
                  </a:lnTo>
                  <a:lnTo>
                    <a:pt x="811530" y="760095"/>
                  </a:lnTo>
                  <a:lnTo>
                    <a:pt x="817245" y="760095"/>
                  </a:lnTo>
                  <a:lnTo>
                    <a:pt x="822960" y="760095"/>
                  </a:lnTo>
                  <a:lnTo>
                    <a:pt x="829628" y="760095"/>
                  </a:lnTo>
                  <a:lnTo>
                    <a:pt x="835342" y="760095"/>
                  </a:lnTo>
                  <a:lnTo>
                    <a:pt x="841058" y="760095"/>
                  </a:lnTo>
                  <a:lnTo>
                    <a:pt x="846772" y="760095"/>
                  </a:lnTo>
                  <a:lnTo>
                    <a:pt x="853440" y="760095"/>
                  </a:lnTo>
                  <a:lnTo>
                    <a:pt x="859155" y="760095"/>
                  </a:lnTo>
                  <a:lnTo>
                    <a:pt x="864870" y="760095"/>
                  </a:lnTo>
                  <a:lnTo>
                    <a:pt x="870585" y="760095"/>
                  </a:lnTo>
                  <a:lnTo>
                    <a:pt x="876300" y="760095"/>
                  </a:lnTo>
                  <a:lnTo>
                    <a:pt x="882968" y="760095"/>
                  </a:lnTo>
                  <a:lnTo>
                    <a:pt x="888682" y="761047"/>
                  </a:lnTo>
                  <a:lnTo>
                    <a:pt x="894397" y="761047"/>
                  </a:lnTo>
                  <a:lnTo>
                    <a:pt x="900112" y="761047"/>
                  </a:lnTo>
                  <a:lnTo>
                    <a:pt x="906780" y="761047"/>
                  </a:lnTo>
                  <a:lnTo>
                    <a:pt x="912495" y="761047"/>
                  </a:lnTo>
                  <a:lnTo>
                    <a:pt x="918210" y="762000"/>
                  </a:lnTo>
                  <a:lnTo>
                    <a:pt x="923925" y="762000"/>
                  </a:lnTo>
                  <a:lnTo>
                    <a:pt x="929640" y="762000"/>
                  </a:lnTo>
                  <a:lnTo>
                    <a:pt x="936308" y="762000"/>
                  </a:lnTo>
                  <a:lnTo>
                    <a:pt x="942022" y="762953"/>
                  </a:lnTo>
                  <a:lnTo>
                    <a:pt x="947737" y="762953"/>
                  </a:lnTo>
                  <a:lnTo>
                    <a:pt x="953453" y="762953"/>
                  </a:lnTo>
                  <a:lnTo>
                    <a:pt x="960120" y="763905"/>
                  </a:lnTo>
                  <a:lnTo>
                    <a:pt x="965835" y="763905"/>
                  </a:lnTo>
                  <a:lnTo>
                    <a:pt x="971550" y="763905"/>
                  </a:lnTo>
                  <a:lnTo>
                    <a:pt x="977265" y="764858"/>
                  </a:lnTo>
                  <a:lnTo>
                    <a:pt x="982980" y="764858"/>
                  </a:lnTo>
                  <a:lnTo>
                    <a:pt x="989647" y="765810"/>
                  </a:lnTo>
                  <a:lnTo>
                    <a:pt x="995362" y="765810"/>
                  </a:lnTo>
                  <a:lnTo>
                    <a:pt x="1001078" y="766762"/>
                  </a:lnTo>
                  <a:lnTo>
                    <a:pt x="1006792" y="766762"/>
                  </a:lnTo>
                  <a:lnTo>
                    <a:pt x="1013460" y="767715"/>
                  </a:lnTo>
                  <a:lnTo>
                    <a:pt x="1019175" y="767715"/>
                  </a:lnTo>
                  <a:lnTo>
                    <a:pt x="1024890" y="768667"/>
                  </a:lnTo>
                  <a:lnTo>
                    <a:pt x="1030605" y="768667"/>
                  </a:lnTo>
                  <a:lnTo>
                    <a:pt x="1036320" y="769620"/>
                  </a:lnTo>
                  <a:lnTo>
                    <a:pt x="1042987" y="770572"/>
                  </a:lnTo>
                  <a:lnTo>
                    <a:pt x="1048702" y="770572"/>
                  </a:lnTo>
                  <a:lnTo>
                    <a:pt x="1054418" y="771525"/>
                  </a:lnTo>
                  <a:lnTo>
                    <a:pt x="1060132" y="771525"/>
                  </a:lnTo>
                  <a:lnTo>
                    <a:pt x="1066800" y="772478"/>
                  </a:lnTo>
                  <a:lnTo>
                    <a:pt x="1072515" y="773430"/>
                  </a:lnTo>
                  <a:lnTo>
                    <a:pt x="1078230" y="773430"/>
                  </a:lnTo>
                  <a:lnTo>
                    <a:pt x="1083945" y="774383"/>
                  </a:lnTo>
                  <a:lnTo>
                    <a:pt x="1089660" y="775335"/>
                  </a:lnTo>
                  <a:lnTo>
                    <a:pt x="1096328" y="775335"/>
                  </a:lnTo>
                  <a:lnTo>
                    <a:pt x="1102042" y="776288"/>
                  </a:lnTo>
                  <a:lnTo>
                    <a:pt x="1107758" y="777240"/>
                  </a:lnTo>
                  <a:lnTo>
                    <a:pt x="1113472" y="777240"/>
                  </a:lnTo>
                  <a:lnTo>
                    <a:pt x="1120140" y="778192"/>
                  </a:lnTo>
                  <a:lnTo>
                    <a:pt x="1125855" y="779145"/>
                  </a:lnTo>
                  <a:lnTo>
                    <a:pt x="1131570" y="780097"/>
                  </a:lnTo>
                  <a:lnTo>
                    <a:pt x="1137285" y="780097"/>
                  </a:lnTo>
                  <a:lnTo>
                    <a:pt x="1143000" y="781050"/>
                  </a:lnTo>
                  <a:lnTo>
                    <a:pt x="1149668" y="782003"/>
                  </a:lnTo>
                  <a:lnTo>
                    <a:pt x="1155382" y="782955"/>
                  </a:lnTo>
                  <a:lnTo>
                    <a:pt x="1161098" y="782955"/>
                  </a:lnTo>
                  <a:lnTo>
                    <a:pt x="1166812" y="783908"/>
                  </a:lnTo>
                  <a:lnTo>
                    <a:pt x="1173480" y="784860"/>
                  </a:lnTo>
                  <a:lnTo>
                    <a:pt x="1179195" y="784860"/>
                  </a:lnTo>
                  <a:lnTo>
                    <a:pt x="1184910" y="785812"/>
                  </a:lnTo>
                  <a:lnTo>
                    <a:pt x="1190625" y="786765"/>
                  </a:lnTo>
                  <a:lnTo>
                    <a:pt x="1196340" y="787717"/>
                  </a:lnTo>
                  <a:lnTo>
                    <a:pt x="1203008" y="787717"/>
                  </a:lnTo>
                  <a:lnTo>
                    <a:pt x="1208722" y="788670"/>
                  </a:lnTo>
                  <a:lnTo>
                    <a:pt x="1214437" y="788670"/>
                  </a:lnTo>
                  <a:lnTo>
                    <a:pt x="1220153" y="789622"/>
                  </a:lnTo>
                  <a:lnTo>
                    <a:pt x="1226820" y="789622"/>
                  </a:lnTo>
                  <a:lnTo>
                    <a:pt x="1232535" y="790575"/>
                  </a:lnTo>
                  <a:lnTo>
                    <a:pt x="1238250" y="791528"/>
                  </a:lnTo>
                  <a:lnTo>
                    <a:pt x="1243965" y="791528"/>
                  </a:lnTo>
                  <a:lnTo>
                    <a:pt x="1249680" y="792480"/>
                  </a:lnTo>
                  <a:lnTo>
                    <a:pt x="1256347" y="793433"/>
                  </a:lnTo>
                  <a:lnTo>
                    <a:pt x="1262062" y="793433"/>
                  </a:lnTo>
                  <a:lnTo>
                    <a:pt x="1267778" y="793433"/>
                  </a:lnTo>
                  <a:lnTo>
                    <a:pt x="1273492" y="794385"/>
                  </a:lnTo>
                  <a:lnTo>
                    <a:pt x="1280160" y="794385"/>
                  </a:lnTo>
                  <a:lnTo>
                    <a:pt x="1285875" y="795338"/>
                  </a:lnTo>
                  <a:lnTo>
                    <a:pt x="1291590" y="795338"/>
                  </a:lnTo>
                  <a:lnTo>
                    <a:pt x="1297305" y="796290"/>
                  </a:lnTo>
                  <a:lnTo>
                    <a:pt x="1303020" y="796290"/>
                  </a:lnTo>
                  <a:lnTo>
                    <a:pt x="1309688" y="796290"/>
                  </a:lnTo>
                  <a:lnTo>
                    <a:pt x="1315403" y="796290"/>
                  </a:lnTo>
                  <a:lnTo>
                    <a:pt x="1321118" y="797242"/>
                  </a:lnTo>
                  <a:lnTo>
                    <a:pt x="1326832" y="797242"/>
                  </a:lnTo>
                  <a:lnTo>
                    <a:pt x="1333500" y="797242"/>
                  </a:lnTo>
                  <a:lnTo>
                    <a:pt x="1339215" y="797242"/>
                  </a:lnTo>
                  <a:lnTo>
                    <a:pt x="1344930" y="798195"/>
                  </a:lnTo>
                  <a:lnTo>
                    <a:pt x="1350645" y="798195"/>
                  </a:lnTo>
                  <a:lnTo>
                    <a:pt x="1356360" y="798195"/>
                  </a:lnTo>
                  <a:lnTo>
                    <a:pt x="1363028" y="798195"/>
                  </a:lnTo>
                  <a:lnTo>
                    <a:pt x="1368742" y="798195"/>
                  </a:lnTo>
                  <a:lnTo>
                    <a:pt x="1374458" y="797242"/>
                  </a:lnTo>
                  <a:lnTo>
                    <a:pt x="1380173" y="797242"/>
                  </a:lnTo>
                  <a:lnTo>
                    <a:pt x="1386840" y="797242"/>
                  </a:lnTo>
                  <a:lnTo>
                    <a:pt x="1392555" y="797242"/>
                  </a:lnTo>
                  <a:lnTo>
                    <a:pt x="1398270" y="796290"/>
                  </a:lnTo>
                  <a:lnTo>
                    <a:pt x="1403985" y="796290"/>
                  </a:lnTo>
                  <a:lnTo>
                    <a:pt x="1409700" y="796290"/>
                  </a:lnTo>
                  <a:lnTo>
                    <a:pt x="1416368" y="795338"/>
                  </a:lnTo>
                  <a:lnTo>
                    <a:pt x="1422082" y="795338"/>
                  </a:lnTo>
                  <a:lnTo>
                    <a:pt x="1427798" y="794385"/>
                  </a:lnTo>
                  <a:lnTo>
                    <a:pt x="1433512" y="793433"/>
                  </a:lnTo>
                  <a:lnTo>
                    <a:pt x="1440180" y="793433"/>
                  </a:lnTo>
                  <a:lnTo>
                    <a:pt x="1445895" y="792480"/>
                  </a:lnTo>
                  <a:lnTo>
                    <a:pt x="1451610" y="791528"/>
                  </a:lnTo>
                  <a:lnTo>
                    <a:pt x="1457325" y="791528"/>
                  </a:lnTo>
                  <a:lnTo>
                    <a:pt x="1463040" y="789622"/>
                  </a:lnTo>
                  <a:lnTo>
                    <a:pt x="1469708" y="789622"/>
                  </a:lnTo>
                  <a:lnTo>
                    <a:pt x="1475423" y="787717"/>
                  </a:lnTo>
                  <a:lnTo>
                    <a:pt x="1481138" y="787717"/>
                  </a:lnTo>
                  <a:lnTo>
                    <a:pt x="1486853" y="785812"/>
                  </a:lnTo>
                  <a:lnTo>
                    <a:pt x="1493520" y="784860"/>
                  </a:lnTo>
                  <a:lnTo>
                    <a:pt x="1499235" y="783908"/>
                  </a:lnTo>
                  <a:lnTo>
                    <a:pt x="1504950" y="782003"/>
                  </a:lnTo>
                  <a:lnTo>
                    <a:pt x="1510665" y="781050"/>
                  </a:lnTo>
                  <a:lnTo>
                    <a:pt x="1516380" y="779145"/>
                  </a:lnTo>
                  <a:lnTo>
                    <a:pt x="1523048" y="778192"/>
                  </a:lnTo>
                  <a:lnTo>
                    <a:pt x="1528762" y="776288"/>
                  </a:lnTo>
                  <a:lnTo>
                    <a:pt x="1534478" y="774383"/>
                  </a:lnTo>
                  <a:lnTo>
                    <a:pt x="1540192" y="772478"/>
                  </a:lnTo>
                  <a:lnTo>
                    <a:pt x="1546860" y="771525"/>
                  </a:lnTo>
                  <a:lnTo>
                    <a:pt x="1552575" y="769620"/>
                  </a:lnTo>
                  <a:lnTo>
                    <a:pt x="1558290" y="767715"/>
                  </a:lnTo>
                  <a:lnTo>
                    <a:pt x="1564005" y="765810"/>
                  </a:lnTo>
                  <a:lnTo>
                    <a:pt x="1569720" y="762953"/>
                  </a:lnTo>
                  <a:lnTo>
                    <a:pt x="1576388" y="761047"/>
                  </a:lnTo>
                  <a:lnTo>
                    <a:pt x="1582103" y="759142"/>
                  </a:lnTo>
                  <a:lnTo>
                    <a:pt x="1587818" y="756285"/>
                  </a:lnTo>
                  <a:lnTo>
                    <a:pt x="1593532" y="754380"/>
                  </a:lnTo>
                  <a:lnTo>
                    <a:pt x="1600200" y="751522"/>
                  </a:lnTo>
                  <a:lnTo>
                    <a:pt x="1605915" y="748665"/>
                  </a:lnTo>
                  <a:lnTo>
                    <a:pt x="1611630" y="746760"/>
                  </a:lnTo>
                  <a:lnTo>
                    <a:pt x="1617345" y="743903"/>
                  </a:lnTo>
                  <a:lnTo>
                    <a:pt x="1623060" y="741045"/>
                  </a:lnTo>
                  <a:lnTo>
                    <a:pt x="1629728" y="738188"/>
                  </a:lnTo>
                  <a:lnTo>
                    <a:pt x="1635442" y="735330"/>
                  </a:lnTo>
                  <a:lnTo>
                    <a:pt x="1641158" y="732472"/>
                  </a:lnTo>
                  <a:lnTo>
                    <a:pt x="1646873" y="729615"/>
                  </a:lnTo>
                  <a:lnTo>
                    <a:pt x="1653540" y="725805"/>
                  </a:lnTo>
                  <a:lnTo>
                    <a:pt x="1659255" y="722947"/>
                  </a:lnTo>
                  <a:lnTo>
                    <a:pt x="1664970" y="719138"/>
                  </a:lnTo>
                  <a:lnTo>
                    <a:pt x="1670685" y="716280"/>
                  </a:lnTo>
                  <a:lnTo>
                    <a:pt x="1676400" y="712470"/>
                  </a:lnTo>
                  <a:lnTo>
                    <a:pt x="1683068" y="708660"/>
                  </a:lnTo>
                  <a:lnTo>
                    <a:pt x="1688782" y="705803"/>
                  </a:lnTo>
                  <a:lnTo>
                    <a:pt x="1694498" y="701040"/>
                  </a:lnTo>
                  <a:lnTo>
                    <a:pt x="1700212" y="697230"/>
                  </a:lnTo>
                  <a:lnTo>
                    <a:pt x="1706880" y="693420"/>
                  </a:lnTo>
                  <a:lnTo>
                    <a:pt x="1712595" y="689610"/>
                  </a:lnTo>
                  <a:lnTo>
                    <a:pt x="1718310" y="685800"/>
                  </a:lnTo>
                  <a:lnTo>
                    <a:pt x="1724025" y="681990"/>
                  </a:lnTo>
                  <a:lnTo>
                    <a:pt x="1729740" y="677228"/>
                  </a:lnTo>
                  <a:lnTo>
                    <a:pt x="1736408" y="673417"/>
                  </a:lnTo>
                  <a:lnTo>
                    <a:pt x="1742123" y="668655"/>
                  </a:lnTo>
                  <a:lnTo>
                    <a:pt x="1747838" y="664845"/>
                  </a:lnTo>
                  <a:lnTo>
                    <a:pt x="1753553" y="660083"/>
                  </a:lnTo>
                  <a:lnTo>
                    <a:pt x="1759268" y="655320"/>
                  </a:lnTo>
                  <a:lnTo>
                    <a:pt x="1765935" y="650558"/>
                  </a:lnTo>
                  <a:lnTo>
                    <a:pt x="1771650" y="645795"/>
                  </a:lnTo>
                  <a:lnTo>
                    <a:pt x="1777365" y="641033"/>
                  </a:lnTo>
                  <a:lnTo>
                    <a:pt x="1783080" y="636270"/>
                  </a:lnTo>
                  <a:lnTo>
                    <a:pt x="1789748" y="631508"/>
                  </a:lnTo>
                  <a:lnTo>
                    <a:pt x="1795462" y="625792"/>
                  </a:lnTo>
                  <a:lnTo>
                    <a:pt x="1801178" y="621030"/>
                  </a:lnTo>
                  <a:lnTo>
                    <a:pt x="1806892" y="616267"/>
                  </a:lnTo>
                  <a:lnTo>
                    <a:pt x="1812608" y="610552"/>
                  </a:lnTo>
                  <a:lnTo>
                    <a:pt x="1819275" y="605790"/>
                  </a:lnTo>
                  <a:lnTo>
                    <a:pt x="1824990" y="600075"/>
                  </a:lnTo>
                  <a:lnTo>
                    <a:pt x="1830705" y="594360"/>
                  </a:lnTo>
                  <a:lnTo>
                    <a:pt x="1836420" y="589598"/>
                  </a:lnTo>
                  <a:lnTo>
                    <a:pt x="1843088" y="583883"/>
                  </a:lnTo>
                  <a:lnTo>
                    <a:pt x="1848803" y="578167"/>
                  </a:lnTo>
                  <a:lnTo>
                    <a:pt x="1854518" y="572452"/>
                  </a:lnTo>
                  <a:lnTo>
                    <a:pt x="1860232" y="566738"/>
                  </a:lnTo>
                  <a:lnTo>
                    <a:pt x="1865948" y="561022"/>
                  </a:lnTo>
                  <a:lnTo>
                    <a:pt x="1872615" y="555308"/>
                  </a:lnTo>
                  <a:lnTo>
                    <a:pt x="1878330" y="548640"/>
                  </a:lnTo>
                  <a:lnTo>
                    <a:pt x="1884045" y="542925"/>
                  </a:lnTo>
                  <a:lnTo>
                    <a:pt x="1889760" y="537210"/>
                  </a:lnTo>
                  <a:lnTo>
                    <a:pt x="1896428" y="530542"/>
                  </a:lnTo>
                  <a:lnTo>
                    <a:pt x="1902142" y="524828"/>
                  </a:lnTo>
                  <a:lnTo>
                    <a:pt x="1907858" y="519112"/>
                  </a:lnTo>
                  <a:lnTo>
                    <a:pt x="1913573" y="512445"/>
                  </a:lnTo>
                  <a:lnTo>
                    <a:pt x="1919288" y="506730"/>
                  </a:lnTo>
                  <a:lnTo>
                    <a:pt x="1925955" y="500062"/>
                  </a:lnTo>
                  <a:lnTo>
                    <a:pt x="1931670" y="493395"/>
                  </a:lnTo>
                  <a:lnTo>
                    <a:pt x="1937385" y="487680"/>
                  </a:lnTo>
                  <a:lnTo>
                    <a:pt x="1943100" y="481012"/>
                  </a:lnTo>
                  <a:lnTo>
                    <a:pt x="1949768" y="474345"/>
                  </a:lnTo>
                  <a:lnTo>
                    <a:pt x="1955482" y="468630"/>
                  </a:lnTo>
                  <a:lnTo>
                    <a:pt x="1961198" y="461962"/>
                  </a:lnTo>
                  <a:lnTo>
                    <a:pt x="1966912" y="455295"/>
                  </a:lnTo>
                  <a:lnTo>
                    <a:pt x="1972628" y="448627"/>
                  </a:lnTo>
                  <a:lnTo>
                    <a:pt x="1979295" y="441960"/>
                  </a:lnTo>
                  <a:lnTo>
                    <a:pt x="1985010" y="435292"/>
                  </a:lnTo>
                  <a:lnTo>
                    <a:pt x="1990725" y="428625"/>
                  </a:lnTo>
                  <a:lnTo>
                    <a:pt x="1996440" y="421958"/>
                  </a:lnTo>
                  <a:lnTo>
                    <a:pt x="2003108" y="415290"/>
                  </a:lnTo>
                  <a:lnTo>
                    <a:pt x="2008823" y="408623"/>
                  </a:lnTo>
                  <a:lnTo>
                    <a:pt x="2014538" y="401955"/>
                  </a:lnTo>
                  <a:lnTo>
                    <a:pt x="2020253" y="395288"/>
                  </a:lnTo>
                  <a:lnTo>
                    <a:pt x="2025968" y="388620"/>
                  </a:lnTo>
                  <a:lnTo>
                    <a:pt x="2032635" y="381952"/>
                  </a:lnTo>
                  <a:lnTo>
                    <a:pt x="2038350" y="374333"/>
                  </a:lnTo>
                  <a:lnTo>
                    <a:pt x="2044065" y="367665"/>
                  </a:lnTo>
                  <a:lnTo>
                    <a:pt x="2049780" y="360998"/>
                  </a:lnTo>
                  <a:lnTo>
                    <a:pt x="2056448" y="354330"/>
                  </a:lnTo>
                  <a:lnTo>
                    <a:pt x="2062162" y="347662"/>
                  </a:lnTo>
                  <a:lnTo>
                    <a:pt x="2067878" y="340995"/>
                  </a:lnTo>
                  <a:lnTo>
                    <a:pt x="2073592" y="334327"/>
                  </a:lnTo>
                  <a:lnTo>
                    <a:pt x="2079308" y="327660"/>
                  </a:lnTo>
                  <a:lnTo>
                    <a:pt x="2085975" y="320992"/>
                  </a:lnTo>
                  <a:lnTo>
                    <a:pt x="2091690" y="314325"/>
                  </a:lnTo>
                  <a:lnTo>
                    <a:pt x="2097405" y="306705"/>
                  </a:lnTo>
                  <a:lnTo>
                    <a:pt x="2103120" y="300038"/>
                  </a:lnTo>
                  <a:lnTo>
                    <a:pt x="2109788" y="294323"/>
                  </a:lnTo>
                  <a:lnTo>
                    <a:pt x="2115502" y="287655"/>
                  </a:lnTo>
                  <a:lnTo>
                    <a:pt x="2121218" y="280988"/>
                  </a:lnTo>
                  <a:lnTo>
                    <a:pt x="2126932" y="274320"/>
                  </a:lnTo>
                  <a:lnTo>
                    <a:pt x="2132648" y="267652"/>
                  </a:lnTo>
                  <a:lnTo>
                    <a:pt x="2139315" y="260985"/>
                  </a:lnTo>
                  <a:lnTo>
                    <a:pt x="2145030" y="254317"/>
                  </a:lnTo>
                  <a:lnTo>
                    <a:pt x="2150745" y="248602"/>
                  </a:lnTo>
                  <a:lnTo>
                    <a:pt x="2156460" y="241935"/>
                  </a:lnTo>
                  <a:lnTo>
                    <a:pt x="2163128" y="235267"/>
                  </a:lnTo>
                  <a:lnTo>
                    <a:pt x="2168842" y="228600"/>
                  </a:lnTo>
                  <a:lnTo>
                    <a:pt x="2174558" y="222885"/>
                  </a:lnTo>
                  <a:lnTo>
                    <a:pt x="2180273" y="216217"/>
                  </a:lnTo>
                  <a:lnTo>
                    <a:pt x="2185988" y="209550"/>
                  </a:lnTo>
                  <a:lnTo>
                    <a:pt x="2192655" y="203835"/>
                  </a:lnTo>
                  <a:lnTo>
                    <a:pt x="2198370" y="198120"/>
                  </a:lnTo>
                  <a:lnTo>
                    <a:pt x="2204085" y="191452"/>
                  </a:lnTo>
                  <a:lnTo>
                    <a:pt x="2209800" y="185738"/>
                  </a:lnTo>
                  <a:lnTo>
                    <a:pt x="2216468" y="180023"/>
                  </a:lnTo>
                  <a:lnTo>
                    <a:pt x="2222182" y="174308"/>
                  </a:lnTo>
                  <a:lnTo>
                    <a:pt x="2227898" y="168592"/>
                  </a:lnTo>
                  <a:lnTo>
                    <a:pt x="2233612" y="162877"/>
                  </a:lnTo>
                  <a:lnTo>
                    <a:pt x="2239328" y="157162"/>
                  </a:lnTo>
                  <a:lnTo>
                    <a:pt x="2245995" y="151448"/>
                  </a:lnTo>
                  <a:lnTo>
                    <a:pt x="2251710" y="145733"/>
                  </a:lnTo>
                  <a:lnTo>
                    <a:pt x="2257425" y="140970"/>
                  </a:lnTo>
                  <a:lnTo>
                    <a:pt x="2263140" y="135255"/>
                  </a:lnTo>
                  <a:lnTo>
                    <a:pt x="2269808" y="129540"/>
                  </a:lnTo>
                  <a:lnTo>
                    <a:pt x="2275523" y="124777"/>
                  </a:lnTo>
                  <a:lnTo>
                    <a:pt x="2281238" y="119062"/>
                  </a:lnTo>
                  <a:lnTo>
                    <a:pt x="2286952" y="114300"/>
                  </a:lnTo>
                  <a:lnTo>
                    <a:pt x="2292668" y="109538"/>
                  </a:lnTo>
                  <a:lnTo>
                    <a:pt x="2299335" y="104775"/>
                  </a:lnTo>
                  <a:lnTo>
                    <a:pt x="2305050" y="100012"/>
                  </a:lnTo>
                  <a:lnTo>
                    <a:pt x="2310765" y="95250"/>
                  </a:lnTo>
                  <a:lnTo>
                    <a:pt x="2316480" y="90488"/>
                  </a:lnTo>
                  <a:lnTo>
                    <a:pt x="2323148" y="85725"/>
                  </a:lnTo>
                  <a:lnTo>
                    <a:pt x="2328862" y="81915"/>
                  </a:lnTo>
                  <a:lnTo>
                    <a:pt x="2334578" y="77152"/>
                  </a:lnTo>
                  <a:lnTo>
                    <a:pt x="2340292" y="73342"/>
                  </a:lnTo>
                  <a:lnTo>
                    <a:pt x="2346008" y="69533"/>
                  </a:lnTo>
                  <a:lnTo>
                    <a:pt x="2352675" y="65723"/>
                  </a:lnTo>
                  <a:lnTo>
                    <a:pt x="2358390" y="60960"/>
                  </a:lnTo>
                  <a:lnTo>
                    <a:pt x="2364105" y="57150"/>
                  </a:lnTo>
                  <a:lnTo>
                    <a:pt x="2369820" y="54292"/>
                  </a:lnTo>
                  <a:lnTo>
                    <a:pt x="2376488" y="50483"/>
                  </a:lnTo>
                  <a:lnTo>
                    <a:pt x="2382202" y="46673"/>
                  </a:lnTo>
                  <a:lnTo>
                    <a:pt x="2387918" y="43815"/>
                  </a:lnTo>
                  <a:lnTo>
                    <a:pt x="2393632" y="40005"/>
                  </a:lnTo>
                  <a:lnTo>
                    <a:pt x="2399348" y="37148"/>
                  </a:lnTo>
                  <a:lnTo>
                    <a:pt x="2406015" y="34290"/>
                  </a:lnTo>
                  <a:lnTo>
                    <a:pt x="2411730" y="31433"/>
                  </a:lnTo>
                  <a:lnTo>
                    <a:pt x="2417445" y="28575"/>
                  </a:lnTo>
                  <a:lnTo>
                    <a:pt x="2423160" y="26670"/>
                  </a:lnTo>
                  <a:lnTo>
                    <a:pt x="2429828" y="23812"/>
                  </a:lnTo>
                  <a:lnTo>
                    <a:pt x="2435542" y="20955"/>
                  </a:lnTo>
                  <a:lnTo>
                    <a:pt x="2441258" y="19050"/>
                  </a:lnTo>
                  <a:lnTo>
                    <a:pt x="2446973" y="17145"/>
                  </a:lnTo>
                  <a:lnTo>
                    <a:pt x="2452688" y="15240"/>
                  </a:lnTo>
                  <a:lnTo>
                    <a:pt x="2459355" y="13335"/>
                  </a:lnTo>
                  <a:lnTo>
                    <a:pt x="2465070" y="11430"/>
                  </a:lnTo>
                  <a:lnTo>
                    <a:pt x="2470785" y="9525"/>
                  </a:lnTo>
                  <a:lnTo>
                    <a:pt x="2476500" y="8573"/>
                  </a:lnTo>
                  <a:lnTo>
                    <a:pt x="2483168" y="6667"/>
                  </a:lnTo>
                  <a:lnTo>
                    <a:pt x="2488882" y="5715"/>
                  </a:lnTo>
                  <a:lnTo>
                    <a:pt x="2494598" y="4762"/>
                  </a:lnTo>
                  <a:lnTo>
                    <a:pt x="2500312" y="3810"/>
                  </a:lnTo>
                  <a:lnTo>
                    <a:pt x="2506028" y="2858"/>
                  </a:lnTo>
                  <a:lnTo>
                    <a:pt x="2512695" y="1905"/>
                  </a:lnTo>
                  <a:lnTo>
                    <a:pt x="2518410" y="952"/>
                  </a:lnTo>
                  <a:lnTo>
                    <a:pt x="2524125" y="952"/>
                  </a:lnTo>
                  <a:lnTo>
                    <a:pt x="2529840" y="952"/>
                  </a:lnTo>
                  <a:lnTo>
                    <a:pt x="2536508" y="952"/>
                  </a:lnTo>
                  <a:lnTo>
                    <a:pt x="2542223" y="0"/>
                  </a:lnTo>
                  <a:lnTo>
                    <a:pt x="2547938" y="952"/>
                  </a:lnTo>
                  <a:lnTo>
                    <a:pt x="2553652" y="952"/>
                  </a:lnTo>
                  <a:lnTo>
                    <a:pt x="2559368" y="952"/>
                  </a:lnTo>
                  <a:lnTo>
                    <a:pt x="2566035" y="952"/>
                  </a:lnTo>
                  <a:lnTo>
                    <a:pt x="2571750" y="1905"/>
                  </a:lnTo>
                  <a:lnTo>
                    <a:pt x="2577465" y="2858"/>
                  </a:lnTo>
                  <a:lnTo>
                    <a:pt x="2583180" y="3810"/>
                  </a:lnTo>
                  <a:lnTo>
                    <a:pt x="2589848" y="4762"/>
                  </a:lnTo>
                  <a:lnTo>
                    <a:pt x="2595562" y="5715"/>
                  </a:lnTo>
                  <a:lnTo>
                    <a:pt x="2601278" y="6667"/>
                  </a:lnTo>
                  <a:lnTo>
                    <a:pt x="2606992" y="8573"/>
                  </a:lnTo>
                  <a:lnTo>
                    <a:pt x="2612708" y="9525"/>
                  </a:lnTo>
                  <a:lnTo>
                    <a:pt x="2619375" y="11430"/>
                  </a:lnTo>
                  <a:lnTo>
                    <a:pt x="2625090" y="13335"/>
                  </a:lnTo>
                  <a:lnTo>
                    <a:pt x="2630805" y="15240"/>
                  </a:lnTo>
                  <a:lnTo>
                    <a:pt x="2636520" y="17145"/>
                  </a:lnTo>
                  <a:lnTo>
                    <a:pt x="2643188" y="19050"/>
                  </a:lnTo>
                  <a:lnTo>
                    <a:pt x="2648902" y="20955"/>
                  </a:lnTo>
                  <a:lnTo>
                    <a:pt x="2654618" y="23812"/>
                  </a:lnTo>
                  <a:lnTo>
                    <a:pt x="2660332" y="26670"/>
                  </a:lnTo>
                  <a:lnTo>
                    <a:pt x="2666048" y="28575"/>
                  </a:lnTo>
                  <a:lnTo>
                    <a:pt x="2672715" y="31433"/>
                  </a:lnTo>
                  <a:lnTo>
                    <a:pt x="2678430" y="34290"/>
                  </a:lnTo>
                  <a:lnTo>
                    <a:pt x="2684145" y="37148"/>
                  </a:lnTo>
                  <a:lnTo>
                    <a:pt x="2689860" y="40005"/>
                  </a:lnTo>
                  <a:lnTo>
                    <a:pt x="2695575" y="43815"/>
                  </a:lnTo>
                  <a:lnTo>
                    <a:pt x="2702242" y="46673"/>
                  </a:lnTo>
                  <a:lnTo>
                    <a:pt x="2707958" y="50483"/>
                  </a:lnTo>
                  <a:lnTo>
                    <a:pt x="2713673" y="54292"/>
                  </a:lnTo>
                  <a:lnTo>
                    <a:pt x="2719388" y="57150"/>
                  </a:lnTo>
                  <a:lnTo>
                    <a:pt x="2726055" y="60960"/>
                  </a:lnTo>
                  <a:lnTo>
                    <a:pt x="2731770" y="65723"/>
                  </a:lnTo>
                  <a:lnTo>
                    <a:pt x="2737485" y="69533"/>
                  </a:lnTo>
                  <a:lnTo>
                    <a:pt x="2743200" y="73342"/>
                  </a:lnTo>
                  <a:lnTo>
                    <a:pt x="2748915" y="77152"/>
                  </a:lnTo>
                  <a:lnTo>
                    <a:pt x="2755582" y="81915"/>
                  </a:lnTo>
                  <a:lnTo>
                    <a:pt x="2761298" y="85725"/>
                  </a:lnTo>
                  <a:lnTo>
                    <a:pt x="2767012" y="90488"/>
                  </a:lnTo>
                  <a:lnTo>
                    <a:pt x="2772728" y="95250"/>
                  </a:lnTo>
                  <a:lnTo>
                    <a:pt x="2779395" y="100012"/>
                  </a:lnTo>
                  <a:lnTo>
                    <a:pt x="2785110" y="104775"/>
                  </a:lnTo>
                  <a:lnTo>
                    <a:pt x="2790825" y="109538"/>
                  </a:lnTo>
                  <a:lnTo>
                    <a:pt x="2796540" y="114300"/>
                  </a:lnTo>
                  <a:lnTo>
                    <a:pt x="2802255" y="119062"/>
                  </a:lnTo>
                  <a:lnTo>
                    <a:pt x="2808923" y="124777"/>
                  </a:lnTo>
                  <a:lnTo>
                    <a:pt x="2814638" y="129540"/>
                  </a:lnTo>
                  <a:lnTo>
                    <a:pt x="2820352" y="135255"/>
                  </a:lnTo>
                  <a:lnTo>
                    <a:pt x="2826068" y="140970"/>
                  </a:lnTo>
                  <a:lnTo>
                    <a:pt x="2832735" y="145733"/>
                  </a:lnTo>
                  <a:lnTo>
                    <a:pt x="2838450" y="151448"/>
                  </a:lnTo>
                  <a:lnTo>
                    <a:pt x="2844165" y="157162"/>
                  </a:lnTo>
                  <a:lnTo>
                    <a:pt x="2849880" y="162877"/>
                  </a:lnTo>
                  <a:lnTo>
                    <a:pt x="2855595" y="168592"/>
                  </a:lnTo>
                  <a:lnTo>
                    <a:pt x="2862262" y="174308"/>
                  </a:lnTo>
                  <a:lnTo>
                    <a:pt x="2867978" y="180023"/>
                  </a:lnTo>
                  <a:lnTo>
                    <a:pt x="2873692" y="185738"/>
                  </a:lnTo>
                  <a:lnTo>
                    <a:pt x="2879408" y="191452"/>
                  </a:lnTo>
                  <a:lnTo>
                    <a:pt x="2886075" y="198120"/>
                  </a:lnTo>
                  <a:lnTo>
                    <a:pt x="2891790" y="203835"/>
                  </a:lnTo>
                  <a:lnTo>
                    <a:pt x="2897505" y="209550"/>
                  </a:lnTo>
                  <a:lnTo>
                    <a:pt x="2903220" y="216217"/>
                  </a:lnTo>
                  <a:lnTo>
                    <a:pt x="2908935" y="222885"/>
                  </a:lnTo>
                  <a:lnTo>
                    <a:pt x="2915602" y="228600"/>
                  </a:lnTo>
                  <a:lnTo>
                    <a:pt x="2921318" y="235267"/>
                  </a:lnTo>
                  <a:lnTo>
                    <a:pt x="2927032" y="241935"/>
                  </a:lnTo>
                  <a:lnTo>
                    <a:pt x="2932748" y="248602"/>
                  </a:lnTo>
                  <a:lnTo>
                    <a:pt x="2939415" y="254317"/>
                  </a:lnTo>
                  <a:lnTo>
                    <a:pt x="2945130" y="260985"/>
                  </a:lnTo>
                  <a:lnTo>
                    <a:pt x="2950845" y="267652"/>
                  </a:lnTo>
                  <a:lnTo>
                    <a:pt x="2956560" y="274320"/>
                  </a:lnTo>
                  <a:lnTo>
                    <a:pt x="2962275" y="280988"/>
                  </a:lnTo>
                  <a:lnTo>
                    <a:pt x="2968942" y="287655"/>
                  </a:lnTo>
                  <a:lnTo>
                    <a:pt x="2974658" y="294323"/>
                  </a:lnTo>
                  <a:lnTo>
                    <a:pt x="2980373" y="300038"/>
                  </a:lnTo>
                  <a:lnTo>
                    <a:pt x="2986088" y="306705"/>
                  </a:lnTo>
                  <a:lnTo>
                    <a:pt x="2992755" y="314325"/>
                  </a:lnTo>
                  <a:lnTo>
                    <a:pt x="2998470" y="320992"/>
                  </a:lnTo>
                  <a:lnTo>
                    <a:pt x="3005138" y="327660"/>
                  </a:lnTo>
                  <a:lnTo>
                    <a:pt x="3009900" y="334327"/>
                  </a:lnTo>
                  <a:lnTo>
                    <a:pt x="3015615" y="340995"/>
                  </a:lnTo>
                  <a:lnTo>
                    <a:pt x="3022282" y="347662"/>
                  </a:lnTo>
                  <a:lnTo>
                    <a:pt x="3027998" y="354330"/>
                  </a:lnTo>
                  <a:lnTo>
                    <a:pt x="3033712" y="360998"/>
                  </a:lnTo>
                  <a:lnTo>
                    <a:pt x="3039428" y="367665"/>
                  </a:lnTo>
                  <a:lnTo>
                    <a:pt x="3046095" y="374333"/>
                  </a:lnTo>
                  <a:lnTo>
                    <a:pt x="3051810" y="381952"/>
                  </a:lnTo>
                  <a:lnTo>
                    <a:pt x="3058478" y="388620"/>
                  </a:lnTo>
                  <a:lnTo>
                    <a:pt x="3063240" y="395288"/>
                  </a:lnTo>
                  <a:lnTo>
                    <a:pt x="3068955" y="401955"/>
                  </a:lnTo>
                  <a:lnTo>
                    <a:pt x="3075623" y="408623"/>
                  </a:lnTo>
                  <a:lnTo>
                    <a:pt x="3081338" y="415290"/>
                  </a:lnTo>
                  <a:lnTo>
                    <a:pt x="3087052" y="421958"/>
                  </a:lnTo>
                  <a:lnTo>
                    <a:pt x="3092768" y="428625"/>
                  </a:lnTo>
                  <a:lnTo>
                    <a:pt x="3099435" y="435292"/>
                  </a:lnTo>
                  <a:lnTo>
                    <a:pt x="3105150" y="441960"/>
                  </a:lnTo>
                  <a:lnTo>
                    <a:pt x="3111818" y="448627"/>
                  </a:lnTo>
                  <a:lnTo>
                    <a:pt x="3116580" y="455295"/>
                  </a:lnTo>
                  <a:lnTo>
                    <a:pt x="3122295" y="461962"/>
                  </a:lnTo>
                  <a:lnTo>
                    <a:pt x="3128962" y="468630"/>
                  </a:lnTo>
                  <a:lnTo>
                    <a:pt x="3134678" y="474345"/>
                  </a:lnTo>
                  <a:lnTo>
                    <a:pt x="3140392" y="481012"/>
                  </a:lnTo>
                  <a:lnTo>
                    <a:pt x="3146108" y="487680"/>
                  </a:lnTo>
                  <a:lnTo>
                    <a:pt x="3152775" y="493395"/>
                  </a:lnTo>
                  <a:lnTo>
                    <a:pt x="3158490" y="500062"/>
                  </a:lnTo>
                  <a:lnTo>
                    <a:pt x="3165158" y="506730"/>
                  </a:lnTo>
                  <a:lnTo>
                    <a:pt x="3169920" y="512445"/>
                  </a:lnTo>
                  <a:lnTo>
                    <a:pt x="3175635" y="519112"/>
                  </a:lnTo>
                  <a:lnTo>
                    <a:pt x="3182302" y="524828"/>
                  </a:lnTo>
                  <a:lnTo>
                    <a:pt x="3188018" y="530542"/>
                  </a:lnTo>
                  <a:lnTo>
                    <a:pt x="3193732" y="537210"/>
                  </a:lnTo>
                  <a:lnTo>
                    <a:pt x="3199448" y="542925"/>
                  </a:lnTo>
                  <a:lnTo>
                    <a:pt x="3206115" y="548640"/>
                  </a:lnTo>
                  <a:lnTo>
                    <a:pt x="3211830" y="555308"/>
                  </a:lnTo>
                  <a:lnTo>
                    <a:pt x="3217545" y="561022"/>
                  </a:lnTo>
                  <a:lnTo>
                    <a:pt x="3223260" y="566738"/>
                  </a:lnTo>
                  <a:lnTo>
                    <a:pt x="3228975" y="572452"/>
                  </a:lnTo>
                  <a:lnTo>
                    <a:pt x="3235642" y="578167"/>
                  </a:lnTo>
                  <a:lnTo>
                    <a:pt x="3241358" y="583883"/>
                  </a:lnTo>
                  <a:lnTo>
                    <a:pt x="3247073" y="589598"/>
                  </a:lnTo>
                  <a:lnTo>
                    <a:pt x="3252788" y="594360"/>
                  </a:lnTo>
                  <a:lnTo>
                    <a:pt x="3259455" y="600075"/>
                  </a:lnTo>
                  <a:lnTo>
                    <a:pt x="3265170" y="605790"/>
                  </a:lnTo>
                  <a:lnTo>
                    <a:pt x="3270885" y="610552"/>
                  </a:lnTo>
                  <a:lnTo>
                    <a:pt x="3276600" y="616267"/>
                  </a:lnTo>
                  <a:lnTo>
                    <a:pt x="3282315" y="621030"/>
                  </a:lnTo>
                  <a:lnTo>
                    <a:pt x="3288982" y="625792"/>
                  </a:lnTo>
                  <a:lnTo>
                    <a:pt x="3294698" y="631508"/>
                  </a:lnTo>
                  <a:lnTo>
                    <a:pt x="3300412" y="636270"/>
                  </a:lnTo>
                  <a:lnTo>
                    <a:pt x="3306128" y="641033"/>
                  </a:lnTo>
                  <a:lnTo>
                    <a:pt x="3312795" y="645795"/>
                  </a:lnTo>
                  <a:lnTo>
                    <a:pt x="3318510" y="650558"/>
                  </a:lnTo>
                  <a:lnTo>
                    <a:pt x="3324225" y="655320"/>
                  </a:lnTo>
                  <a:lnTo>
                    <a:pt x="3329940" y="660083"/>
                  </a:lnTo>
                  <a:lnTo>
                    <a:pt x="3335655" y="664845"/>
                  </a:lnTo>
                  <a:lnTo>
                    <a:pt x="3342323" y="668655"/>
                  </a:lnTo>
                  <a:lnTo>
                    <a:pt x="3348038" y="673417"/>
                  </a:lnTo>
                  <a:lnTo>
                    <a:pt x="3354705" y="677228"/>
                  </a:lnTo>
                  <a:lnTo>
                    <a:pt x="3359468" y="681990"/>
                  </a:lnTo>
                  <a:lnTo>
                    <a:pt x="3366135" y="685800"/>
                  </a:lnTo>
                  <a:lnTo>
                    <a:pt x="3371850" y="689610"/>
                  </a:lnTo>
                  <a:lnTo>
                    <a:pt x="3377565" y="693420"/>
                  </a:lnTo>
                  <a:lnTo>
                    <a:pt x="3383280" y="697230"/>
                  </a:lnTo>
                  <a:lnTo>
                    <a:pt x="3388995" y="701040"/>
                  </a:lnTo>
                  <a:lnTo>
                    <a:pt x="3395662" y="705803"/>
                  </a:lnTo>
                  <a:lnTo>
                    <a:pt x="3401378" y="708660"/>
                  </a:lnTo>
                  <a:lnTo>
                    <a:pt x="3408045" y="712470"/>
                  </a:lnTo>
                  <a:lnTo>
                    <a:pt x="3412808" y="716280"/>
                  </a:lnTo>
                  <a:lnTo>
                    <a:pt x="3419475" y="719138"/>
                  </a:lnTo>
                  <a:lnTo>
                    <a:pt x="3425190" y="722947"/>
                  </a:lnTo>
                  <a:lnTo>
                    <a:pt x="3430905" y="725805"/>
                  </a:lnTo>
                  <a:lnTo>
                    <a:pt x="3436620" y="729615"/>
                  </a:lnTo>
                  <a:lnTo>
                    <a:pt x="3442335" y="732472"/>
                  </a:lnTo>
                  <a:lnTo>
                    <a:pt x="3449002" y="735330"/>
                  </a:lnTo>
                  <a:lnTo>
                    <a:pt x="3454718" y="738188"/>
                  </a:lnTo>
                  <a:lnTo>
                    <a:pt x="3461385" y="741045"/>
                  </a:lnTo>
                  <a:lnTo>
                    <a:pt x="3466148" y="743903"/>
                  </a:lnTo>
                  <a:lnTo>
                    <a:pt x="3472815" y="746760"/>
                  </a:lnTo>
                  <a:lnTo>
                    <a:pt x="3478530" y="748665"/>
                  </a:lnTo>
                  <a:lnTo>
                    <a:pt x="3484245" y="751522"/>
                  </a:lnTo>
                  <a:lnTo>
                    <a:pt x="3489960" y="754380"/>
                  </a:lnTo>
                  <a:lnTo>
                    <a:pt x="3495675" y="756285"/>
                  </a:lnTo>
                  <a:lnTo>
                    <a:pt x="3502342" y="759142"/>
                  </a:lnTo>
                  <a:lnTo>
                    <a:pt x="3508058" y="761047"/>
                  </a:lnTo>
                  <a:lnTo>
                    <a:pt x="3514725" y="762953"/>
                  </a:lnTo>
                  <a:lnTo>
                    <a:pt x="3519488" y="765810"/>
                  </a:lnTo>
                  <a:lnTo>
                    <a:pt x="3526155" y="767715"/>
                  </a:lnTo>
                  <a:lnTo>
                    <a:pt x="3531870" y="769620"/>
                  </a:lnTo>
                  <a:lnTo>
                    <a:pt x="3537585" y="771525"/>
                  </a:lnTo>
                  <a:lnTo>
                    <a:pt x="3543300" y="772478"/>
                  </a:lnTo>
                  <a:lnTo>
                    <a:pt x="3549015" y="774383"/>
                  </a:lnTo>
                  <a:lnTo>
                    <a:pt x="3555682" y="776288"/>
                  </a:lnTo>
                  <a:lnTo>
                    <a:pt x="3561398" y="778192"/>
                  </a:lnTo>
                  <a:lnTo>
                    <a:pt x="3568065" y="779145"/>
                  </a:lnTo>
                  <a:lnTo>
                    <a:pt x="3572828" y="781050"/>
                  </a:lnTo>
                  <a:lnTo>
                    <a:pt x="3579495" y="782003"/>
                  </a:lnTo>
                  <a:lnTo>
                    <a:pt x="3585210" y="783908"/>
                  </a:lnTo>
                  <a:lnTo>
                    <a:pt x="3590925" y="784860"/>
                  </a:lnTo>
                  <a:lnTo>
                    <a:pt x="3596640" y="785812"/>
                  </a:lnTo>
                  <a:lnTo>
                    <a:pt x="3602355" y="787717"/>
                  </a:lnTo>
                  <a:lnTo>
                    <a:pt x="3609023" y="787717"/>
                  </a:lnTo>
                  <a:lnTo>
                    <a:pt x="3614738" y="789622"/>
                  </a:lnTo>
                  <a:lnTo>
                    <a:pt x="3621405" y="789622"/>
                  </a:lnTo>
                  <a:lnTo>
                    <a:pt x="3626168" y="791528"/>
                  </a:lnTo>
                  <a:lnTo>
                    <a:pt x="3632835" y="791528"/>
                  </a:lnTo>
                  <a:lnTo>
                    <a:pt x="3638550" y="792480"/>
                  </a:lnTo>
                  <a:lnTo>
                    <a:pt x="3644265" y="793433"/>
                  </a:lnTo>
                  <a:lnTo>
                    <a:pt x="3649980" y="793433"/>
                  </a:lnTo>
                  <a:lnTo>
                    <a:pt x="3655695" y="794385"/>
                  </a:lnTo>
                  <a:lnTo>
                    <a:pt x="3662362" y="795338"/>
                  </a:lnTo>
                  <a:lnTo>
                    <a:pt x="3668078" y="795338"/>
                  </a:lnTo>
                  <a:lnTo>
                    <a:pt x="3674745" y="796290"/>
                  </a:lnTo>
                  <a:lnTo>
                    <a:pt x="3679508" y="796290"/>
                  </a:lnTo>
                  <a:lnTo>
                    <a:pt x="3685223" y="796290"/>
                  </a:lnTo>
                  <a:lnTo>
                    <a:pt x="3691890" y="797242"/>
                  </a:lnTo>
                  <a:lnTo>
                    <a:pt x="3697605" y="797242"/>
                  </a:lnTo>
                  <a:lnTo>
                    <a:pt x="3703320" y="797242"/>
                  </a:lnTo>
                  <a:lnTo>
                    <a:pt x="3709035" y="797242"/>
                  </a:lnTo>
                  <a:lnTo>
                    <a:pt x="3715702" y="798195"/>
                  </a:lnTo>
                  <a:lnTo>
                    <a:pt x="3721418" y="798195"/>
                  </a:lnTo>
                  <a:lnTo>
                    <a:pt x="3728085" y="798195"/>
                  </a:lnTo>
                  <a:lnTo>
                    <a:pt x="3732848" y="798195"/>
                  </a:lnTo>
                  <a:lnTo>
                    <a:pt x="3738563" y="798195"/>
                  </a:lnTo>
                  <a:lnTo>
                    <a:pt x="3745230" y="797242"/>
                  </a:lnTo>
                  <a:lnTo>
                    <a:pt x="3750945" y="797242"/>
                  </a:lnTo>
                  <a:lnTo>
                    <a:pt x="3757613" y="797242"/>
                  </a:lnTo>
                  <a:lnTo>
                    <a:pt x="3762375" y="797242"/>
                  </a:lnTo>
                  <a:lnTo>
                    <a:pt x="3769042" y="796290"/>
                  </a:lnTo>
                  <a:lnTo>
                    <a:pt x="3774758" y="796290"/>
                  </a:lnTo>
                  <a:lnTo>
                    <a:pt x="3781425" y="796290"/>
                  </a:lnTo>
                  <a:lnTo>
                    <a:pt x="3786188" y="796290"/>
                  </a:lnTo>
                  <a:lnTo>
                    <a:pt x="3791902" y="795338"/>
                  </a:lnTo>
                  <a:lnTo>
                    <a:pt x="3798570" y="795338"/>
                  </a:lnTo>
                  <a:lnTo>
                    <a:pt x="3804285" y="794385"/>
                  </a:lnTo>
                  <a:lnTo>
                    <a:pt x="3810952" y="794385"/>
                  </a:lnTo>
                  <a:lnTo>
                    <a:pt x="3815715" y="793433"/>
                  </a:lnTo>
                  <a:lnTo>
                    <a:pt x="3822382" y="793433"/>
                  </a:lnTo>
                  <a:lnTo>
                    <a:pt x="3828098" y="793433"/>
                  </a:lnTo>
                  <a:lnTo>
                    <a:pt x="3834765" y="792480"/>
                  </a:lnTo>
                  <a:lnTo>
                    <a:pt x="3839527" y="791528"/>
                  </a:lnTo>
                  <a:lnTo>
                    <a:pt x="3845242" y="791528"/>
                  </a:lnTo>
                  <a:lnTo>
                    <a:pt x="3851910" y="790575"/>
                  </a:lnTo>
                  <a:lnTo>
                    <a:pt x="3857625" y="789622"/>
                  </a:lnTo>
                  <a:lnTo>
                    <a:pt x="3864292" y="789622"/>
                  </a:lnTo>
                  <a:lnTo>
                    <a:pt x="3869055" y="788670"/>
                  </a:lnTo>
                  <a:lnTo>
                    <a:pt x="3875723" y="788670"/>
                  </a:lnTo>
                  <a:lnTo>
                    <a:pt x="3881438" y="787717"/>
                  </a:lnTo>
                  <a:lnTo>
                    <a:pt x="3888105" y="787717"/>
                  </a:lnTo>
                  <a:lnTo>
                    <a:pt x="3892868" y="786765"/>
                  </a:lnTo>
                  <a:lnTo>
                    <a:pt x="3898582" y="785812"/>
                  </a:lnTo>
                  <a:lnTo>
                    <a:pt x="3905250" y="784860"/>
                  </a:lnTo>
                  <a:lnTo>
                    <a:pt x="3910965" y="784860"/>
                  </a:lnTo>
                  <a:lnTo>
                    <a:pt x="3917632" y="783908"/>
                  </a:lnTo>
                  <a:lnTo>
                    <a:pt x="3922395" y="782955"/>
                  </a:lnTo>
                  <a:lnTo>
                    <a:pt x="3929063" y="782955"/>
                  </a:lnTo>
                  <a:lnTo>
                    <a:pt x="3934777" y="782003"/>
                  </a:lnTo>
                  <a:lnTo>
                    <a:pt x="3941445" y="781050"/>
                  </a:lnTo>
                  <a:lnTo>
                    <a:pt x="3946208" y="780097"/>
                  </a:lnTo>
                  <a:lnTo>
                    <a:pt x="3951923" y="780097"/>
                  </a:lnTo>
                  <a:lnTo>
                    <a:pt x="3958590" y="779145"/>
                  </a:lnTo>
                  <a:lnTo>
                    <a:pt x="3964305" y="778192"/>
                  </a:lnTo>
                  <a:lnTo>
                    <a:pt x="3970973" y="777240"/>
                  </a:lnTo>
                  <a:lnTo>
                    <a:pt x="3975735" y="777240"/>
                  </a:lnTo>
                  <a:lnTo>
                    <a:pt x="3982402" y="776288"/>
                  </a:lnTo>
                  <a:lnTo>
                    <a:pt x="3988118" y="775335"/>
                  </a:lnTo>
                  <a:lnTo>
                    <a:pt x="3994785" y="775335"/>
                  </a:lnTo>
                  <a:lnTo>
                    <a:pt x="3999548" y="774383"/>
                  </a:lnTo>
                  <a:lnTo>
                    <a:pt x="4005263" y="773430"/>
                  </a:lnTo>
                  <a:lnTo>
                    <a:pt x="4011930" y="773430"/>
                  </a:lnTo>
                  <a:lnTo>
                    <a:pt x="4017645" y="772478"/>
                  </a:lnTo>
                  <a:lnTo>
                    <a:pt x="4024313" y="771525"/>
                  </a:lnTo>
                  <a:lnTo>
                    <a:pt x="4029075" y="771525"/>
                  </a:lnTo>
                  <a:lnTo>
                    <a:pt x="4035742" y="770572"/>
                  </a:lnTo>
                  <a:lnTo>
                    <a:pt x="4041458" y="770572"/>
                  </a:lnTo>
                  <a:lnTo>
                    <a:pt x="4048125" y="769620"/>
                  </a:lnTo>
                  <a:lnTo>
                    <a:pt x="4052888" y="768667"/>
                  </a:lnTo>
                  <a:lnTo>
                    <a:pt x="4058602" y="768667"/>
                  </a:lnTo>
                  <a:lnTo>
                    <a:pt x="4065270" y="767715"/>
                  </a:lnTo>
                  <a:lnTo>
                    <a:pt x="4070985" y="767715"/>
                  </a:lnTo>
                  <a:lnTo>
                    <a:pt x="4077652" y="766762"/>
                  </a:lnTo>
                  <a:lnTo>
                    <a:pt x="4082415" y="766762"/>
                  </a:lnTo>
                  <a:lnTo>
                    <a:pt x="4089082" y="765810"/>
                  </a:lnTo>
                  <a:lnTo>
                    <a:pt x="4094798" y="765810"/>
                  </a:lnTo>
                  <a:lnTo>
                    <a:pt x="4101465" y="764858"/>
                  </a:lnTo>
                  <a:lnTo>
                    <a:pt x="4106227" y="764858"/>
                  </a:lnTo>
                  <a:lnTo>
                    <a:pt x="4111942" y="763905"/>
                  </a:lnTo>
                  <a:lnTo>
                    <a:pt x="4118610" y="763905"/>
                  </a:lnTo>
                  <a:lnTo>
                    <a:pt x="4124325" y="763905"/>
                  </a:lnTo>
                  <a:lnTo>
                    <a:pt x="4130992" y="762953"/>
                  </a:lnTo>
                  <a:lnTo>
                    <a:pt x="4135755" y="762953"/>
                  </a:lnTo>
                  <a:lnTo>
                    <a:pt x="4142423" y="762953"/>
                  </a:lnTo>
                  <a:lnTo>
                    <a:pt x="4148138" y="762000"/>
                  </a:lnTo>
                  <a:lnTo>
                    <a:pt x="4153852" y="762000"/>
                  </a:lnTo>
                  <a:lnTo>
                    <a:pt x="4160520" y="762000"/>
                  </a:lnTo>
                  <a:lnTo>
                    <a:pt x="4165282" y="762000"/>
                  </a:lnTo>
                  <a:lnTo>
                    <a:pt x="4171950" y="761047"/>
                  </a:lnTo>
                  <a:lnTo>
                    <a:pt x="4177665" y="761047"/>
                  </a:lnTo>
                  <a:lnTo>
                    <a:pt x="4184332" y="761047"/>
                  </a:lnTo>
                  <a:lnTo>
                    <a:pt x="4189095" y="761047"/>
                  </a:lnTo>
                  <a:lnTo>
                    <a:pt x="4195763" y="761047"/>
                  </a:lnTo>
                  <a:lnTo>
                    <a:pt x="4201478" y="760095"/>
                  </a:lnTo>
                  <a:lnTo>
                    <a:pt x="4207192" y="760095"/>
                  </a:lnTo>
                  <a:lnTo>
                    <a:pt x="4213860" y="760095"/>
                  </a:lnTo>
                  <a:lnTo>
                    <a:pt x="4218622" y="760095"/>
                  </a:lnTo>
                  <a:lnTo>
                    <a:pt x="4225290" y="760095"/>
                  </a:lnTo>
                  <a:lnTo>
                    <a:pt x="4231005" y="760095"/>
                  </a:lnTo>
                  <a:lnTo>
                    <a:pt x="4237672" y="760095"/>
                  </a:lnTo>
                  <a:lnTo>
                    <a:pt x="4242435" y="760095"/>
                  </a:lnTo>
                  <a:lnTo>
                    <a:pt x="4249102" y="760095"/>
                  </a:lnTo>
                  <a:lnTo>
                    <a:pt x="4254818" y="760095"/>
                  </a:lnTo>
                  <a:lnTo>
                    <a:pt x="4260532" y="760095"/>
                  </a:lnTo>
                  <a:lnTo>
                    <a:pt x="4267200" y="760095"/>
                  </a:lnTo>
                  <a:lnTo>
                    <a:pt x="4271963" y="760095"/>
                  </a:lnTo>
                  <a:lnTo>
                    <a:pt x="4278630" y="760095"/>
                  </a:lnTo>
                  <a:lnTo>
                    <a:pt x="4284345" y="761047"/>
                  </a:lnTo>
                  <a:lnTo>
                    <a:pt x="4291013" y="761047"/>
                  </a:lnTo>
                  <a:lnTo>
                    <a:pt x="4295775" y="761047"/>
                  </a:lnTo>
                  <a:lnTo>
                    <a:pt x="4302442" y="761047"/>
                  </a:lnTo>
                  <a:lnTo>
                    <a:pt x="4308158" y="762000"/>
                  </a:lnTo>
                  <a:lnTo>
                    <a:pt x="4313872" y="762000"/>
                  </a:lnTo>
                  <a:lnTo>
                    <a:pt x="4320540" y="762000"/>
                  </a:lnTo>
                  <a:lnTo>
                    <a:pt x="4325302" y="762000"/>
                  </a:lnTo>
                  <a:lnTo>
                    <a:pt x="4331970" y="762000"/>
                  </a:lnTo>
                  <a:lnTo>
                    <a:pt x="4337685" y="762953"/>
                  </a:lnTo>
                  <a:lnTo>
                    <a:pt x="4344352" y="762953"/>
                  </a:lnTo>
                  <a:lnTo>
                    <a:pt x="4349115" y="762953"/>
                  </a:lnTo>
                  <a:lnTo>
                    <a:pt x="4355782" y="763905"/>
                  </a:lnTo>
                  <a:lnTo>
                    <a:pt x="4361498" y="763905"/>
                  </a:lnTo>
                  <a:lnTo>
                    <a:pt x="4367213" y="763905"/>
                  </a:lnTo>
                  <a:lnTo>
                    <a:pt x="4373880" y="764858"/>
                  </a:lnTo>
                  <a:lnTo>
                    <a:pt x="4378642" y="764858"/>
                  </a:lnTo>
                  <a:lnTo>
                    <a:pt x="4385310" y="765810"/>
                  </a:lnTo>
                  <a:lnTo>
                    <a:pt x="4391025" y="765810"/>
                  </a:lnTo>
                  <a:lnTo>
                    <a:pt x="4397692" y="765810"/>
                  </a:lnTo>
                  <a:lnTo>
                    <a:pt x="4402455" y="766762"/>
                  </a:lnTo>
                  <a:lnTo>
                    <a:pt x="4409122" y="766762"/>
                  </a:lnTo>
                  <a:lnTo>
                    <a:pt x="4414838" y="767715"/>
                  </a:lnTo>
                  <a:lnTo>
                    <a:pt x="4420552" y="767715"/>
                  </a:lnTo>
                  <a:lnTo>
                    <a:pt x="4427220" y="767715"/>
                  </a:lnTo>
                  <a:lnTo>
                    <a:pt x="4431982" y="768667"/>
                  </a:lnTo>
                  <a:lnTo>
                    <a:pt x="4438650" y="769620"/>
                  </a:lnTo>
                  <a:lnTo>
                    <a:pt x="4444365" y="769620"/>
                  </a:lnTo>
                  <a:lnTo>
                    <a:pt x="4451032" y="770572"/>
                  </a:lnTo>
                  <a:lnTo>
                    <a:pt x="4455795" y="770572"/>
                  </a:lnTo>
                  <a:lnTo>
                    <a:pt x="4462463" y="771525"/>
                  </a:lnTo>
                  <a:lnTo>
                    <a:pt x="4468178" y="771525"/>
                  </a:lnTo>
                  <a:lnTo>
                    <a:pt x="4473892" y="772478"/>
                  </a:lnTo>
                  <a:lnTo>
                    <a:pt x="4480560" y="772478"/>
                  </a:lnTo>
                  <a:lnTo>
                    <a:pt x="4485322" y="773430"/>
                  </a:lnTo>
                  <a:lnTo>
                    <a:pt x="4491990" y="773430"/>
                  </a:lnTo>
                  <a:lnTo>
                    <a:pt x="4497705" y="774383"/>
                  </a:lnTo>
                  <a:lnTo>
                    <a:pt x="4504372" y="774383"/>
                  </a:lnTo>
                  <a:lnTo>
                    <a:pt x="4509135" y="775335"/>
                  </a:lnTo>
                  <a:lnTo>
                    <a:pt x="4515802" y="775335"/>
                  </a:lnTo>
                  <a:lnTo>
                    <a:pt x="4521518" y="776288"/>
                  </a:lnTo>
                  <a:lnTo>
                    <a:pt x="4527232" y="776288"/>
                  </a:lnTo>
                  <a:lnTo>
                    <a:pt x="4533900" y="777240"/>
                  </a:lnTo>
                  <a:lnTo>
                    <a:pt x="4538663" y="778192"/>
                  </a:lnTo>
                  <a:lnTo>
                    <a:pt x="4545330" y="778192"/>
                  </a:lnTo>
                  <a:lnTo>
                    <a:pt x="4551045" y="779145"/>
                  </a:lnTo>
                  <a:lnTo>
                    <a:pt x="4557713" y="779145"/>
                  </a:lnTo>
                  <a:lnTo>
                    <a:pt x="4563428" y="780097"/>
                  </a:lnTo>
                  <a:lnTo>
                    <a:pt x="4569142" y="781050"/>
                  </a:lnTo>
                  <a:lnTo>
                    <a:pt x="4574858" y="781050"/>
                  </a:lnTo>
                  <a:lnTo>
                    <a:pt x="4580572" y="781050"/>
                  </a:lnTo>
                  <a:lnTo>
                    <a:pt x="4587240" y="782003"/>
                  </a:lnTo>
                  <a:lnTo>
                    <a:pt x="4592002" y="782955"/>
                  </a:lnTo>
                  <a:lnTo>
                    <a:pt x="4598670" y="782955"/>
                  </a:lnTo>
                  <a:lnTo>
                    <a:pt x="4604385" y="782955"/>
                  </a:lnTo>
                  <a:lnTo>
                    <a:pt x="4611052" y="783908"/>
                  </a:lnTo>
                  <a:lnTo>
                    <a:pt x="4616768" y="784860"/>
                  </a:lnTo>
                  <a:lnTo>
                    <a:pt x="4622482" y="784860"/>
                  </a:lnTo>
                  <a:lnTo>
                    <a:pt x="4628198" y="784860"/>
                  </a:lnTo>
                  <a:lnTo>
                    <a:pt x="4633913" y="785812"/>
                  </a:lnTo>
                  <a:lnTo>
                    <a:pt x="4640580" y="786765"/>
                  </a:lnTo>
                  <a:lnTo>
                    <a:pt x="4645342" y="786765"/>
                  </a:lnTo>
                  <a:lnTo>
                    <a:pt x="4652010" y="787717"/>
                  </a:lnTo>
                  <a:lnTo>
                    <a:pt x="4657725" y="787717"/>
                  </a:lnTo>
                  <a:lnTo>
                    <a:pt x="4664392" y="787717"/>
                  </a:lnTo>
                  <a:lnTo>
                    <a:pt x="4670108" y="788670"/>
                  </a:lnTo>
                  <a:lnTo>
                    <a:pt x="4674870" y="789622"/>
                  </a:lnTo>
                  <a:lnTo>
                    <a:pt x="4681538" y="789622"/>
                  </a:lnTo>
                  <a:lnTo>
                    <a:pt x="4687252" y="789622"/>
                  </a:lnTo>
                  <a:lnTo>
                    <a:pt x="4693920" y="790575"/>
                  </a:lnTo>
                  <a:lnTo>
                    <a:pt x="4698682" y="790575"/>
                  </a:lnTo>
                  <a:lnTo>
                    <a:pt x="4705350" y="791528"/>
                  </a:lnTo>
                  <a:lnTo>
                    <a:pt x="4711065" y="791528"/>
                  </a:lnTo>
                  <a:lnTo>
                    <a:pt x="4717732" y="791528"/>
                  </a:lnTo>
                  <a:lnTo>
                    <a:pt x="4723448" y="792480"/>
                  </a:lnTo>
                  <a:lnTo>
                    <a:pt x="4728210" y="792480"/>
                  </a:lnTo>
                  <a:lnTo>
                    <a:pt x="4734878" y="792480"/>
                  </a:lnTo>
                  <a:lnTo>
                    <a:pt x="4740592" y="793433"/>
                  </a:lnTo>
                  <a:lnTo>
                    <a:pt x="4747260" y="793433"/>
                  </a:lnTo>
                  <a:lnTo>
                    <a:pt x="4752022" y="793433"/>
                  </a:lnTo>
                  <a:lnTo>
                    <a:pt x="4758690" y="793433"/>
                  </a:lnTo>
                  <a:lnTo>
                    <a:pt x="4764405" y="794385"/>
                  </a:lnTo>
                  <a:lnTo>
                    <a:pt x="4771072" y="794385"/>
                  </a:lnTo>
                  <a:lnTo>
                    <a:pt x="4776788" y="794385"/>
                  </a:lnTo>
                  <a:lnTo>
                    <a:pt x="4781550" y="795338"/>
                  </a:lnTo>
                  <a:lnTo>
                    <a:pt x="4788218" y="795338"/>
                  </a:lnTo>
                  <a:lnTo>
                    <a:pt x="4793932" y="795338"/>
                  </a:lnTo>
                  <a:lnTo>
                    <a:pt x="4800600" y="796290"/>
                  </a:lnTo>
                  <a:lnTo>
                    <a:pt x="4805363" y="796290"/>
                  </a:lnTo>
                  <a:lnTo>
                    <a:pt x="4812030" y="796290"/>
                  </a:lnTo>
                  <a:lnTo>
                    <a:pt x="4817745" y="796290"/>
                  </a:lnTo>
                  <a:lnTo>
                    <a:pt x="4824413" y="796290"/>
                  </a:lnTo>
                  <a:lnTo>
                    <a:pt x="4830128" y="796290"/>
                  </a:lnTo>
                  <a:lnTo>
                    <a:pt x="4834890" y="797242"/>
                  </a:lnTo>
                  <a:lnTo>
                    <a:pt x="4841558" y="797242"/>
                  </a:lnTo>
                  <a:lnTo>
                    <a:pt x="4847272" y="797242"/>
                  </a:lnTo>
                  <a:lnTo>
                    <a:pt x="4853940" y="797242"/>
                  </a:lnTo>
                  <a:lnTo>
                    <a:pt x="4858702" y="797242"/>
                  </a:lnTo>
                  <a:lnTo>
                    <a:pt x="4865370" y="797242"/>
                  </a:lnTo>
                  <a:lnTo>
                    <a:pt x="4871085" y="797242"/>
                  </a:lnTo>
                  <a:lnTo>
                    <a:pt x="4877752" y="797242"/>
                  </a:lnTo>
                  <a:lnTo>
                    <a:pt x="4883467" y="797242"/>
                  </a:lnTo>
                  <a:lnTo>
                    <a:pt x="4888230" y="798195"/>
                  </a:lnTo>
                  <a:lnTo>
                    <a:pt x="4894898" y="798195"/>
                  </a:lnTo>
                  <a:lnTo>
                    <a:pt x="4900612" y="798195"/>
                  </a:lnTo>
                  <a:lnTo>
                    <a:pt x="4907280" y="798195"/>
                  </a:lnTo>
                  <a:lnTo>
                    <a:pt x="4912042" y="798195"/>
                  </a:lnTo>
                  <a:lnTo>
                    <a:pt x="4918710" y="798195"/>
                  </a:lnTo>
                  <a:lnTo>
                    <a:pt x="4924425" y="798195"/>
                  </a:lnTo>
                  <a:lnTo>
                    <a:pt x="4931092" y="798195"/>
                  </a:lnTo>
                  <a:lnTo>
                    <a:pt x="4936808" y="798195"/>
                  </a:lnTo>
                  <a:lnTo>
                    <a:pt x="4941570" y="797242"/>
                  </a:lnTo>
                  <a:lnTo>
                    <a:pt x="4948238" y="797242"/>
                  </a:lnTo>
                  <a:lnTo>
                    <a:pt x="4953952" y="797242"/>
                  </a:lnTo>
                  <a:lnTo>
                    <a:pt x="4960620" y="797242"/>
                  </a:lnTo>
                  <a:lnTo>
                    <a:pt x="4966335" y="797242"/>
                  </a:lnTo>
                  <a:lnTo>
                    <a:pt x="4972050" y="797242"/>
                  </a:lnTo>
                  <a:lnTo>
                    <a:pt x="4977765" y="797242"/>
                  </a:lnTo>
                  <a:lnTo>
                    <a:pt x="4984432" y="797242"/>
                  </a:lnTo>
                  <a:lnTo>
                    <a:pt x="4990148" y="797242"/>
                  </a:lnTo>
                  <a:lnTo>
                    <a:pt x="4994910" y="796290"/>
                  </a:lnTo>
                  <a:lnTo>
                    <a:pt x="5001577" y="796290"/>
                  </a:lnTo>
                  <a:lnTo>
                    <a:pt x="5007292" y="796290"/>
                  </a:lnTo>
                  <a:lnTo>
                    <a:pt x="5013960" y="796290"/>
                  </a:lnTo>
                  <a:lnTo>
                    <a:pt x="5019675" y="796290"/>
                  </a:lnTo>
                  <a:lnTo>
                    <a:pt x="5025390" y="796290"/>
                  </a:lnTo>
                  <a:lnTo>
                    <a:pt x="5031105" y="796290"/>
                  </a:lnTo>
                  <a:lnTo>
                    <a:pt x="5037772" y="796290"/>
                  </a:lnTo>
                  <a:lnTo>
                    <a:pt x="5043488" y="795338"/>
                  </a:lnTo>
                  <a:lnTo>
                    <a:pt x="5048250" y="795338"/>
                  </a:lnTo>
                  <a:lnTo>
                    <a:pt x="5054917" y="795338"/>
                  </a:lnTo>
                  <a:lnTo>
                    <a:pt x="5060632" y="795338"/>
                  </a:lnTo>
                  <a:lnTo>
                    <a:pt x="5067300" y="795338"/>
                  </a:lnTo>
                  <a:lnTo>
                    <a:pt x="5073015" y="794385"/>
                  </a:lnTo>
                  <a:lnTo>
                    <a:pt x="5078730" y="794385"/>
                  </a:lnTo>
                  <a:lnTo>
                    <a:pt x="5084445" y="794385"/>
                  </a:lnTo>
                  <a:lnTo>
                    <a:pt x="5081588" y="794385"/>
                  </a:lnTo>
                </a:path>
              </a:pathLst>
            </a:custGeom>
            <a:noFill/>
            <a:ln w="20955">
              <a:solidFill>
                <a:srgbClr val="F26B3A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1166812" y="3109912"/>
              <a:ext cx="5088255" cy="797242"/>
            </a:xfrm>
            <a:custGeom>
              <a:avLst/>
              <a:gdLst/>
              <a:ahLst/>
              <a:cxnLst/>
              <a:rect l="l" t="t" r="r" b="b"/>
              <a:pathLst>
                <a:path w="5088255" h="797242">
                  <a:moveTo>
                    <a:pt x="0" y="756285"/>
                  </a:moveTo>
                  <a:lnTo>
                    <a:pt x="1905" y="760095"/>
                  </a:lnTo>
                  <a:lnTo>
                    <a:pt x="7620" y="773430"/>
                  </a:lnTo>
                  <a:lnTo>
                    <a:pt x="13335" y="785812"/>
                  </a:lnTo>
                  <a:lnTo>
                    <a:pt x="19050" y="794385"/>
                  </a:lnTo>
                  <a:lnTo>
                    <a:pt x="25718" y="797242"/>
                  </a:lnTo>
                  <a:lnTo>
                    <a:pt x="31432" y="794385"/>
                  </a:lnTo>
                  <a:lnTo>
                    <a:pt x="37148" y="785812"/>
                  </a:lnTo>
                  <a:lnTo>
                    <a:pt x="42862" y="773430"/>
                  </a:lnTo>
                  <a:lnTo>
                    <a:pt x="48577" y="760095"/>
                  </a:lnTo>
                  <a:lnTo>
                    <a:pt x="55245" y="747712"/>
                  </a:lnTo>
                  <a:lnTo>
                    <a:pt x="60960" y="740092"/>
                  </a:lnTo>
                  <a:lnTo>
                    <a:pt x="66675" y="739140"/>
                  </a:lnTo>
                  <a:lnTo>
                    <a:pt x="72390" y="744855"/>
                  </a:lnTo>
                  <a:lnTo>
                    <a:pt x="79058" y="756285"/>
                  </a:lnTo>
                  <a:lnTo>
                    <a:pt x="84773" y="771525"/>
                  </a:lnTo>
                  <a:lnTo>
                    <a:pt x="90488" y="786765"/>
                  </a:lnTo>
                  <a:lnTo>
                    <a:pt x="96202" y="796290"/>
                  </a:lnTo>
                  <a:lnTo>
                    <a:pt x="101917" y="796290"/>
                  </a:lnTo>
                  <a:lnTo>
                    <a:pt x="108585" y="781050"/>
                  </a:lnTo>
                  <a:lnTo>
                    <a:pt x="114300" y="747712"/>
                  </a:lnTo>
                  <a:lnTo>
                    <a:pt x="120015" y="694372"/>
                  </a:lnTo>
                  <a:lnTo>
                    <a:pt x="125730" y="621983"/>
                  </a:lnTo>
                  <a:lnTo>
                    <a:pt x="132398" y="532447"/>
                  </a:lnTo>
                  <a:lnTo>
                    <a:pt x="138112" y="431483"/>
                  </a:lnTo>
                  <a:lnTo>
                    <a:pt x="143827" y="325755"/>
                  </a:lnTo>
                  <a:lnTo>
                    <a:pt x="149542" y="222885"/>
                  </a:lnTo>
                  <a:lnTo>
                    <a:pt x="155258" y="132397"/>
                  </a:lnTo>
                  <a:lnTo>
                    <a:pt x="161925" y="60960"/>
                  </a:lnTo>
                  <a:lnTo>
                    <a:pt x="167640" y="16192"/>
                  </a:lnTo>
                  <a:lnTo>
                    <a:pt x="173355" y="0"/>
                  </a:lnTo>
                  <a:lnTo>
                    <a:pt x="179070" y="16192"/>
                  </a:lnTo>
                  <a:lnTo>
                    <a:pt x="185738" y="60960"/>
                  </a:lnTo>
                  <a:lnTo>
                    <a:pt x="191452" y="132397"/>
                  </a:lnTo>
                  <a:lnTo>
                    <a:pt x="197167" y="222885"/>
                  </a:lnTo>
                  <a:lnTo>
                    <a:pt x="202883" y="325755"/>
                  </a:lnTo>
                  <a:lnTo>
                    <a:pt x="208598" y="431483"/>
                  </a:lnTo>
                  <a:lnTo>
                    <a:pt x="215265" y="532447"/>
                  </a:lnTo>
                  <a:lnTo>
                    <a:pt x="220980" y="621983"/>
                  </a:lnTo>
                  <a:lnTo>
                    <a:pt x="226695" y="694372"/>
                  </a:lnTo>
                  <a:lnTo>
                    <a:pt x="232410" y="747712"/>
                  </a:lnTo>
                  <a:lnTo>
                    <a:pt x="239077" y="781050"/>
                  </a:lnTo>
                  <a:lnTo>
                    <a:pt x="244792" y="796290"/>
                  </a:lnTo>
                  <a:lnTo>
                    <a:pt x="250508" y="796290"/>
                  </a:lnTo>
                  <a:lnTo>
                    <a:pt x="256223" y="786765"/>
                  </a:lnTo>
                  <a:lnTo>
                    <a:pt x="261938" y="771525"/>
                  </a:lnTo>
                  <a:lnTo>
                    <a:pt x="268605" y="756285"/>
                  </a:lnTo>
                  <a:lnTo>
                    <a:pt x="274320" y="744855"/>
                  </a:lnTo>
                  <a:lnTo>
                    <a:pt x="280035" y="739140"/>
                  </a:lnTo>
                  <a:lnTo>
                    <a:pt x="285750" y="740092"/>
                  </a:lnTo>
                  <a:lnTo>
                    <a:pt x="292417" y="747712"/>
                  </a:lnTo>
                  <a:lnTo>
                    <a:pt x="298133" y="760095"/>
                  </a:lnTo>
                  <a:lnTo>
                    <a:pt x="303848" y="773430"/>
                  </a:lnTo>
                  <a:lnTo>
                    <a:pt x="309562" y="785812"/>
                  </a:lnTo>
                  <a:lnTo>
                    <a:pt x="315277" y="794385"/>
                  </a:lnTo>
                  <a:lnTo>
                    <a:pt x="321945" y="797242"/>
                  </a:lnTo>
                  <a:lnTo>
                    <a:pt x="327660" y="794385"/>
                  </a:lnTo>
                  <a:lnTo>
                    <a:pt x="333375" y="785812"/>
                  </a:lnTo>
                  <a:lnTo>
                    <a:pt x="339090" y="773430"/>
                  </a:lnTo>
                  <a:lnTo>
                    <a:pt x="345758" y="760095"/>
                  </a:lnTo>
                  <a:lnTo>
                    <a:pt x="351473" y="747712"/>
                  </a:lnTo>
                  <a:lnTo>
                    <a:pt x="357188" y="740092"/>
                  </a:lnTo>
                  <a:lnTo>
                    <a:pt x="362902" y="739140"/>
                  </a:lnTo>
                  <a:lnTo>
                    <a:pt x="368617" y="744855"/>
                  </a:lnTo>
                  <a:lnTo>
                    <a:pt x="375285" y="756285"/>
                  </a:lnTo>
                  <a:lnTo>
                    <a:pt x="381000" y="771525"/>
                  </a:lnTo>
                  <a:lnTo>
                    <a:pt x="386715" y="786765"/>
                  </a:lnTo>
                  <a:lnTo>
                    <a:pt x="392430" y="796290"/>
                  </a:lnTo>
                  <a:lnTo>
                    <a:pt x="399098" y="796290"/>
                  </a:lnTo>
                  <a:lnTo>
                    <a:pt x="404812" y="781050"/>
                  </a:lnTo>
                  <a:lnTo>
                    <a:pt x="410527" y="747712"/>
                  </a:lnTo>
                  <a:lnTo>
                    <a:pt x="416242" y="694372"/>
                  </a:lnTo>
                  <a:lnTo>
                    <a:pt x="421958" y="621983"/>
                  </a:lnTo>
                  <a:lnTo>
                    <a:pt x="428625" y="532447"/>
                  </a:lnTo>
                  <a:lnTo>
                    <a:pt x="434340" y="431483"/>
                  </a:lnTo>
                  <a:lnTo>
                    <a:pt x="440055" y="325755"/>
                  </a:lnTo>
                  <a:lnTo>
                    <a:pt x="445770" y="222885"/>
                  </a:lnTo>
                  <a:lnTo>
                    <a:pt x="452438" y="132397"/>
                  </a:lnTo>
                  <a:lnTo>
                    <a:pt x="458152" y="60960"/>
                  </a:lnTo>
                  <a:lnTo>
                    <a:pt x="463867" y="16192"/>
                  </a:lnTo>
                  <a:lnTo>
                    <a:pt x="469583" y="0"/>
                  </a:lnTo>
                  <a:lnTo>
                    <a:pt x="475298" y="16192"/>
                  </a:lnTo>
                  <a:lnTo>
                    <a:pt x="481965" y="60960"/>
                  </a:lnTo>
                  <a:lnTo>
                    <a:pt x="487680" y="132397"/>
                  </a:lnTo>
                  <a:lnTo>
                    <a:pt x="493395" y="222885"/>
                  </a:lnTo>
                  <a:lnTo>
                    <a:pt x="499110" y="325755"/>
                  </a:lnTo>
                  <a:lnTo>
                    <a:pt x="505777" y="431483"/>
                  </a:lnTo>
                  <a:lnTo>
                    <a:pt x="511492" y="532447"/>
                  </a:lnTo>
                  <a:lnTo>
                    <a:pt x="517208" y="621983"/>
                  </a:lnTo>
                  <a:lnTo>
                    <a:pt x="522923" y="694372"/>
                  </a:lnTo>
                  <a:lnTo>
                    <a:pt x="528638" y="747712"/>
                  </a:lnTo>
                  <a:lnTo>
                    <a:pt x="535305" y="781050"/>
                  </a:lnTo>
                  <a:lnTo>
                    <a:pt x="541020" y="796290"/>
                  </a:lnTo>
                  <a:lnTo>
                    <a:pt x="546735" y="796290"/>
                  </a:lnTo>
                  <a:lnTo>
                    <a:pt x="552450" y="786765"/>
                  </a:lnTo>
                  <a:lnTo>
                    <a:pt x="559117" y="771525"/>
                  </a:lnTo>
                  <a:lnTo>
                    <a:pt x="564833" y="756285"/>
                  </a:lnTo>
                  <a:lnTo>
                    <a:pt x="570548" y="744855"/>
                  </a:lnTo>
                  <a:lnTo>
                    <a:pt x="576262" y="739140"/>
                  </a:lnTo>
                  <a:lnTo>
                    <a:pt x="581978" y="740092"/>
                  </a:lnTo>
                  <a:lnTo>
                    <a:pt x="588645" y="747712"/>
                  </a:lnTo>
                  <a:lnTo>
                    <a:pt x="594360" y="760095"/>
                  </a:lnTo>
                  <a:lnTo>
                    <a:pt x="600075" y="773430"/>
                  </a:lnTo>
                  <a:lnTo>
                    <a:pt x="605790" y="785812"/>
                  </a:lnTo>
                  <a:lnTo>
                    <a:pt x="612458" y="794385"/>
                  </a:lnTo>
                  <a:lnTo>
                    <a:pt x="618172" y="797242"/>
                  </a:lnTo>
                  <a:lnTo>
                    <a:pt x="623888" y="794385"/>
                  </a:lnTo>
                  <a:lnTo>
                    <a:pt x="629602" y="785812"/>
                  </a:lnTo>
                  <a:lnTo>
                    <a:pt x="635317" y="773430"/>
                  </a:lnTo>
                  <a:lnTo>
                    <a:pt x="641985" y="760095"/>
                  </a:lnTo>
                  <a:lnTo>
                    <a:pt x="647700" y="747712"/>
                  </a:lnTo>
                  <a:lnTo>
                    <a:pt x="653415" y="740092"/>
                  </a:lnTo>
                  <a:lnTo>
                    <a:pt x="659130" y="739140"/>
                  </a:lnTo>
                  <a:lnTo>
                    <a:pt x="665798" y="744855"/>
                  </a:lnTo>
                  <a:lnTo>
                    <a:pt x="671512" y="756285"/>
                  </a:lnTo>
                  <a:lnTo>
                    <a:pt x="677228" y="771525"/>
                  </a:lnTo>
                  <a:lnTo>
                    <a:pt x="682942" y="786765"/>
                  </a:lnTo>
                  <a:lnTo>
                    <a:pt x="688658" y="796290"/>
                  </a:lnTo>
                  <a:lnTo>
                    <a:pt x="695325" y="796290"/>
                  </a:lnTo>
                  <a:lnTo>
                    <a:pt x="701040" y="781050"/>
                  </a:lnTo>
                  <a:lnTo>
                    <a:pt x="706755" y="747712"/>
                  </a:lnTo>
                  <a:lnTo>
                    <a:pt x="712470" y="694372"/>
                  </a:lnTo>
                  <a:lnTo>
                    <a:pt x="719138" y="621983"/>
                  </a:lnTo>
                  <a:lnTo>
                    <a:pt x="724852" y="532447"/>
                  </a:lnTo>
                  <a:lnTo>
                    <a:pt x="730567" y="431483"/>
                  </a:lnTo>
                  <a:lnTo>
                    <a:pt x="736283" y="325755"/>
                  </a:lnTo>
                  <a:lnTo>
                    <a:pt x="741998" y="222885"/>
                  </a:lnTo>
                  <a:lnTo>
                    <a:pt x="748665" y="132397"/>
                  </a:lnTo>
                  <a:lnTo>
                    <a:pt x="754380" y="60960"/>
                  </a:lnTo>
                  <a:lnTo>
                    <a:pt x="760095" y="16192"/>
                  </a:lnTo>
                  <a:lnTo>
                    <a:pt x="765810" y="0"/>
                  </a:lnTo>
                  <a:lnTo>
                    <a:pt x="771525" y="16192"/>
                  </a:lnTo>
                  <a:lnTo>
                    <a:pt x="778192" y="60960"/>
                  </a:lnTo>
                  <a:lnTo>
                    <a:pt x="783908" y="132397"/>
                  </a:lnTo>
                  <a:lnTo>
                    <a:pt x="789622" y="222885"/>
                  </a:lnTo>
                  <a:lnTo>
                    <a:pt x="795338" y="325755"/>
                  </a:lnTo>
                  <a:lnTo>
                    <a:pt x="802005" y="431483"/>
                  </a:lnTo>
                  <a:lnTo>
                    <a:pt x="807720" y="532447"/>
                  </a:lnTo>
                  <a:lnTo>
                    <a:pt x="813435" y="621983"/>
                  </a:lnTo>
                  <a:lnTo>
                    <a:pt x="819150" y="694372"/>
                  </a:lnTo>
                  <a:lnTo>
                    <a:pt x="824865" y="747712"/>
                  </a:lnTo>
                  <a:lnTo>
                    <a:pt x="831533" y="781050"/>
                  </a:lnTo>
                  <a:lnTo>
                    <a:pt x="837248" y="796290"/>
                  </a:lnTo>
                  <a:lnTo>
                    <a:pt x="842962" y="796290"/>
                  </a:lnTo>
                  <a:lnTo>
                    <a:pt x="848678" y="786765"/>
                  </a:lnTo>
                  <a:lnTo>
                    <a:pt x="855345" y="771525"/>
                  </a:lnTo>
                  <a:lnTo>
                    <a:pt x="861060" y="756285"/>
                  </a:lnTo>
                  <a:lnTo>
                    <a:pt x="866775" y="744855"/>
                  </a:lnTo>
                  <a:lnTo>
                    <a:pt x="872490" y="739140"/>
                  </a:lnTo>
                  <a:lnTo>
                    <a:pt x="878205" y="740092"/>
                  </a:lnTo>
                  <a:lnTo>
                    <a:pt x="884872" y="747712"/>
                  </a:lnTo>
                  <a:lnTo>
                    <a:pt x="890588" y="760095"/>
                  </a:lnTo>
                  <a:lnTo>
                    <a:pt x="896302" y="773430"/>
                  </a:lnTo>
                  <a:lnTo>
                    <a:pt x="902017" y="785812"/>
                  </a:lnTo>
                  <a:lnTo>
                    <a:pt x="908685" y="794385"/>
                  </a:lnTo>
                  <a:lnTo>
                    <a:pt x="914400" y="797242"/>
                  </a:lnTo>
                  <a:lnTo>
                    <a:pt x="920115" y="794385"/>
                  </a:lnTo>
                  <a:lnTo>
                    <a:pt x="925830" y="785812"/>
                  </a:lnTo>
                  <a:lnTo>
                    <a:pt x="931545" y="773430"/>
                  </a:lnTo>
                  <a:lnTo>
                    <a:pt x="938212" y="760095"/>
                  </a:lnTo>
                  <a:lnTo>
                    <a:pt x="943928" y="747712"/>
                  </a:lnTo>
                  <a:lnTo>
                    <a:pt x="949642" y="740092"/>
                  </a:lnTo>
                  <a:lnTo>
                    <a:pt x="955358" y="739140"/>
                  </a:lnTo>
                  <a:lnTo>
                    <a:pt x="962025" y="744855"/>
                  </a:lnTo>
                  <a:lnTo>
                    <a:pt x="967740" y="756285"/>
                  </a:lnTo>
                  <a:lnTo>
                    <a:pt x="973455" y="771525"/>
                  </a:lnTo>
                  <a:lnTo>
                    <a:pt x="979170" y="786765"/>
                  </a:lnTo>
                  <a:lnTo>
                    <a:pt x="984885" y="796290"/>
                  </a:lnTo>
                  <a:lnTo>
                    <a:pt x="991552" y="796290"/>
                  </a:lnTo>
                  <a:lnTo>
                    <a:pt x="997267" y="781050"/>
                  </a:lnTo>
                  <a:lnTo>
                    <a:pt x="1002983" y="747712"/>
                  </a:lnTo>
                  <a:lnTo>
                    <a:pt x="1008698" y="694372"/>
                  </a:lnTo>
                  <a:lnTo>
                    <a:pt x="1015365" y="621983"/>
                  </a:lnTo>
                  <a:lnTo>
                    <a:pt x="1021080" y="532447"/>
                  </a:lnTo>
                  <a:lnTo>
                    <a:pt x="1026795" y="431483"/>
                  </a:lnTo>
                  <a:lnTo>
                    <a:pt x="1032510" y="325755"/>
                  </a:lnTo>
                  <a:lnTo>
                    <a:pt x="1038225" y="222885"/>
                  </a:lnTo>
                  <a:lnTo>
                    <a:pt x="1044892" y="132397"/>
                  </a:lnTo>
                  <a:lnTo>
                    <a:pt x="1050608" y="60960"/>
                  </a:lnTo>
                  <a:lnTo>
                    <a:pt x="1056322" y="16192"/>
                  </a:lnTo>
                  <a:lnTo>
                    <a:pt x="1062038" y="0"/>
                  </a:lnTo>
                  <a:lnTo>
                    <a:pt x="1068705" y="16192"/>
                  </a:lnTo>
                  <a:lnTo>
                    <a:pt x="1074420" y="60960"/>
                  </a:lnTo>
                  <a:lnTo>
                    <a:pt x="1080135" y="132397"/>
                  </a:lnTo>
                  <a:lnTo>
                    <a:pt x="1085850" y="222885"/>
                  </a:lnTo>
                  <a:lnTo>
                    <a:pt x="1091565" y="325755"/>
                  </a:lnTo>
                  <a:lnTo>
                    <a:pt x="1098232" y="431483"/>
                  </a:lnTo>
                  <a:lnTo>
                    <a:pt x="1103948" y="532447"/>
                  </a:lnTo>
                  <a:lnTo>
                    <a:pt x="1109662" y="621983"/>
                  </a:lnTo>
                  <a:lnTo>
                    <a:pt x="1115378" y="694372"/>
                  </a:lnTo>
                  <a:lnTo>
                    <a:pt x="1122045" y="747712"/>
                  </a:lnTo>
                  <a:lnTo>
                    <a:pt x="1127760" y="781050"/>
                  </a:lnTo>
                  <a:lnTo>
                    <a:pt x="1133475" y="796290"/>
                  </a:lnTo>
                  <a:lnTo>
                    <a:pt x="1139190" y="796290"/>
                  </a:lnTo>
                  <a:lnTo>
                    <a:pt x="1144905" y="786765"/>
                  </a:lnTo>
                  <a:lnTo>
                    <a:pt x="1151572" y="771525"/>
                  </a:lnTo>
                  <a:lnTo>
                    <a:pt x="1157288" y="756285"/>
                  </a:lnTo>
                  <a:lnTo>
                    <a:pt x="1163002" y="744855"/>
                  </a:lnTo>
                  <a:lnTo>
                    <a:pt x="1168718" y="739140"/>
                  </a:lnTo>
                  <a:lnTo>
                    <a:pt x="1175385" y="740092"/>
                  </a:lnTo>
                  <a:lnTo>
                    <a:pt x="1181100" y="747712"/>
                  </a:lnTo>
                  <a:lnTo>
                    <a:pt x="1186815" y="760095"/>
                  </a:lnTo>
                  <a:lnTo>
                    <a:pt x="1192530" y="773430"/>
                  </a:lnTo>
                  <a:lnTo>
                    <a:pt x="1198245" y="785812"/>
                  </a:lnTo>
                  <a:lnTo>
                    <a:pt x="1204912" y="794385"/>
                  </a:lnTo>
                  <a:lnTo>
                    <a:pt x="1210628" y="797242"/>
                  </a:lnTo>
                  <a:lnTo>
                    <a:pt x="1216342" y="794385"/>
                  </a:lnTo>
                  <a:lnTo>
                    <a:pt x="1222058" y="785812"/>
                  </a:lnTo>
                  <a:lnTo>
                    <a:pt x="1228725" y="773430"/>
                  </a:lnTo>
                  <a:lnTo>
                    <a:pt x="1234440" y="760095"/>
                  </a:lnTo>
                  <a:lnTo>
                    <a:pt x="1240155" y="747712"/>
                  </a:lnTo>
                  <a:lnTo>
                    <a:pt x="1245870" y="740092"/>
                  </a:lnTo>
                  <a:lnTo>
                    <a:pt x="1251585" y="739140"/>
                  </a:lnTo>
                  <a:lnTo>
                    <a:pt x="1258252" y="744855"/>
                  </a:lnTo>
                  <a:lnTo>
                    <a:pt x="1263968" y="756285"/>
                  </a:lnTo>
                  <a:lnTo>
                    <a:pt x="1269682" y="771525"/>
                  </a:lnTo>
                  <a:lnTo>
                    <a:pt x="1275397" y="786765"/>
                  </a:lnTo>
                  <a:lnTo>
                    <a:pt x="1282065" y="796290"/>
                  </a:lnTo>
                  <a:lnTo>
                    <a:pt x="1287780" y="796290"/>
                  </a:lnTo>
                  <a:lnTo>
                    <a:pt x="1293495" y="781050"/>
                  </a:lnTo>
                  <a:lnTo>
                    <a:pt x="1299210" y="747712"/>
                  </a:lnTo>
                  <a:lnTo>
                    <a:pt x="1304925" y="694372"/>
                  </a:lnTo>
                  <a:lnTo>
                    <a:pt x="1311592" y="621983"/>
                  </a:lnTo>
                  <a:lnTo>
                    <a:pt x="1317308" y="532447"/>
                  </a:lnTo>
                  <a:lnTo>
                    <a:pt x="1323022" y="431483"/>
                  </a:lnTo>
                  <a:lnTo>
                    <a:pt x="1328738" y="325755"/>
                  </a:lnTo>
                  <a:lnTo>
                    <a:pt x="1335405" y="222885"/>
                  </a:lnTo>
                  <a:lnTo>
                    <a:pt x="1341120" y="132397"/>
                  </a:lnTo>
                  <a:lnTo>
                    <a:pt x="1346835" y="60960"/>
                  </a:lnTo>
                  <a:lnTo>
                    <a:pt x="1352550" y="16192"/>
                  </a:lnTo>
                  <a:lnTo>
                    <a:pt x="1358265" y="0"/>
                  </a:lnTo>
                  <a:lnTo>
                    <a:pt x="1364932" y="16192"/>
                  </a:lnTo>
                  <a:lnTo>
                    <a:pt x="1370647" y="60960"/>
                  </a:lnTo>
                  <a:lnTo>
                    <a:pt x="1376362" y="132397"/>
                  </a:lnTo>
                  <a:lnTo>
                    <a:pt x="1382078" y="222885"/>
                  </a:lnTo>
                  <a:lnTo>
                    <a:pt x="1388745" y="325755"/>
                  </a:lnTo>
                  <a:lnTo>
                    <a:pt x="1394460" y="431483"/>
                  </a:lnTo>
                  <a:lnTo>
                    <a:pt x="1400175" y="532447"/>
                  </a:lnTo>
                  <a:lnTo>
                    <a:pt x="1405890" y="621983"/>
                  </a:lnTo>
                  <a:lnTo>
                    <a:pt x="1411605" y="694372"/>
                  </a:lnTo>
                  <a:lnTo>
                    <a:pt x="1418272" y="747712"/>
                  </a:lnTo>
                  <a:lnTo>
                    <a:pt x="1423988" y="781050"/>
                  </a:lnTo>
                  <a:lnTo>
                    <a:pt x="1429703" y="796290"/>
                  </a:lnTo>
                  <a:lnTo>
                    <a:pt x="1435418" y="796290"/>
                  </a:lnTo>
                  <a:lnTo>
                    <a:pt x="1442085" y="786765"/>
                  </a:lnTo>
                  <a:lnTo>
                    <a:pt x="1447800" y="771525"/>
                  </a:lnTo>
                  <a:lnTo>
                    <a:pt x="1453515" y="756285"/>
                  </a:lnTo>
                  <a:lnTo>
                    <a:pt x="1459230" y="744855"/>
                  </a:lnTo>
                  <a:lnTo>
                    <a:pt x="1464945" y="739140"/>
                  </a:lnTo>
                  <a:lnTo>
                    <a:pt x="1471612" y="740092"/>
                  </a:lnTo>
                  <a:lnTo>
                    <a:pt x="1477328" y="747712"/>
                  </a:lnTo>
                  <a:lnTo>
                    <a:pt x="1483042" y="760095"/>
                  </a:lnTo>
                  <a:lnTo>
                    <a:pt x="1488758" y="773430"/>
                  </a:lnTo>
                  <a:lnTo>
                    <a:pt x="1495425" y="785812"/>
                  </a:lnTo>
                  <a:lnTo>
                    <a:pt x="1501140" y="794385"/>
                  </a:lnTo>
                  <a:lnTo>
                    <a:pt x="1506855" y="797242"/>
                  </a:lnTo>
                  <a:lnTo>
                    <a:pt x="1512570" y="794385"/>
                  </a:lnTo>
                  <a:lnTo>
                    <a:pt x="1518285" y="785812"/>
                  </a:lnTo>
                  <a:lnTo>
                    <a:pt x="1524953" y="773430"/>
                  </a:lnTo>
                  <a:lnTo>
                    <a:pt x="1530668" y="760095"/>
                  </a:lnTo>
                  <a:lnTo>
                    <a:pt x="1536382" y="747712"/>
                  </a:lnTo>
                  <a:lnTo>
                    <a:pt x="1542097" y="740092"/>
                  </a:lnTo>
                  <a:lnTo>
                    <a:pt x="1548765" y="739140"/>
                  </a:lnTo>
                  <a:lnTo>
                    <a:pt x="1554480" y="744855"/>
                  </a:lnTo>
                  <a:lnTo>
                    <a:pt x="1560195" y="756285"/>
                  </a:lnTo>
                  <a:lnTo>
                    <a:pt x="1565910" y="771525"/>
                  </a:lnTo>
                  <a:lnTo>
                    <a:pt x="1571625" y="786765"/>
                  </a:lnTo>
                  <a:lnTo>
                    <a:pt x="1578292" y="796290"/>
                  </a:lnTo>
                  <a:lnTo>
                    <a:pt x="1584008" y="796290"/>
                  </a:lnTo>
                  <a:lnTo>
                    <a:pt x="1589722" y="781050"/>
                  </a:lnTo>
                  <a:lnTo>
                    <a:pt x="1595438" y="747712"/>
                  </a:lnTo>
                  <a:lnTo>
                    <a:pt x="1602105" y="694372"/>
                  </a:lnTo>
                  <a:lnTo>
                    <a:pt x="1607820" y="621983"/>
                  </a:lnTo>
                  <a:lnTo>
                    <a:pt x="1613535" y="532447"/>
                  </a:lnTo>
                  <a:lnTo>
                    <a:pt x="1619250" y="431483"/>
                  </a:lnTo>
                  <a:lnTo>
                    <a:pt x="1624965" y="325755"/>
                  </a:lnTo>
                  <a:lnTo>
                    <a:pt x="1631632" y="222885"/>
                  </a:lnTo>
                  <a:lnTo>
                    <a:pt x="1637347" y="132397"/>
                  </a:lnTo>
                  <a:lnTo>
                    <a:pt x="1643062" y="60960"/>
                  </a:lnTo>
                  <a:lnTo>
                    <a:pt x="1648778" y="16192"/>
                  </a:lnTo>
                  <a:lnTo>
                    <a:pt x="1655445" y="0"/>
                  </a:lnTo>
                  <a:lnTo>
                    <a:pt x="1661160" y="16192"/>
                  </a:lnTo>
                  <a:lnTo>
                    <a:pt x="1666875" y="60960"/>
                  </a:lnTo>
                  <a:lnTo>
                    <a:pt x="1672590" y="132397"/>
                  </a:lnTo>
                  <a:lnTo>
                    <a:pt x="1678305" y="222885"/>
                  </a:lnTo>
                  <a:lnTo>
                    <a:pt x="1684972" y="325755"/>
                  </a:lnTo>
                  <a:lnTo>
                    <a:pt x="1690688" y="431483"/>
                  </a:lnTo>
                  <a:lnTo>
                    <a:pt x="1696403" y="532447"/>
                  </a:lnTo>
                  <a:lnTo>
                    <a:pt x="1702118" y="621983"/>
                  </a:lnTo>
                  <a:lnTo>
                    <a:pt x="1708785" y="694372"/>
                  </a:lnTo>
                  <a:lnTo>
                    <a:pt x="1714500" y="747712"/>
                  </a:lnTo>
                  <a:lnTo>
                    <a:pt x="1720215" y="781050"/>
                  </a:lnTo>
                  <a:lnTo>
                    <a:pt x="1725930" y="796290"/>
                  </a:lnTo>
                  <a:lnTo>
                    <a:pt x="1731645" y="796290"/>
                  </a:lnTo>
                  <a:lnTo>
                    <a:pt x="1738312" y="786765"/>
                  </a:lnTo>
                  <a:lnTo>
                    <a:pt x="1744028" y="771525"/>
                  </a:lnTo>
                  <a:lnTo>
                    <a:pt x="1749742" y="756285"/>
                  </a:lnTo>
                  <a:lnTo>
                    <a:pt x="1755458" y="744855"/>
                  </a:lnTo>
                  <a:lnTo>
                    <a:pt x="1761172" y="739140"/>
                  </a:lnTo>
                  <a:lnTo>
                    <a:pt x="1767840" y="740092"/>
                  </a:lnTo>
                  <a:lnTo>
                    <a:pt x="1773555" y="747712"/>
                  </a:lnTo>
                  <a:lnTo>
                    <a:pt x="1779270" y="760095"/>
                  </a:lnTo>
                  <a:lnTo>
                    <a:pt x="1784985" y="773430"/>
                  </a:lnTo>
                  <a:lnTo>
                    <a:pt x="1791653" y="785812"/>
                  </a:lnTo>
                  <a:lnTo>
                    <a:pt x="1797368" y="794385"/>
                  </a:lnTo>
                  <a:lnTo>
                    <a:pt x="1803082" y="797242"/>
                  </a:lnTo>
                  <a:lnTo>
                    <a:pt x="1808797" y="794385"/>
                  </a:lnTo>
                  <a:lnTo>
                    <a:pt x="1814512" y="785812"/>
                  </a:lnTo>
                  <a:lnTo>
                    <a:pt x="1821180" y="773430"/>
                  </a:lnTo>
                  <a:lnTo>
                    <a:pt x="1826895" y="760095"/>
                  </a:lnTo>
                  <a:lnTo>
                    <a:pt x="1832610" y="747712"/>
                  </a:lnTo>
                  <a:lnTo>
                    <a:pt x="1838325" y="740092"/>
                  </a:lnTo>
                  <a:lnTo>
                    <a:pt x="1844992" y="739140"/>
                  </a:lnTo>
                  <a:lnTo>
                    <a:pt x="1850708" y="744855"/>
                  </a:lnTo>
                  <a:lnTo>
                    <a:pt x="1856422" y="756285"/>
                  </a:lnTo>
                  <a:lnTo>
                    <a:pt x="1862138" y="771525"/>
                  </a:lnTo>
                  <a:lnTo>
                    <a:pt x="1867853" y="786765"/>
                  </a:lnTo>
                  <a:lnTo>
                    <a:pt x="1874520" y="796290"/>
                  </a:lnTo>
                  <a:lnTo>
                    <a:pt x="1880235" y="796290"/>
                  </a:lnTo>
                  <a:lnTo>
                    <a:pt x="1885950" y="781050"/>
                  </a:lnTo>
                  <a:lnTo>
                    <a:pt x="1891665" y="747712"/>
                  </a:lnTo>
                  <a:lnTo>
                    <a:pt x="1898332" y="694372"/>
                  </a:lnTo>
                  <a:lnTo>
                    <a:pt x="1904047" y="621983"/>
                  </a:lnTo>
                  <a:lnTo>
                    <a:pt x="1909762" y="532447"/>
                  </a:lnTo>
                  <a:lnTo>
                    <a:pt x="1915478" y="431483"/>
                  </a:lnTo>
                  <a:lnTo>
                    <a:pt x="1921192" y="325755"/>
                  </a:lnTo>
                  <a:lnTo>
                    <a:pt x="1927860" y="222885"/>
                  </a:lnTo>
                  <a:lnTo>
                    <a:pt x="1933575" y="132397"/>
                  </a:lnTo>
                  <a:lnTo>
                    <a:pt x="1939290" y="60960"/>
                  </a:lnTo>
                  <a:lnTo>
                    <a:pt x="1945005" y="16192"/>
                  </a:lnTo>
                  <a:lnTo>
                    <a:pt x="1951672" y="0"/>
                  </a:lnTo>
                  <a:lnTo>
                    <a:pt x="1957388" y="16192"/>
                  </a:lnTo>
                  <a:lnTo>
                    <a:pt x="1963103" y="60960"/>
                  </a:lnTo>
                  <a:lnTo>
                    <a:pt x="1968818" y="132397"/>
                  </a:lnTo>
                  <a:lnTo>
                    <a:pt x="1974532" y="222885"/>
                  </a:lnTo>
                  <a:lnTo>
                    <a:pt x="1981200" y="325755"/>
                  </a:lnTo>
                  <a:lnTo>
                    <a:pt x="1986915" y="431483"/>
                  </a:lnTo>
                  <a:lnTo>
                    <a:pt x="1992630" y="532447"/>
                  </a:lnTo>
                  <a:lnTo>
                    <a:pt x="1998345" y="621983"/>
                  </a:lnTo>
                  <a:lnTo>
                    <a:pt x="2005012" y="694372"/>
                  </a:lnTo>
                  <a:lnTo>
                    <a:pt x="2010728" y="747712"/>
                  </a:lnTo>
                  <a:lnTo>
                    <a:pt x="2016442" y="781050"/>
                  </a:lnTo>
                  <a:lnTo>
                    <a:pt x="2022158" y="796290"/>
                  </a:lnTo>
                  <a:lnTo>
                    <a:pt x="2027872" y="796290"/>
                  </a:lnTo>
                  <a:lnTo>
                    <a:pt x="2034540" y="786765"/>
                  </a:lnTo>
                  <a:lnTo>
                    <a:pt x="2040255" y="771525"/>
                  </a:lnTo>
                  <a:lnTo>
                    <a:pt x="2045970" y="756285"/>
                  </a:lnTo>
                  <a:lnTo>
                    <a:pt x="2051685" y="744855"/>
                  </a:lnTo>
                  <a:lnTo>
                    <a:pt x="2058353" y="739140"/>
                  </a:lnTo>
                  <a:lnTo>
                    <a:pt x="2064068" y="740092"/>
                  </a:lnTo>
                  <a:lnTo>
                    <a:pt x="2069782" y="747712"/>
                  </a:lnTo>
                  <a:lnTo>
                    <a:pt x="2075497" y="760095"/>
                  </a:lnTo>
                  <a:lnTo>
                    <a:pt x="2081212" y="773430"/>
                  </a:lnTo>
                  <a:lnTo>
                    <a:pt x="2087880" y="785812"/>
                  </a:lnTo>
                  <a:lnTo>
                    <a:pt x="2093595" y="794385"/>
                  </a:lnTo>
                  <a:lnTo>
                    <a:pt x="2099310" y="797242"/>
                  </a:lnTo>
                  <a:lnTo>
                    <a:pt x="2105025" y="794385"/>
                  </a:lnTo>
                  <a:lnTo>
                    <a:pt x="2111692" y="785812"/>
                  </a:lnTo>
                  <a:lnTo>
                    <a:pt x="2117408" y="773430"/>
                  </a:lnTo>
                  <a:lnTo>
                    <a:pt x="2123122" y="760095"/>
                  </a:lnTo>
                  <a:lnTo>
                    <a:pt x="2128838" y="747712"/>
                  </a:lnTo>
                  <a:lnTo>
                    <a:pt x="2134552" y="740092"/>
                  </a:lnTo>
                  <a:lnTo>
                    <a:pt x="2141220" y="739140"/>
                  </a:lnTo>
                  <a:lnTo>
                    <a:pt x="2146935" y="744855"/>
                  </a:lnTo>
                  <a:lnTo>
                    <a:pt x="2152650" y="756285"/>
                  </a:lnTo>
                  <a:lnTo>
                    <a:pt x="2158365" y="771525"/>
                  </a:lnTo>
                  <a:lnTo>
                    <a:pt x="2165032" y="786765"/>
                  </a:lnTo>
                  <a:lnTo>
                    <a:pt x="2170748" y="796290"/>
                  </a:lnTo>
                  <a:lnTo>
                    <a:pt x="2176462" y="796290"/>
                  </a:lnTo>
                  <a:lnTo>
                    <a:pt x="2182178" y="781050"/>
                  </a:lnTo>
                  <a:lnTo>
                    <a:pt x="2187892" y="747712"/>
                  </a:lnTo>
                  <a:lnTo>
                    <a:pt x="2194560" y="694372"/>
                  </a:lnTo>
                  <a:lnTo>
                    <a:pt x="2200275" y="621983"/>
                  </a:lnTo>
                  <a:lnTo>
                    <a:pt x="2205990" y="532447"/>
                  </a:lnTo>
                  <a:lnTo>
                    <a:pt x="2211705" y="431483"/>
                  </a:lnTo>
                  <a:lnTo>
                    <a:pt x="2218372" y="325755"/>
                  </a:lnTo>
                  <a:lnTo>
                    <a:pt x="2224088" y="222885"/>
                  </a:lnTo>
                  <a:lnTo>
                    <a:pt x="2229802" y="132397"/>
                  </a:lnTo>
                  <a:lnTo>
                    <a:pt x="2235518" y="60960"/>
                  </a:lnTo>
                  <a:lnTo>
                    <a:pt x="2241232" y="16192"/>
                  </a:lnTo>
                  <a:lnTo>
                    <a:pt x="2247900" y="0"/>
                  </a:lnTo>
                  <a:lnTo>
                    <a:pt x="2253615" y="16192"/>
                  </a:lnTo>
                  <a:lnTo>
                    <a:pt x="2259330" y="60960"/>
                  </a:lnTo>
                  <a:lnTo>
                    <a:pt x="2265045" y="132397"/>
                  </a:lnTo>
                  <a:lnTo>
                    <a:pt x="2271712" y="222885"/>
                  </a:lnTo>
                  <a:lnTo>
                    <a:pt x="2277428" y="325755"/>
                  </a:lnTo>
                  <a:lnTo>
                    <a:pt x="2283142" y="431483"/>
                  </a:lnTo>
                  <a:lnTo>
                    <a:pt x="2288858" y="532447"/>
                  </a:lnTo>
                  <a:lnTo>
                    <a:pt x="2294572" y="621983"/>
                  </a:lnTo>
                  <a:lnTo>
                    <a:pt x="2301240" y="694372"/>
                  </a:lnTo>
                  <a:lnTo>
                    <a:pt x="2306955" y="747712"/>
                  </a:lnTo>
                  <a:lnTo>
                    <a:pt x="2312670" y="781050"/>
                  </a:lnTo>
                  <a:lnTo>
                    <a:pt x="2318385" y="796290"/>
                  </a:lnTo>
                  <a:lnTo>
                    <a:pt x="2325052" y="796290"/>
                  </a:lnTo>
                  <a:lnTo>
                    <a:pt x="2330768" y="786765"/>
                  </a:lnTo>
                  <a:lnTo>
                    <a:pt x="2336482" y="771525"/>
                  </a:lnTo>
                  <a:lnTo>
                    <a:pt x="2342198" y="756285"/>
                  </a:lnTo>
                  <a:lnTo>
                    <a:pt x="2347912" y="744855"/>
                  </a:lnTo>
                  <a:lnTo>
                    <a:pt x="2354580" y="739140"/>
                  </a:lnTo>
                  <a:lnTo>
                    <a:pt x="2360295" y="740092"/>
                  </a:lnTo>
                  <a:lnTo>
                    <a:pt x="2366010" y="747712"/>
                  </a:lnTo>
                  <a:lnTo>
                    <a:pt x="2371725" y="760095"/>
                  </a:lnTo>
                  <a:lnTo>
                    <a:pt x="2378392" y="773430"/>
                  </a:lnTo>
                  <a:lnTo>
                    <a:pt x="2384108" y="785812"/>
                  </a:lnTo>
                  <a:lnTo>
                    <a:pt x="2389822" y="794385"/>
                  </a:lnTo>
                  <a:lnTo>
                    <a:pt x="2395538" y="797242"/>
                  </a:lnTo>
                  <a:lnTo>
                    <a:pt x="2401252" y="794385"/>
                  </a:lnTo>
                  <a:lnTo>
                    <a:pt x="2407920" y="785812"/>
                  </a:lnTo>
                  <a:lnTo>
                    <a:pt x="2413635" y="773430"/>
                  </a:lnTo>
                  <a:lnTo>
                    <a:pt x="2419350" y="760095"/>
                  </a:lnTo>
                  <a:lnTo>
                    <a:pt x="2425065" y="747712"/>
                  </a:lnTo>
                  <a:lnTo>
                    <a:pt x="2431732" y="740092"/>
                  </a:lnTo>
                  <a:lnTo>
                    <a:pt x="2437448" y="739140"/>
                  </a:lnTo>
                  <a:lnTo>
                    <a:pt x="2443162" y="744855"/>
                  </a:lnTo>
                  <a:lnTo>
                    <a:pt x="2448878" y="756285"/>
                  </a:lnTo>
                  <a:lnTo>
                    <a:pt x="2454592" y="771525"/>
                  </a:lnTo>
                  <a:lnTo>
                    <a:pt x="2461260" y="786765"/>
                  </a:lnTo>
                  <a:lnTo>
                    <a:pt x="2466975" y="796290"/>
                  </a:lnTo>
                  <a:lnTo>
                    <a:pt x="2472690" y="796290"/>
                  </a:lnTo>
                  <a:lnTo>
                    <a:pt x="2478405" y="781050"/>
                  </a:lnTo>
                  <a:lnTo>
                    <a:pt x="2485072" y="747712"/>
                  </a:lnTo>
                  <a:lnTo>
                    <a:pt x="2490788" y="694372"/>
                  </a:lnTo>
                  <a:lnTo>
                    <a:pt x="2496502" y="621983"/>
                  </a:lnTo>
                  <a:lnTo>
                    <a:pt x="2502218" y="532447"/>
                  </a:lnTo>
                  <a:lnTo>
                    <a:pt x="2507932" y="431483"/>
                  </a:lnTo>
                  <a:lnTo>
                    <a:pt x="2514600" y="325755"/>
                  </a:lnTo>
                  <a:lnTo>
                    <a:pt x="2520315" y="222885"/>
                  </a:lnTo>
                  <a:lnTo>
                    <a:pt x="2526030" y="132397"/>
                  </a:lnTo>
                  <a:lnTo>
                    <a:pt x="2531745" y="60960"/>
                  </a:lnTo>
                  <a:lnTo>
                    <a:pt x="2538412" y="16192"/>
                  </a:lnTo>
                  <a:lnTo>
                    <a:pt x="2544128" y="0"/>
                  </a:lnTo>
                  <a:lnTo>
                    <a:pt x="2549842" y="16192"/>
                  </a:lnTo>
                  <a:lnTo>
                    <a:pt x="2555558" y="60960"/>
                  </a:lnTo>
                  <a:lnTo>
                    <a:pt x="2561272" y="132397"/>
                  </a:lnTo>
                  <a:lnTo>
                    <a:pt x="2567940" y="222885"/>
                  </a:lnTo>
                  <a:lnTo>
                    <a:pt x="2573655" y="325755"/>
                  </a:lnTo>
                  <a:lnTo>
                    <a:pt x="2579370" y="431483"/>
                  </a:lnTo>
                  <a:lnTo>
                    <a:pt x="2585085" y="532447"/>
                  </a:lnTo>
                  <a:lnTo>
                    <a:pt x="2591752" y="621983"/>
                  </a:lnTo>
                  <a:lnTo>
                    <a:pt x="2597468" y="694372"/>
                  </a:lnTo>
                  <a:lnTo>
                    <a:pt x="2603182" y="747712"/>
                  </a:lnTo>
                  <a:lnTo>
                    <a:pt x="2608898" y="781050"/>
                  </a:lnTo>
                  <a:lnTo>
                    <a:pt x="2614612" y="796290"/>
                  </a:lnTo>
                  <a:lnTo>
                    <a:pt x="2621280" y="796290"/>
                  </a:lnTo>
                  <a:lnTo>
                    <a:pt x="2626995" y="786765"/>
                  </a:lnTo>
                  <a:lnTo>
                    <a:pt x="2632710" y="771525"/>
                  </a:lnTo>
                  <a:lnTo>
                    <a:pt x="2638425" y="756285"/>
                  </a:lnTo>
                  <a:lnTo>
                    <a:pt x="2645092" y="744855"/>
                  </a:lnTo>
                  <a:lnTo>
                    <a:pt x="2650808" y="739140"/>
                  </a:lnTo>
                  <a:lnTo>
                    <a:pt x="2656522" y="740092"/>
                  </a:lnTo>
                  <a:lnTo>
                    <a:pt x="2662238" y="747712"/>
                  </a:lnTo>
                  <a:lnTo>
                    <a:pt x="2667952" y="760095"/>
                  </a:lnTo>
                  <a:lnTo>
                    <a:pt x="2674620" y="773430"/>
                  </a:lnTo>
                  <a:lnTo>
                    <a:pt x="2680335" y="785812"/>
                  </a:lnTo>
                  <a:lnTo>
                    <a:pt x="2686050" y="794385"/>
                  </a:lnTo>
                  <a:lnTo>
                    <a:pt x="2691765" y="797242"/>
                  </a:lnTo>
                  <a:lnTo>
                    <a:pt x="2697480" y="794385"/>
                  </a:lnTo>
                  <a:lnTo>
                    <a:pt x="2704148" y="785812"/>
                  </a:lnTo>
                  <a:lnTo>
                    <a:pt x="2709862" y="773430"/>
                  </a:lnTo>
                  <a:lnTo>
                    <a:pt x="2715578" y="760095"/>
                  </a:lnTo>
                  <a:lnTo>
                    <a:pt x="2721292" y="747712"/>
                  </a:lnTo>
                  <a:lnTo>
                    <a:pt x="2727960" y="740092"/>
                  </a:lnTo>
                  <a:lnTo>
                    <a:pt x="2733675" y="739140"/>
                  </a:lnTo>
                  <a:lnTo>
                    <a:pt x="2739390" y="744855"/>
                  </a:lnTo>
                  <a:lnTo>
                    <a:pt x="2745105" y="756285"/>
                  </a:lnTo>
                  <a:lnTo>
                    <a:pt x="2750820" y="771525"/>
                  </a:lnTo>
                  <a:lnTo>
                    <a:pt x="2757488" y="786765"/>
                  </a:lnTo>
                  <a:lnTo>
                    <a:pt x="2763202" y="796290"/>
                  </a:lnTo>
                  <a:lnTo>
                    <a:pt x="2768918" y="796290"/>
                  </a:lnTo>
                  <a:lnTo>
                    <a:pt x="2774632" y="781050"/>
                  </a:lnTo>
                  <a:lnTo>
                    <a:pt x="2781300" y="747712"/>
                  </a:lnTo>
                  <a:lnTo>
                    <a:pt x="2787015" y="694372"/>
                  </a:lnTo>
                  <a:lnTo>
                    <a:pt x="2792730" y="621983"/>
                  </a:lnTo>
                  <a:lnTo>
                    <a:pt x="2798445" y="532447"/>
                  </a:lnTo>
                  <a:lnTo>
                    <a:pt x="2804160" y="431483"/>
                  </a:lnTo>
                  <a:lnTo>
                    <a:pt x="2810828" y="325755"/>
                  </a:lnTo>
                  <a:lnTo>
                    <a:pt x="2816542" y="222885"/>
                  </a:lnTo>
                  <a:lnTo>
                    <a:pt x="2822258" y="132397"/>
                  </a:lnTo>
                  <a:lnTo>
                    <a:pt x="2827972" y="60960"/>
                  </a:lnTo>
                  <a:lnTo>
                    <a:pt x="2834640" y="16192"/>
                  </a:lnTo>
                  <a:lnTo>
                    <a:pt x="2840355" y="0"/>
                  </a:lnTo>
                  <a:lnTo>
                    <a:pt x="2846070" y="16192"/>
                  </a:lnTo>
                  <a:lnTo>
                    <a:pt x="2851785" y="60960"/>
                  </a:lnTo>
                  <a:lnTo>
                    <a:pt x="2857500" y="132397"/>
                  </a:lnTo>
                  <a:lnTo>
                    <a:pt x="2864168" y="222885"/>
                  </a:lnTo>
                  <a:lnTo>
                    <a:pt x="2869882" y="325755"/>
                  </a:lnTo>
                  <a:lnTo>
                    <a:pt x="2875598" y="431483"/>
                  </a:lnTo>
                  <a:lnTo>
                    <a:pt x="2881312" y="532447"/>
                  </a:lnTo>
                  <a:lnTo>
                    <a:pt x="2887980" y="621983"/>
                  </a:lnTo>
                  <a:lnTo>
                    <a:pt x="2893695" y="694372"/>
                  </a:lnTo>
                  <a:lnTo>
                    <a:pt x="2899410" y="747712"/>
                  </a:lnTo>
                  <a:lnTo>
                    <a:pt x="2905125" y="781050"/>
                  </a:lnTo>
                  <a:lnTo>
                    <a:pt x="2910840" y="796290"/>
                  </a:lnTo>
                  <a:lnTo>
                    <a:pt x="2917508" y="796290"/>
                  </a:lnTo>
                  <a:lnTo>
                    <a:pt x="2923222" y="786765"/>
                  </a:lnTo>
                  <a:lnTo>
                    <a:pt x="2928938" y="771525"/>
                  </a:lnTo>
                  <a:lnTo>
                    <a:pt x="2934652" y="756285"/>
                  </a:lnTo>
                  <a:lnTo>
                    <a:pt x="2941320" y="744855"/>
                  </a:lnTo>
                  <a:lnTo>
                    <a:pt x="2947035" y="739140"/>
                  </a:lnTo>
                  <a:lnTo>
                    <a:pt x="2952750" y="740092"/>
                  </a:lnTo>
                  <a:lnTo>
                    <a:pt x="2958465" y="747712"/>
                  </a:lnTo>
                  <a:lnTo>
                    <a:pt x="2964180" y="760095"/>
                  </a:lnTo>
                  <a:lnTo>
                    <a:pt x="2970848" y="773430"/>
                  </a:lnTo>
                  <a:lnTo>
                    <a:pt x="2976562" y="785812"/>
                  </a:lnTo>
                  <a:lnTo>
                    <a:pt x="2982278" y="794385"/>
                  </a:lnTo>
                  <a:lnTo>
                    <a:pt x="2987992" y="797242"/>
                  </a:lnTo>
                  <a:lnTo>
                    <a:pt x="2994660" y="794385"/>
                  </a:lnTo>
                  <a:lnTo>
                    <a:pt x="3000375" y="785812"/>
                  </a:lnTo>
                  <a:lnTo>
                    <a:pt x="3007042" y="773430"/>
                  </a:lnTo>
                  <a:lnTo>
                    <a:pt x="3011805" y="760095"/>
                  </a:lnTo>
                  <a:lnTo>
                    <a:pt x="3017520" y="747712"/>
                  </a:lnTo>
                  <a:lnTo>
                    <a:pt x="3024188" y="740092"/>
                  </a:lnTo>
                  <a:lnTo>
                    <a:pt x="3029902" y="739140"/>
                  </a:lnTo>
                  <a:lnTo>
                    <a:pt x="3035618" y="744855"/>
                  </a:lnTo>
                  <a:lnTo>
                    <a:pt x="3041332" y="756285"/>
                  </a:lnTo>
                  <a:lnTo>
                    <a:pt x="3048000" y="771525"/>
                  </a:lnTo>
                  <a:lnTo>
                    <a:pt x="3053715" y="786765"/>
                  </a:lnTo>
                  <a:lnTo>
                    <a:pt x="3060382" y="796290"/>
                  </a:lnTo>
                  <a:lnTo>
                    <a:pt x="3065145" y="796290"/>
                  </a:lnTo>
                  <a:lnTo>
                    <a:pt x="3070860" y="781050"/>
                  </a:lnTo>
                  <a:lnTo>
                    <a:pt x="3077528" y="747712"/>
                  </a:lnTo>
                  <a:lnTo>
                    <a:pt x="3083242" y="694372"/>
                  </a:lnTo>
                  <a:lnTo>
                    <a:pt x="3088958" y="621983"/>
                  </a:lnTo>
                  <a:lnTo>
                    <a:pt x="3094672" y="532447"/>
                  </a:lnTo>
                  <a:lnTo>
                    <a:pt x="3101340" y="431483"/>
                  </a:lnTo>
                  <a:lnTo>
                    <a:pt x="3107055" y="325755"/>
                  </a:lnTo>
                  <a:lnTo>
                    <a:pt x="3113722" y="222885"/>
                  </a:lnTo>
                  <a:lnTo>
                    <a:pt x="3118485" y="132397"/>
                  </a:lnTo>
                  <a:lnTo>
                    <a:pt x="3124200" y="60960"/>
                  </a:lnTo>
                  <a:lnTo>
                    <a:pt x="3130868" y="16192"/>
                  </a:lnTo>
                  <a:lnTo>
                    <a:pt x="3136582" y="0"/>
                  </a:lnTo>
                  <a:lnTo>
                    <a:pt x="3142298" y="16192"/>
                  </a:lnTo>
                  <a:lnTo>
                    <a:pt x="3148012" y="60960"/>
                  </a:lnTo>
                  <a:lnTo>
                    <a:pt x="3154680" y="132397"/>
                  </a:lnTo>
                  <a:lnTo>
                    <a:pt x="3160395" y="222885"/>
                  </a:lnTo>
                  <a:lnTo>
                    <a:pt x="3167062" y="325755"/>
                  </a:lnTo>
                  <a:lnTo>
                    <a:pt x="3171825" y="431483"/>
                  </a:lnTo>
                  <a:lnTo>
                    <a:pt x="3177540" y="532447"/>
                  </a:lnTo>
                  <a:lnTo>
                    <a:pt x="3184208" y="621983"/>
                  </a:lnTo>
                  <a:lnTo>
                    <a:pt x="3189922" y="694372"/>
                  </a:lnTo>
                  <a:lnTo>
                    <a:pt x="3195638" y="747712"/>
                  </a:lnTo>
                  <a:lnTo>
                    <a:pt x="3201352" y="781050"/>
                  </a:lnTo>
                  <a:lnTo>
                    <a:pt x="3208020" y="796290"/>
                  </a:lnTo>
                  <a:lnTo>
                    <a:pt x="3213735" y="796290"/>
                  </a:lnTo>
                  <a:lnTo>
                    <a:pt x="3219450" y="786765"/>
                  </a:lnTo>
                  <a:lnTo>
                    <a:pt x="3225165" y="771525"/>
                  </a:lnTo>
                  <a:lnTo>
                    <a:pt x="3230880" y="756285"/>
                  </a:lnTo>
                  <a:lnTo>
                    <a:pt x="3237548" y="744855"/>
                  </a:lnTo>
                  <a:lnTo>
                    <a:pt x="3243262" y="739140"/>
                  </a:lnTo>
                  <a:lnTo>
                    <a:pt x="3248978" y="740092"/>
                  </a:lnTo>
                  <a:lnTo>
                    <a:pt x="3254692" y="747712"/>
                  </a:lnTo>
                  <a:lnTo>
                    <a:pt x="3261360" y="760095"/>
                  </a:lnTo>
                  <a:lnTo>
                    <a:pt x="3267075" y="773430"/>
                  </a:lnTo>
                  <a:lnTo>
                    <a:pt x="3272790" y="785812"/>
                  </a:lnTo>
                  <a:lnTo>
                    <a:pt x="3278505" y="794385"/>
                  </a:lnTo>
                  <a:lnTo>
                    <a:pt x="3284220" y="797242"/>
                  </a:lnTo>
                  <a:lnTo>
                    <a:pt x="3290888" y="794385"/>
                  </a:lnTo>
                  <a:lnTo>
                    <a:pt x="3296602" y="785812"/>
                  </a:lnTo>
                  <a:lnTo>
                    <a:pt x="3302318" y="773430"/>
                  </a:lnTo>
                  <a:lnTo>
                    <a:pt x="3308032" y="760095"/>
                  </a:lnTo>
                  <a:lnTo>
                    <a:pt x="3314700" y="747712"/>
                  </a:lnTo>
                  <a:lnTo>
                    <a:pt x="3320415" y="740092"/>
                  </a:lnTo>
                  <a:lnTo>
                    <a:pt x="3326130" y="739140"/>
                  </a:lnTo>
                  <a:lnTo>
                    <a:pt x="3331845" y="744855"/>
                  </a:lnTo>
                  <a:lnTo>
                    <a:pt x="3337560" y="756285"/>
                  </a:lnTo>
                  <a:lnTo>
                    <a:pt x="3344228" y="771525"/>
                  </a:lnTo>
                  <a:lnTo>
                    <a:pt x="3349942" y="786765"/>
                  </a:lnTo>
                  <a:lnTo>
                    <a:pt x="3356610" y="796290"/>
                  </a:lnTo>
                  <a:lnTo>
                    <a:pt x="3361372" y="796290"/>
                  </a:lnTo>
                  <a:lnTo>
                    <a:pt x="3368040" y="781050"/>
                  </a:lnTo>
                  <a:lnTo>
                    <a:pt x="3373755" y="747712"/>
                  </a:lnTo>
                  <a:lnTo>
                    <a:pt x="3379470" y="694372"/>
                  </a:lnTo>
                  <a:lnTo>
                    <a:pt x="3385185" y="621983"/>
                  </a:lnTo>
                  <a:lnTo>
                    <a:pt x="3390900" y="532447"/>
                  </a:lnTo>
                  <a:lnTo>
                    <a:pt x="3397568" y="431483"/>
                  </a:lnTo>
                  <a:lnTo>
                    <a:pt x="3403282" y="325755"/>
                  </a:lnTo>
                  <a:lnTo>
                    <a:pt x="3409950" y="222885"/>
                  </a:lnTo>
                  <a:lnTo>
                    <a:pt x="3414712" y="132397"/>
                  </a:lnTo>
                  <a:lnTo>
                    <a:pt x="3421380" y="60960"/>
                  </a:lnTo>
                  <a:lnTo>
                    <a:pt x="3427095" y="16192"/>
                  </a:lnTo>
                  <a:lnTo>
                    <a:pt x="3432810" y="0"/>
                  </a:lnTo>
                  <a:lnTo>
                    <a:pt x="3438525" y="16192"/>
                  </a:lnTo>
                  <a:lnTo>
                    <a:pt x="3444240" y="60960"/>
                  </a:lnTo>
                  <a:lnTo>
                    <a:pt x="3450908" y="132397"/>
                  </a:lnTo>
                  <a:lnTo>
                    <a:pt x="3456622" y="222885"/>
                  </a:lnTo>
                  <a:lnTo>
                    <a:pt x="3463290" y="325755"/>
                  </a:lnTo>
                  <a:lnTo>
                    <a:pt x="3468052" y="431483"/>
                  </a:lnTo>
                  <a:lnTo>
                    <a:pt x="3474720" y="532447"/>
                  </a:lnTo>
                  <a:lnTo>
                    <a:pt x="3480435" y="621983"/>
                  </a:lnTo>
                  <a:lnTo>
                    <a:pt x="3486150" y="694372"/>
                  </a:lnTo>
                  <a:lnTo>
                    <a:pt x="3491865" y="747712"/>
                  </a:lnTo>
                  <a:lnTo>
                    <a:pt x="3497580" y="781050"/>
                  </a:lnTo>
                  <a:lnTo>
                    <a:pt x="3504248" y="796290"/>
                  </a:lnTo>
                  <a:lnTo>
                    <a:pt x="3509962" y="796290"/>
                  </a:lnTo>
                  <a:lnTo>
                    <a:pt x="3516630" y="786765"/>
                  </a:lnTo>
                  <a:lnTo>
                    <a:pt x="3521392" y="771525"/>
                  </a:lnTo>
                  <a:lnTo>
                    <a:pt x="3528060" y="756285"/>
                  </a:lnTo>
                  <a:lnTo>
                    <a:pt x="3533775" y="744855"/>
                  </a:lnTo>
                  <a:lnTo>
                    <a:pt x="3539490" y="739140"/>
                  </a:lnTo>
                  <a:lnTo>
                    <a:pt x="3545205" y="740092"/>
                  </a:lnTo>
                  <a:lnTo>
                    <a:pt x="3550920" y="747712"/>
                  </a:lnTo>
                  <a:lnTo>
                    <a:pt x="3557588" y="760095"/>
                  </a:lnTo>
                  <a:lnTo>
                    <a:pt x="3563302" y="773430"/>
                  </a:lnTo>
                  <a:lnTo>
                    <a:pt x="3569970" y="785812"/>
                  </a:lnTo>
                  <a:lnTo>
                    <a:pt x="3574732" y="794385"/>
                  </a:lnTo>
                  <a:lnTo>
                    <a:pt x="3581400" y="797242"/>
                  </a:lnTo>
                  <a:lnTo>
                    <a:pt x="3587115" y="794385"/>
                  </a:lnTo>
                  <a:lnTo>
                    <a:pt x="3592830" y="785812"/>
                  </a:lnTo>
                  <a:lnTo>
                    <a:pt x="3598545" y="773430"/>
                  </a:lnTo>
                  <a:lnTo>
                    <a:pt x="3604260" y="760095"/>
                  </a:lnTo>
                  <a:lnTo>
                    <a:pt x="3610928" y="747712"/>
                  </a:lnTo>
                  <a:lnTo>
                    <a:pt x="3616642" y="740092"/>
                  </a:lnTo>
                  <a:lnTo>
                    <a:pt x="3623310" y="739140"/>
                  </a:lnTo>
                  <a:lnTo>
                    <a:pt x="3628072" y="744855"/>
                  </a:lnTo>
                  <a:lnTo>
                    <a:pt x="3634740" y="756285"/>
                  </a:lnTo>
                  <a:lnTo>
                    <a:pt x="3640455" y="771525"/>
                  </a:lnTo>
                  <a:lnTo>
                    <a:pt x="3646170" y="786765"/>
                  </a:lnTo>
                  <a:lnTo>
                    <a:pt x="3651885" y="796290"/>
                  </a:lnTo>
                  <a:lnTo>
                    <a:pt x="3657600" y="796290"/>
                  </a:lnTo>
                  <a:lnTo>
                    <a:pt x="3664268" y="781050"/>
                  </a:lnTo>
                  <a:lnTo>
                    <a:pt x="3669982" y="747712"/>
                  </a:lnTo>
                  <a:lnTo>
                    <a:pt x="3676650" y="694372"/>
                  </a:lnTo>
                  <a:lnTo>
                    <a:pt x="3681412" y="621983"/>
                  </a:lnTo>
                  <a:lnTo>
                    <a:pt x="3687128" y="532447"/>
                  </a:lnTo>
                  <a:lnTo>
                    <a:pt x="3693795" y="431483"/>
                  </a:lnTo>
                  <a:lnTo>
                    <a:pt x="3699510" y="325755"/>
                  </a:lnTo>
                  <a:lnTo>
                    <a:pt x="3705225" y="222885"/>
                  </a:lnTo>
                  <a:lnTo>
                    <a:pt x="3710940" y="132397"/>
                  </a:lnTo>
                  <a:lnTo>
                    <a:pt x="3717607" y="60960"/>
                  </a:lnTo>
                  <a:lnTo>
                    <a:pt x="3723322" y="16192"/>
                  </a:lnTo>
                  <a:lnTo>
                    <a:pt x="3729990" y="0"/>
                  </a:lnTo>
                  <a:lnTo>
                    <a:pt x="3734752" y="16192"/>
                  </a:lnTo>
                  <a:lnTo>
                    <a:pt x="3740468" y="60960"/>
                  </a:lnTo>
                  <a:lnTo>
                    <a:pt x="3747135" y="132397"/>
                  </a:lnTo>
                  <a:lnTo>
                    <a:pt x="3752850" y="222885"/>
                  </a:lnTo>
                  <a:lnTo>
                    <a:pt x="3759518" y="325755"/>
                  </a:lnTo>
                  <a:lnTo>
                    <a:pt x="3764280" y="431483"/>
                  </a:lnTo>
                  <a:lnTo>
                    <a:pt x="3770948" y="532447"/>
                  </a:lnTo>
                  <a:lnTo>
                    <a:pt x="3776662" y="621983"/>
                  </a:lnTo>
                  <a:lnTo>
                    <a:pt x="3783330" y="694372"/>
                  </a:lnTo>
                  <a:lnTo>
                    <a:pt x="3788093" y="747712"/>
                  </a:lnTo>
                  <a:lnTo>
                    <a:pt x="3793807" y="781050"/>
                  </a:lnTo>
                  <a:lnTo>
                    <a:pt x="3800475" y="796290"/>
                  </a:lnTo>
                  <a:lnTo>
                    <a:pt x="3806190" y="796290"/>
                  </a:lnTo>
                  <a:lnTo>
                    <a:pt x="3812857" y="786765"/>
                  </a:lnTo>
                  <a:lnTo>
                    <a:pt x="3817620" y="771525"/>
                  </a:lnTo>
                  <a:lnTo>
                    <a:pt x="3824288" y="756285"/>
                  </a:lnTo>
                  <a:lnTo>
                    <a:pt x="3830002" y="744855"/>
                  </a:lnTo>
                  <a:lnTo>
                    <a:pt x="3836670" y="739140"/>
                  </a:lnTo>
                  <a:lnTo>
                    <a:pt x="3841432" y="740092"/>
                  </a:lnTo>
                  <a:lnTo>
                    <a:pt x="3847148" y="747712"/>
                  </a:lnTo>
                  <a:lnTo>
                    <a:pt x="3853815" y="760095"/>
                  </a:lnTo>
                  <a:lnTo>
                    <a:pt x="3859530" y="773430"/>
                  </a:lnTo>
                  <a:lnTo>
                    <a:pt x="3866198" y="785812"/>
                  </a:lnTo>
                  <a:lnTo>
                    <a:pt x="3870960" y="794385"/>
                  </a:lnTo>
                  <a:lnTo>
                    <a:pt x="3877628" y="797242"/>
                  </a:lnTo>
                  <a:lnTo>
                    <a:pt x="3883343" y="794385"/>
                  </a:lnTo>
                  <a:lnTo>
                    <a:pt x="3890010" y="785812"/>
                  </a:lnTo>
                  <a:lnTo>
                    <a:pt x="3894772" y="773430"/>
                  </a:lnTo>
                  <a:lnTo>
                    <a:pt x="3900488" y="760095"/>
                  </a:lnTo>
                  <a:lnTo>
                    <a:pt x="3907155" y="747712"/>
                  </a:lnTo>
                  <a:lnTo>
                    <a:pt x="3912870" y="740092"/>
                  </a:lnTo>
                  <a:lnTo>
                    <a:pt x="3919538" y="739140"/>
                  </a:lnTo>
                  <a:lnTo>
                    <a:pt x="3924300" y="744855"/>
                  </a:lnTo>
                  <a:lnTo>
                    <a:pt x="3930968" y="756285"/>
                  </a:lnTo>
                  <a:lnTo>
                    <a:pt x="3936682" y="771525"/>
                  </a:lnTo>
                  <a:lnTo>
                    <a:pt x="3943350" y="786765"/>
                  </a:lnTo>
                  <a:lnTo>
                    <a:pt x="3948112" y="796290"/>
                  </a:lnTo>
                  <a:lnTo>
                    <a:pt x="3953828" y="796290"/>
                  </a:lnTo>
                  <a:lnTo>
                    <a:pt x="3960495" y="781050"/>
                  </a:lnTo>
                  <a:lnTo>
                    <a:pt x="3966210" y="747712"/>
                  </a:lnTo>
                  <a:lnTo>
                    <a:pt x="3972878" y="694372"/>
                  </a:lnTo>
                  <a:lnTo>
                    <a:pt x="3977640" y="621983"/>
                  </a:lnTo>
                  <a:lnTo>
                    <a:pt x="3984307" y="532447"/>
                  </a:lnTo>
                  <a:lnTo>
                    <a:pt x="3990022" y="431483"/>
                  </a:lnTo>
                  <a:lnTo>
                    <a:pt x="3996690" y="325755"/>
                  </a:lnTo>
                  <a:lnTo>
                    <a:pt x="4001452" y="222885"/>
                  </a:lnTo>
                  <a:lnTo>
                    <a:pt x="4007168" y="132397"/>
                  </a:lnTo>
                  <a:lnTo>
                    <a:pt x="4013835" y="60960"/>
                  </a:lnTo>
                  <a:lnTo>
                    <a:pt x="4019550" y="16192"/>
                  </a:lnTo>
                  <a:lnTo>
                    <a:pt x="4026218" y="0"/>
                  </a:lnTo>
                  <a:lnTo>
                    <a:pt x="4030980" y="16192"/>
                  </a:lnTo>
                  <a:lnTo>
                    <a:pt x="4037648" y="60960"/>
                  </a:lnTo>
                  <a:lnTo>
                    <a:pt x="4043362" y="132397"/>
                  </a:lnTo>
                  <a:lnTo>
                    <a:pt x="4050030" y="222885"/>
                  </a:lnTo>
                  <a:lnTo>
                    <a:pt x="4054793" y="325755"/>
                  </a:lnTo>
                  <a:lnTo>
                    <a:pt x="4060507" y="431483"/>
                  </a:lnTo>
                  <a:lnTo>
                    <a:pt x="4067175" y="532447"/>
                  </a:lnTo>
                  <a:lnTo>
                    <a:pt x="4072890" y="621983"/>
                  </a:lnTo>
                  <a:lnTo>
                    <a:pt x="4079557" y="694372"/>
                  </a:lnTo>
                  <a:lnTo>
                    <a:pt x="4084320" y="747712"/>
                  </a:lnTo>
                  <a:lnTo>
                    <a:pt x="4090988" y="781050"/>
                  </a:lnTo>
                  <a:lnTo>
                    <a:pt x="4096702" y="796290"/>
                  </a:lnTo>
                  <a:lnTo>
                    <a:pt x="4103370" y="796290"/>
                  </a:lnTo>
                  <a:lnTo>
                    <a:pt x="4108132" y="786765"/>
                  </a:lnTo>
                  <a:lnTo>
                    <a:pt x="4113848" y="771525"/>
                  </a:lnTo>
                  <a:lnTo>
                    <a:pt x="4120515" y="756285"/>
                  </a:lnTo>
                  <a:lnTo>
                    <a:pt x="4126230" y="744855"/>
                  </a:lnTo>
                  <a:lnTo>
                    <a:pt x="4132898" y="739140"/>
                  </a:lnTo>
                  <a:lnTo>
                    <a:pt x="4137660" y="740092"/>
                  </a:lnTo>
                  <a:lnTo>
                    <a:pt x="4144328" y="747712"/>
                  </a:lnTo>
                  <a:lnTo>
                    <a:pt x="4150043" y="760095"/>
                  </a:lnTo>
                  <a:lnTo>
                    <a:pt x="4155757" y="773430"/>
                  </a:lnTo>
                  <a:lnTo>
                    <a:pt x="4162425" y="785812"/>
                  </a:lnTo>
                  <a:lnTo>
                    <a:pt x="4167188" y="794385"/>
                  </a:lnTo>
                  <a:lnTo>
                    <a:pt x="4173855" y="797242"/>
                  </a:lnTo>
                  <a:lnTo>
                    <a:pt x="4179570" y="794385"/>
                  </a:lnTo>
                  <a:lnTo>
                    <a:pt x="4186238" y="785812"/>
                  </a:lnTo>
                  <a:lnTo>
                    <a:pt x="4191000" y="773430"/>
                  </a:lnTo>
                  <a:lnTo>
                    <a:pt x="4197668" y="760095"/>
                  </a:lnTo>
                  <a:lnTo>
                    <a:pt x="4203382" y="747712"/>
                  </a:lnTo>
                  <a:lnTo>
                    <a:pt x="4209098" y="740092"/>
                  </a:lnTo>
                  <a:lnTo>
                    <a:pt x="4215765" y="739140"/>
                  </a:lnTo>
                  <a:lnTo>
                    <a:pt x="4220528" y="744855"/>
                  </a:lnTo>
                  <a:lnTo>
                    <a:pt x="4227195" y="756285"/>
                  </a:lnTo>
                  <a:lnTo>
                    <a:pt x="4232910" y="771525"/>
                  </a:lnTo>
                  <a:lnTo>
                    <a:pt x="4239578" y="786765"/>
                  </a:lnTo>
                  <a:lnTo>
                    <a:pt x="4244340" y="796290"/>
                  </a:lnTo>
                  <a:lnTo>
                    <a:pt x="4251008" y="796290"/>
                  </a:lnTo>
                  <a:lnTo>
                    <a:pt x="4256722" y="781050"/>
                  </a:lnTo>
                  <a:lnTo>
                    <a:pt x="4262438" y="747712"/>
                  </a:lnTo>
                  <a:lnTo>
                    <a:pt x="4269105" y="694372"/>
                  </a:lnTo>
                  <a:lnTo>
                    <a:pt x="4273868" y="621983"/>
                  </a:lnTo>
                  <a:lnTo>
                    <a:pt x="4280535" y="532447"/>
                  </a:lnTo>
                  <a:lnTo>
                    <a:pt x="4286250" y="431483"/>
                  </a:lnTo>
                  <a:lnTo>
                    <a:pt x="4292918" y="325755"/>
                  </a:lnTo>
                  <a:lnTo>
                    <a:pt x="4297680" y="222885"/>
                  </a:lnTo>
                  <a:lnTo>
                    <a:pt x="4304348" y="132397"/>
                  </a:lnTo>
                  <a:lnTo>
                    <a:pt x="4310062" y="60960"/>
                  </a:lnTo>
                  <a:lnTo>
                    <a:pt x="4315778" y="16192"/>
                  </a:lnTo>
                  <a:lnTo>
                    <a:pt x="4322445" y="0"/>
                  </a:lnTo>
                  <a:lnTo>
                    <a:pt x="4327208" y="16192"/>
                  </a:lnTo>
                  <a:lnTo>
                    <a:pt x="4333875" y="60960"/>
                  </a:lnTo>
                  <a:lnTo>
                    <a:pt x="4339590" y="132397"/>
                  </a:lnTo>
                  <a:lnTo>
                    <a:pt x="4346258" y="222885"/>
                  </a:lnTo>
                  <a:lnTo>
                    <a:pt x="4351020" y="325755"/>
                  </a:lnTo>
                  <a:lnTo>
                    <a:pt x="4357688" y="431483"/>
                  </a:lnTo>
                  <a:lnTo>
                    <a:pt x="4363402" y="532447"/>
                  </a:lnTo>
                  <a:lnTo>
                    <a:pt x="4369118" y="621983"/>
                  </a:lnTo>
                  <a:lnTo>
                    <a:pt x="4375785" y="694372"/>
                  </a:lnTo>
                  <a:lnTo>
                    <a:pt x="4380548" y="747712"/>
                  </a:lnTo>
                  <a:lnTo>
                    <a:pt x="4387215" y="781050"/>
                  </a:lnTo>
                  <a:lnTo>
                    <a:pt x="4392930" y="796290"/>
                  </a:lnTo>
                  <a:lnTo>
                    <a:pt x="4399598" y="796290"/>
                  </a:lnTo>
                  <a:lnTo>
                    <a:pt x="4404360" y="786765"/>
                  </a:lnTo>
                  <a:lnTo>
                    <a:pt x="4411028" y="771525"/>
                  </a:lnTo>
                  <a:lnTo>
                    <a:pt x="4416742" y="756285"/>
                  </a:lnTo>
                  <a:lnTo>
                    <a:pt x="4422458" y="744855"/>
                  </a:lnTo>
                  <a:lnTo>
                    <a:pt x="4429125" y="739140"/>
                  </a:lnTo>
                  <a:lnTo>
                    <a:pt x="4433888" y="740092"/>
                  </a:lnTo>
                  <a:lnTo>
                    <a:pt x="4440555" y="747712"/>
                  </a:lnTo>
                  <a:lnTo>
                    <a:pt x="4446270" y="760095"/>
                  </a:lnTo>
                  <a:lnTo>
                    <a:pt x="4452938" y="773430"/>
                  </a:lnTo>
                  <a:lnTo>
                    <a:pt x="4457700" y="785812"/>
                  </a:lnTo>
                  <a:lnTo>
                    <a:pt x="4464368" y="794385"/>
                  </a:lnTo>
                  <a:lnTo>
                    <a:pt x="4470082" y="797242"/>
                  </a:lnTo>
                  <a:lnTo>
                    <a:pt x="4475798" y="794385"/>
                  </a:lnTo>
                  <a:lnTo>
                    <a:pt x="4482465" y="785812"/>
                  </a:lnTo>
                  <a:lnTo>
                    <a:pt x="4487228" y="773430"/>
                  </a:lnTo>
                  <a:lnTo>
                    <a:pt x="4493895" y="760095"/>
                  </a:lnTo>
                  <a:lnTo>
                    <a:pt x="4499610" y="747712"/>
                  </a:lnTo>
                  <a:lnTo>
                    <a:pt x="4506278" y="740092"/>
                  </a:lnTo>
                  <a:lnTo>
                    <a:pt x="4511040" y="739140"/>
                  </a:lnTo>
                  <a:lnTo>
                    <a:pt x="4517708" y="744855"/>
                  </a:lnTo>
                  <a:lnTo>
                    <a:pt x="4523422" y="756285"/>
                  </a:lnTo>
                  <a:lnTo>
                    <a:pt x="4529138" y="771525"/>
                  </a:lnTo>
                  <a:lnTo>
                    <a:pt x="4535805" y="786765"/>
                  </a:lnTo>
                  <a:lnTo>
                    <a:pt x="4540568" y="796290"/>
                  </a:lnTo>
                  <a:lnTo>
                    <a:pt x="4547235" y="796290"/>
                  </a:lnTo>
                  <a:lnTo>
                    <a:pt x="4552950" y="781050"/>
                  </a:lnTo>
                  <a:lnTo>
                    <a:pt x="4559618" y="747712"/>
                  </a:lnTo>
                  <a:lnTo>
                    <a:pt x="4565332" y="694372"/>
                  </a:lnTo>
                  <a:lnTo>
                    <a:pt x="4571048" y="621983"/>
                  </a:lnTo>
                  <a:lnTo>
                    <a:pt x="4576762" y="532447"/>
                  </a:lnTo>
                  <a:lnTo>
                    <a:pt x="4582478" y="431483"/>
                  </a:lnTo>
                  <a:lnTo>
                    <a:pt x="4589145" y="325755"/>
                  </a:lnTo>
                  <a:lnTo>
                    <a:pt x="4593908" y="222885"/>
                  </a:lnTo>
                  <a:lnTo>
                    <a:pt x="4600575" y="132397"/>
                  </a:lnTo>
                  <a:lnTo>
                    <a:pt x="4606290" y="60960"/>
                  </a:lnTo>
                  <a:lnTo>
                    <a:pt x="4612958" y="16192"/>
                  </a:lnTo>
                  <a:lnTo>
                    <a:pt x="4618672" y="0"/>
                  </a:lnTo>
                  <a:lnTo>
                    <a:pt x="4624388" y="16192"/>
                  </a:lnTo>
                  <a:lnTo>
                    <a:pt x="4630102" y="60960"/>
                  </a:lnTo>
                  <a:lnTo>
                    <a:pt x="4635818" y="132397"/>
                  </a:lnTo>
                  <a:lnTo>
                    <a:pt x="4642485" y="222885"/>
                  </a:lnTo>
                  <a:lnTo>
                    <a:pt x="4647248" y="325755"/>
                  </a:lnTo>
                  <a:lnTo>
                    <a:pt x="4653915" y="431483"/>
                  </a:lnTo>
                  <a:lnTo>
                    <a:pt x="4659630" y="532447"/>
                  </a:lnTo>
                  <a:lnTo>
                    <a:pt x="4666298" y="621983"/>
                  </a:lnTo>
                  <a:lnTo>
                    <a:pt x="4672012" y="694372"/>
                  </a:lnTo>
                  <a:lnTo>
                    <a:pt x="4676775" y="747712"/>
                  </a:lnTo>
                  <a:lnTo>
                    <a:pt x="4683442" y="781050"/>
                  </a:lnTo>
                  <a:lnTo>
                    <a:pt x="4689158" y="796290"/>
                  </a:lnTo>
                  <a:lnTo>
                    <a:pt x="4695825" y="796290"/>
                  </a:lnTo>
                  <a:lnTo>
                    <a:pt x="4700588" y="786765"/>
                  </a:lnTo>
                  <a:lnTo>
                    <a:pt x="4707255" y="771525"/>
                  </a:lnTo>
                  <a:lnTo>
                    <a:pt x="4712970" y="756285"/>
                  </a:lnTo>
                  <a:lnTo>
                    <a:pt x="4719638" y="744855"/>
                  </a:lnTo>
                  <a:lnTo>
                    <a:pt x="4725352" y="739140"/>
                  </a:lnTo>
                  <a:lnTo>
                    <a:pt x="4730115" y="740092"/>
                  </a:lnTo>
                  <a:lnTo>
                    <a:pt x="4736782" y="747712"/>
                  </a:lnTo>
                  <a:lnTo>
                    <a:pt x="4742498" y="760095"/>
                  </a:lnTo>
                  <a:lnTo>
                    <a:pt x="4749165" y="773430"/>
                  </a:lnTo>
                  <a:lnTo>
                    <a:pt x="4753928" y="785812"/>
                  </a:lnTo>
                  <a:lnTo>
                    <a:pt x="4760595" y="794385"/>
                  </a:lnTo>
                  <a:lnTo>
                    <a:pt x="4766310" y="797242"/>
                  </a:lnTo>
                  <a:lnTo>
                    <a:pt x="4772978" y="794385"/>
                  </a:lnTo>
                  <a:lnTo>
                    <a:pt x="4778692" y="785812"/>
                  </a:lnTo>
                  <a:lnTo>
                    <a:pt x="4783455" y="773430"/>
                  </a:lnTo>
                  <a:lnTo>
                    <a:pt x="4790122" y="760095"/>
                  </a:lnTo>
                  <a:lnTo>
                    <a:pt x="4795838" y="747712"/>
                  </a:lnTo>
                  <a:lnTo>
                    <a:pt x="4802505" y="740092"/>
                  </a:lnTo>
                  <a:lnTo>
                    <a:pt x="4807268" y="739140"/>
                  </a:lnTo>
                  <a:lnTo>
                    <a:pt x="4813935" y="744855"/>
                  </a:lnTo>
                  <a:lnTo>
                    <a:pt x="4819650" y="756285"/>
                  </a:lnTo>
                  <a:lnTo>
                    <a:pt x="4826318" y="771525"/>
                  </a:lnTo>
                  <a:lnTo>
                    <a:pt x="4832032" y="786765"/>
                  </a:lnTo>
                  <a:lnTo>
                    <a:pt x="4836795" y="796290"/>
                  </a:lnTo>
                  <a:lnTo>
                    <a:pt x="4843462" y="796290"/>
                  </a:lnTo>
                  <a:lnTo>
                    <a:pt x="4849178" y="781050"/>
                  </a:lnTo>
                  <a:lnTo>
                    <a:pt x="4855845" y="747712"/>
                  </a:lnTo>
                  <a:lnTo>
                    <a:pt x="4860608" y="694372"/>
                  </a:lnTo>
                  <a:lnTo>
                    <a:pt x="4867275" y="621983"/>
                  </a:lnTo>
                  <a:lnTo>
                    <a:pt x="4872990" y="532447"/>
                  </a:lnTo>
                  <a:lnTo>
                    <a:pt x="4879658" y="431483"/>
                  </a:lnTo>
                  <a:lnTo>
                    <a:pt x="4885372" y="325755"/>
                  </a:lnTo>
                  <a:lnTo>
                    <a:pt x="4890135" y="222885"/>
                  </a:lnTo>
                  <a:lnTo>
                    <a:pt x="4896802" y="132397"/>
                  </a:lnTo>
                  <a:lnTo>
                    <a:pt x="4902518" y="60960"/>
                  </a:lnTo>
                  <a:lnTo>
                    <a:pt x="4909185" y="16192"/>
                  </a:lnTo>
                  <a:lnTo>
                    <a:pt x="4913948" y="0"/>
                  </a:lnTo>
                  <a:lnTo>
                    <a:pt x="4920615" y="16192"/>
                  </a:lnTo>
                  <a:lnTo>
                    <a:pt x="4926330" y="60960"/>
                  </a:lnTo>
                  <a:lnTo>
                    <a:pt x="4932998" y="132397"/>
                  </a:lnTo>
                  <a:lnTo>
                    <a:pt x="4938712" y="222885"/>
                  </a:lnTo>
                  <a:lnTo>
                    <a:pt x="4943475" y="325755"/>
                  </a:lnTo>
                  <a:lnTo>
                    <a:pt x="4950142" y="431483"/>
                  </a:lnTo>
                  <a:lnTo>
                    <a:pt x="4955858" y="532447"/>
                  </a:lnTo>
                  <a:lnTo>
                    <a:pt x="4962525" y="621983"/>
                  </a:lnTo>
                  <a:lnTo>
                    <a:pt x="4968240" y="694372"/>
                  </a:lnTo>
                  <a:lnTo>
                    <a:pt x="4973955" y="747712"/>
                  </a:lnTo>
                  <a:lnTo>
                    <a:pt x="4979670" y="781050"/>
                  </a:lnTo>
                  <a:lnTo>
                    <a:pt x="4986338" y="796290"/>
                  </a:lnTo>
                  <a:lnTo>
                    <a:pt x="4992052" y="796290"/>
                  </a:lnTo>
                  <a:lnTo>
                    <a:pt x="4996815" y="786765"/>
                  </a:lnTo>
                  <a:lnTo>
                    <a:pt x="5003482" y="771525"/>
                  </a:lnTo>
                  <a:lnTo>
                    <a:pt x="5009198" y="756285"/>
                  </a:lnTo>
                  <a:lnTo>
                    <a:pt x="5015865" y="744855"/>
                  </a:lnTo>
                  <a:lnTo>
                    <a:pt x="5021580" y="739140"/>
                  </a:lnTo>
                  <a:lnTo>
                    <a:pt x="5027295" y="740092"/>
                  </a:lnTo>
                  <a:lnTo>
                    <a:pt x="5033010" y="747712"/>
                  </a:lnTo>
                  <a:lnTo>
                    <a:pt x="5039678" y="760095"/>
                  </a:lnTo>
                  <a:lnTo>
                    <a:pt x="5045392" y="773430"/>
                  </a:lnTo>
                  <a:lnTo>
                    <a:pt x="5050155" y="785812"/>
                  </a:lnTo>
                  <a:lnTo>
                    <a:pt x="5056822" y="794385"/>
                  </a:lnTo>
                  <a:lnTo>
                    <a:pt x="5062538" y="797242"/>
                  </a:lnTo>
                  <a:lnTo>
                    <a:pt x="5069205" y="794385"/>
                  </a:lnTo>
                  <a:lnTo>
                    <a:pt x="5074920" y="785812"/>
                  </a:lnTo>
                  <a:lnTo>
                    <a:pt x="5080635" y="773430"/>
                  </a:lnTo>
                  <a:lnTo>
                    <a:pt x="5086350" y="760095"/>
                  </a:lnTo>
                  <a:lnTo>
                    <a:pt x="5088255" y="756285"/>
                  </a:lnTo>
                </a:path>
              </a:pathLst>
            </a:custGeom>
            <a:noFill/>
            <a:ln w="15240">
              <a:solidFill>
                <a:srgbClr val="D97706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1168718" y="4410075"/>
              <a:ext cx="5084445" cy="797243"/>
            </a:xfrm>
            <a:custGeom>
              <a:avLst/>
              <a:gdLst/>
              <a:ahLst/>
              <a:cxnLst/>
              <a:rect l="l" t="t" r="r" b="b"/>
              <a:pathLst>
                <a:path w="5084445" h="797243">
                  <a:moveTo>
                    <a:pt x="2857" y="794385"/>
                  </a:moveTo>
                  <a:lnTo>
                    <a:pt x="0" y="794385"/>
                  </a:lnTo>
                  <a:lnTo>
                    <a:pt x="5715" y="794385"/>
                  </a:lnTo>
                  <a:lnTo>
                    <a:pt x="11430" y="794385"/>
                  </a:lnTo>
                  <a:lnTo>
                    <a:pt x="17145" y="794385"/>
                  </a:lnTo>
                  <a:lnTo>
                    <a:pt x="23812" y="795338"/>
                  </a:lnTo>
                  <a:lnTo>
                    <a:pt x="29527" y="795338"/>
                  </a:lnTo>
                  <a:lnTo>
                    <a:pt x="35243" y="795338"/>
                  </a:lnTo>
                  <a:lnTo>
                    <a:pt x="40957" y="795338"/>
                  </a:lnTo>
                  <a:lnTo>
                    <a:pt x="46672" y="796290"/>
                  </a:lnTo>
                  <a:lnTo>
                    <a:pt x="53340" y="796290"/>
                  </a:lnTo>
                  <a:lnTo>
                    <a:pt x="59055" y="796290"/>
                  </a:lnTo>
                  <a:lnTo>
                    <a:pt x="64770" y="796290"/>
                  </a:lnTo>
                  <a:lnTo>
                    <a:pt x="70485" y="796290"/>
                  </a:lnTo>
                  <a:lnTo>
                    <a:pt x="77153" y="796290"/>
                  </a:lnTo>
                  <a:lnTo>
                    <a:pt x="82868" y="796290"/>
                  </a:lnTo>
                  <a:lnTo>
                    <a:pt x="88582" y="796290"/>
                  </a:lnTo>
                  <a:lnTo>
                    <a:pt x="94297" y="796290"/>
                  </a:lnTo>
                  <a:lnTo>
                    <a:pt x="100012" y="797243"/>
                  </a:lnTo>
                  <a:lnTo>
                    <a:pt x="106680" y="797243"/>
                  </a:lnTo>
                  <a:lnTo>
                    <a:pt x="112395" y="797243"/>
                  </a:lnTo>
                  <a:lnTo>
                    <a:pt x="118110" y="797243"/>
                  </a:lnTo>
                  <a:lnTo>
                    <a:pt x="123825" y="797243"/>
                  </a:lnTo>
                  <a:lnTo>
                    <a:pt x="130493" y="797243"/>
                  </a:lnTo>
                  <a:lnTo>
                    <a:pt x="136207" y="797243"/>
                  </a:lnTo>
                  <a:lnTo>
                    <a:pt x="141922" y="797243"/>
                  </a:lnTo>
                  <a:lnTo>
                    <a:pt x="147637" y="797243"/>
                  </a:lnTo>
                  <a:lnTo>
                    <a:pt x="153353" y="797243"/>
                  </a:lnTo>
                  <a:lnTo>
                    <a:pt x="160020" y="797243"/>
                  </a:lnTo>
                  <a:lnTo>
                    <a:pt x="165735" y="797243"/>
                  </a:lnTo>
                  <a:lnTo>
                    <a:pt x="171450" y="797243"/>
                  </a:lnTo>
                  <a:lnTo>
                    <a:pt x="177165" y="797243"/>
                  </a:lnTo>
                  <a:lnTo>
                    <a:pt x="183832" y="797243"/>
                  </a:lnTo>
                  <a:lnTo>
                    <a:pt x="189547" y="797243"/>
                  </a:lnTo>
                  <a:lnTo>
                    <a:pt x="195262" y="797243"/>
                  </a:lnTo>
                  <a:lnTo>
                    <a:pt x="200978" y="797243"/>
                  </a:lnTo>
                  <a:lnTo>
                    <a:pt x="206693" y="797243"/>
                  </a:lnTo>
                  <a:lnTo>
                    <a:pt x="213360" y="797243"/>
                  </a:lnTo>
                  <a:lnTo>
                    <a:pt x="219075" y="797243"/>
                  </a:lnTo>
                  <a:lnTo>
                    <a:pt x="224790" y="797243"/>
                  </a:lnTo>
                  <a:lnTo>
                    <a:pt x="230505" y="797243"/>
                  </a:lnTo>
                  <a:lnTo>
                    <a:pt x="237172" y="797243"/>
                  </a:lnTo>
                  <a:lnTo>
                    <a:pt x="242887" y="797243"/>
                  </a:lnTo>
                  <a:lnTo>
                    <a:pt x="248603" y="796290"/>
                  </a:lnTo>
                  <a:lnTo>
                    <a:pt x="254318" y="796290"/>
                  </a:lnTo>
                  <a:lnTo>
                    <a:pt x="260032" y="796290"/>
                  </a:lnTo>
                  <a:lnTo>
                    <a:pt x="266700" y="796290"/>
                  </a:lnTo>
                  <a:lnTo>
                    <a:pt x="272415" y="796290"/>
                  </a:lnTo>
                  <a:lnTo>
                    <a:pt x="278130" y="796290"/>
                  </a:lnTo>
                  <a:lnTo>
                    <a:pt x="283845" y="796290"/>
                  </a:lnTo>
                  <a:lnTo>
                    <a:pt x="290512" y="795338"/>
                  </a:lnTo>
                  <a:lnTo>
                    <a:pt x="296228" y="795338"/>
                  </a:lnTo>
                  <a:lnTo>
                    <a:pt x="301942" y="795338"/>
                  </a:lnTo>
                  <a:lnTo>
                    <a:pt x="307658" y="794385"/>
                  </a:lnTo>
                  <a:lnTo>
                    <a:pt x="313372" y="794385"/>
                  </a:lnTo>
                  <a:lnTo>
                    <a:pt x="320040" y="794385"/>
                  </a:lnTo>
                  <a:lnTo>
                    <a:pt x="325755" y="794385"/>
                  </a:lnTo>
                  <a:lnTo>
                    <a:pt x="331470" y="793432"/>
                  </a:lnTo>
                  <a:lnTo>
                    <a:pt x="337185" y="793432"/>
                  </a:lnTo>
                  <a:lnTo>
                    <a:pt x="343853" y="793432"/>
                  </a:lnTo>
                  <a:lnTo>
                    <a:pt x="349568" y="792480"/>
                  </a:lnTo>
                  <a:lnTo>
                    <a:pt x="355282" y="792480"/>
                  </a:lnTo>
                  <a:lnTo>
                    <a:pt x="360997" y="792480"/>
                  </a:lnTo>
                  <a:lnTo>
                    <a:pt x="366712" y="791528"/>
                  </a:lnTo>
                  <a:lnTo>
                    <a:pt x="373380" y="791528"/>
                  </a:lnTo>
                  <a:lnTo>
                    <a:pt x="379095" y="790575"/>
                  </a:lnTo>
                  <a:lnTo>
                    <a:pt x="384810" y="790575"/>
                  </a:lnTo>
                  <a:lnTo>
                    <a:pt x="390525" y="790575"/>
                  </a:lnTo>
                  <a:lnTo>
                    <a:pt x="397192" y="789622"/>
                  </a:lnTo>
                  <a:lnTo>
                    <a:pt x="402908" y="789622"/>
                  </a:lnTo>
                  <a:lnTo>
                    <a:pt x="408622" y="788670"/>
                  </a:lnTo>
                  <a:lnTo>
                    <a:pt x="414337" y="788670"/>
                  </a:lnTo>
                  <a:lnTo>
                    <a:pt x="420053" y="787718"/>
                  </a:lnTo>
                  <a:lnTo>
                    <a:pt x="426720" y="787718"/>
                  </a:lnTo>
                  <a:lnTo>
                    <a:pt x="432435" y="787718"/>
                  </a:lnTo>
                  <a:lnTo>
                    <a:pt x="438150" y="786765"/>
                  </a:lnTo>
                  <a:lnTo>
                    <a:pt x="443865" y="786765"/>
                  </a:lnTo>
                  <a:lnTo>
                    <a:pt x="450532" y="785812"/>
                  </a:lnTo>
                  <a:lnTo>
                    <a:pt x="456247" y="785812"/>
                  </a:lnTo>
                  <a:lnTo>
                    <a:pt x="461962" y="784860"/>
                  </a:lnTo>
                  <a:lnTo>
                    <a:pt x="467678" y="784860"/>
                  </a:lnTo>
                  <a:lnTo>
                    <a:pt x="473392" y="783907"/>
                  </a:lnTo>
                  <a:lnTo>
                    <a:pt x="480060" y="783907"/>
                  </a:lnTo>
                  <a:lnTo>
                    <a:pt x="485775" y="782955"/>
                  </a:lnTo>
                  <a:lnTo>
                    <a:pt x="491490" y="782955"/>
                  </a:lnTo>
                  <a:lnTo>
                    <a:pt x="497205" y="782003"/>
                  </a:lnTo>
                  <a:lnTo>
                    <a:pt x="503872" y="782003"/>
                  </a:lnTo>
                  <a:lnTo>
                    <a:pt x="509587" y="781050"/>
                  </a:lnTo>
                  <a:lnTo>
                    <a:pt x="515303" y="780097"/>
                  </a:lnTo>
                  <a:lnTo>
                    <a:pt x="521018" y="780097"/>
                  </a:lnTo>
                  <a:lnTo>
                    <a:pt x="526732" y="779145"/>
                  </a:lnTo>
                  <a:lnTo>
                    <a:pt x="533400" y="779145"/>
                  </a:lnTo>
                  <a:lnTo>
                    <a:pt x="539115" y="778193"/>
                  </a:lnTo>
                  <a:lnTo>
                    <a:pt x="544830" y="777240"/>
                  </a:lnTo>
                  <a:lnTo>
                    <a:pt x="550545" y="777240"/>
                  </a:lnTo>
                  <a:lnTo>
                    <a:pt x="557212" y="777240"/>
                  </a:lnTo>
                  <a:lnTo>
                    <a:pt x="562928" y="776288"/>
                  </a:lnTo>
                  <a:lnTo>
                    <a:pt x="568642" y="775335"/>
                  </a:lnTo>
                  <a:lnTo>
                    <a:pt x="574358" y="775335"/>
                  </a:lnTo>
                  <a:lnTo>
                    <a:pt x="580072" y="774382"/>
                  </a:lnTo>
                  <a:lnTo>
                    <a:pt x="586740" y="774382"/>
                  </a:lnTo>
                  <a:lnTo>
                    <a:pt x="592455" y="773430"/>
                  </a:lnTo>
                  <a:lnTo>
                    <a:pt x="598170" y="773430"/>
                  </a:lnTo>
                  <a:lnTo>
                    <a:pt x="603885" y="772478"/>
                  </a:lnTo>
                  <a:lnTo>
                    <a:pt x="610553" y="772478"/>
                  </a:lnTo>
                  <a:lnTo>
                    <a:pt x="616268" y="771525"/>
                  </a:lnTo>
                  <a:lnTo>
                    <a:pt x="621982" y="770572"/>
                  </a:lnTo>
                  <a:lnTo>
                    <a:pt x="627697" y="770572"/>
                  </a:lnTo>
                  <a:lnTo>
                    <a:pt x="633412" y="770572"/>
                  </a:lnTo>
                  <a:lnTo>
                    <a:pt x="640080" y="769620"/>
                  </a:lnTo>
                  <a:lnTo>
                    <a:pt x="645795" y="768668"/>
                  </a:lnTo>
                  <a:lnTo>
                    <a:pt x="651510" y="768668"/>
                  </a:lnTo>
                  <a:lnTo>
                    <a:pt x="657225" y="768668"/>
                  </a:lnTo>
                  <a:lnTo>
                    <a:pt x="663892" y="767715"/>
                  </a:lnTo>
                  <a:lnTo>
                    <a:pt x="669608" y="767715"/>
                  </a:lnTo>
                  <a:lnTo>
                    <a:pt x="675322" y="766762"/>
                  </a:lnTo>
                  <a:lnTo>
                    <a:pt x="681037" y="766762"/>
                  </a:lnTo>
                  <a:lnTo>
                    <a:pt x="686753" y="765810"/>
                  </a:lnTo>
                  <a:lnTo>
                    <a:pt x="693420" y="765810"/>
                  </a:lnTo>
                  <a:lnTo>
                    <a:pt x="699135" y="764857"/>
                  </a:lnTo>
                  <a:lnTo>
                    <a:pt x="704850" y="764857"/>
                  </a:lnTo>
                  <a:lnTo>
                    <a:pt x="710565" y="764857"/>
                  </a:lnTo>
                  <a:lnTo>
                    <a:pt x="717232" y="763905"/>
                  </a:lnTo>
                  <a:lnTo>
                    <a:pt x="722947" y="763905"/>
                  </a:lnTo>
                  <a:lnTo>
                    <a:pt x="728662" y="763905"/>
                  </a:lnTo>
                  <a:lnTo>
                    <a:pt x="734378" y="762953"/>
                  </a:lnTo>
                  <a:lnTo>
                    <a:pt x="740092" y="762953"/>
                  </a:lnTo>
                  <a:lnTo>
                    <a:pt x="746760" y="762000"/>
                  </a:lnTo>
                  <a:lnTo>
                    <a:pt x="752475" y="762000"/>
                  </a:lnTo>
                  <a:lnTo>
                    <a:pt x="758190" y="762000"/>
                  </a:lnTo>
                  <a:lnTo>
                    <a:pt x="763905" y="762000"/>
                  </a:lnTo>
                  <a:lnTo>
                    <a:pt x="769620" y="762000"/>
                  </a:lnTo>
                  <a:lnTo>
                    <a:pt x="776287" y="761047"/>
                  </a:lnTo>
                  <a:lnTo>
                    <a:pt x="782003" y="761047"/>
                  </a:lnTo>
                  <a:lnTo>
                    <a:pt x="787718" y="761047"/>
                  </a:lnTo>
                  <a:lnTo>
                    <a:pt x="793432" y="761047"/>
                  </a:lnTo>
                  <a:lnTo>
                    <a:pt x="800100" y="760095"/>
                  </a:lnTo>
                  <a:lnTo>
                    <a:pt x="805815" y="760095"/>
                  </a:lnTo>
                  <a:lnTo>
                    <a:pt x="811530" y="760095"/>
                  </a:lnTo>
                  <a:lnTo>
                    <a:pt x="817245" y="760095"/>
                  </a:lnTo>
                  <a:lnTo>
                    <a:pt x="822960" y="760095"/>
                  </a:lnTo>
                  <a:lnTo>
                    <a:pt x="829628" y="760095"/>
                  </a:lnTo>
                  <a:lnTo>
                    <a:pt x="835342" y="760095"/>
                  </a:lnTo>
                  <a:lnTo>
                    <a:pt x="841058" y="760095"/>
                  </a:lnTo>
                  <a:lnTo>
                    <a:pt x="846772" y="760095"/>
                  </a:lnTo>
                  <a:lnTo>
                    <a:pt x="853440" y="760095"/>
                  </a:lnTo>
                  <a:lnTo>
                    <a:pt x="859155" y="760095"/>
                  </a:lnTo>
                  <a:lnTo>
                    <a:pt x="864870" y="760095"/>
                  </a:lnTo>
                  <a:lnTo>
                    <a:pt x="870585" y="760095"/>
                  </a:lnTo>
                  <a:lnTo>
                    <a:pt x="876300" y="760095"/>
                  </a:lnTo>
                  <a:lnTo>
                    <a:pt x="882968" y="760095"/>
                  </a:lnTo>
                  <a:lnTo>
                    <a:pt x="888682" y="760095"/>
                  </a:lnTo>
                  <a:lnTo>
                    <a:pt x="894397" y="761047"/>
                  </a:lnTo>
                  <a:lnTo>
                    <a:pt x="900112" y="761047"/>
                  </a:lnTo>
                  <a:lnTo>
                    <a:pt x="906780" y="761047"/>
                  </a:lnTo>
                  <a:lnTo>
                    <a:pt x="912495" y="761047"/>
                  </a:lnTo>
                  <a:lnTo>
                    <a:pt x="918210" y="761047"/>
                  </a:lnTo>
                  <a:lnTo>
                    <a:pt x="923925" y="762000"/>
                  </a:lnTo>
                  <a:lnTo>
                    <a:pt x="929640" y="762000"/>
                  </a:lnTo>
                  <a:lnTo>
                    <a:pt x="936308" y="762000"/>
                  </a:lnTo>
                  <a:lnTo>
                    <a:pt x="942022" y="762000"/>
                  </a:lnTo>
                  <a:lnTo>
                    <a:pt x="947737" y="762953"/>
                  </a:lnTo>
                  <a:lnTo>
                    <a:pt x="953453" y="762953"/>
                  </a:lnTo>
                  <a:lnTo>
                    <a:pt x="960120" y="763905"/>
                  </a:lnTo>
                  <a:lnTo>
                    <a:pt x="965835" y="763905"/>
                  </a:lnTo>
                  <a:lnTo>
                    <a:pt x="971550" y="764857"/>
                  </a:lnTo>
                  <a:lnTo>
                    <a:pt x="977265" y="764857"/>
                  </a:lnTo>
                  <a:lnTo>
                    <a:pt x="982980" y="764857"/>
                  </a:lnTo>
                  <a:lnTo>
                    <a:pt x="989647" y="765810"/>
                  </a:lnTo>
                  <a:lnTo>
                    <a:pt x="995362" y="765810"/>
                  </a:lnTo>
                  <a:lnTo>
                    <a:pt x="1001078" y="766762"/>
                  </a:lnTo>
                  <a:lnTo>
                    <a:pt x="1006792" y="766762"/>
                  </a:lnTo>
                  <a:lnTo>
                    <a:pt x="1013460" y="767715"/>
                  </a:lnTo>
                  <a:lnTo>
                    <a:pt x="1019175" y="767715"/>
                  </a:lnTo>
                  <a:lnTo>
                    <a:pt x="1024890" y="768668"/>
                  </a:lnTo>
                  <a:lnTo>
                    <a:pt x="1030605" y="768668"/>
                  </a:lnTo>
                  <a:lnTo>
                    <a:pt x="1036320" y="769620"/>
                  </a:lnTo>
                  <a:lnTo>
                    <a:pt x="1042987" y="770572"/>
                  </a:lnTo>
                  <a:lnTo>
                    <a:pt x="1048702" y="770572"/>
                  </a:lnTo>
                  <a:lnTo>
                    <a:pt x="1054418" y="771525"/>
                  </a:lnTo>
                  <a:lnTo>
                    <a:pt x="1060132" y="771525"/>
                  </a:lnTo>
                  <a:lnTo>
                    <a:pt x="1066800" y="772478"/>
                  </a:lnTo>
                  <a:lnTo>
                    <a:pt x="1072515" y="773430"/>
                  </a:lnTo>
                  <a:lnTo>
                    <a:pt x="1078230" y="773430"/>
                  </a:lnTo>
                  <a:lnTo>
                    <a:pt x="1083945" y="774382"/>
                  </a:lnTo>
                  <a:lnTo>
                    <a:pt x="1089660" y="775335"/>
                  </a:lnTo>
                  <a:lnTo>
                    <a:pt x="1096328" y="775335"/>
                  </a:lnTo>
                  <a:lnTo>
                    <a:pt x="1102042" y="776288"/>
                  </a:lnTo>
                  <a:lnTo>
                    <a:pt x="1107758" y="777240"/>
                  </a:lnTo>
                  <a:lnTo>
                    <a:pt x="1113472" y="777240"/>
                  </a:lnTo>
                  <a:lnTo>
                    <a:pt x="1120140" y="778193"/>
                  </a:lnTo>
                  <a:lnTo>
                    <a:pt x="1125855" y="779145"/>
                  </a:lnTo>
                  <a:lnTo>
                    <a:pt x="1131570" y="779145"/>
                  </a:lnTo>
                  <a:lnTo>
                    <a:pt x="1137285" y="780097"/>
                  </a:lnTo>
                  <a:lnTo>
                    <a:pt x="1143000" y="781050"/>
                  </a:lnTo>
                  <a:lnTo>
                    <a:pt x="1149668" y="782003"/>
                  </a:lnTo>
                  <a:lnTo>
                    <a:pt x="1155382" y="782003"/>
                  </a:lnTo>
                  <a:lnTo>
                    <a:pt x="1161098" y="782955"/>
                  </a:lnTo>
                  <a:lnTo>
                    <a:pt x="1166812" y="783907"/>
                  </a:lnTo>
                  <a:lnTo>
                    <a:pt x="1173480" y="783907"/>
                  </a:lnTo>
                  <a:lnTo>
                    <a:pt x="1179195" y="784860"/>
                  </a:lnTo>
                  <a:lnTo>
                    <a:pt x="1184910" y="785812"/>
                  </a:lnTo>
                  <a:lnTo>
                    <a:pt x="1190625" y="786765"/>
                  </a:lnTo>
                  <a:lnTo>
                    <a:pt x="1196340" y="786765"/>
                  </a:lnTo>
                  <a:lnTo>
                    <a:pt x="1203008" y="787718"/>
                  </a:lnTo>
                  <a:lnTo>
                    <a:pt x="1208722" y="787718"/>
                  </a:lnTo>
                  <a:lnTo>
                    <a:pt x="1214437" y="788670"/>
                  </a:lnTo>
                  <a:lnTo>
                    <a:pt x="1220153" y="789622"/>
                  </a:lnTo>
                  <a:lnTo>
                    <a:pt x="1226820" y="790575"/>
                  </a:lnTo>
                  <a:lnTo>
                    <a:pt x="1232535" y="790575"/>
                  </a:lnTo>
                  <a:lnTo>
                    <a:pt x="1238250" y="791528"/>
                  </a:lnTo>
                  <a:lnTo>
                    <a:pt x="1243965" y="792480"/>
                  </a:lnTo>
                  <a:lnTo>
                    <a:pt x="1249680" y="792480"/>
                  </a:lnTo>
                  <a:lnTo>
                    <a:pt x="1256347" y="792480"/>
                  </a:lnTo>
                  <a:lnTo>
                    <a:pt x="1262062" y="793432"/>
                  </a:lnTo>
                  <a:lnTo>
                    <a:pt x="1267778" y="794385"/>
                  </a:lnTo>
                  <a:lnTo>
                    <a:pt x="1273492" y="794385"/>
                  </a:lnTo>
                  <a:lnTo>
                    <a:pt x="1280160" y="794385"/>
                  </a:lnTo>
                  <a:lnTo>
                    <a:pt x="1285875" y="795338"/>
                  </a:lnTo>
                  <a:lnTo>
                    <a:pt x="1291590" y="795338"/>
                  </a:lnTo>
                  <a:lnTo>
                    <a:pt x="1297305" y="796290"/>
                  </a:lnTo>
                  <a:lnTo>
                    <a:pt x="1303020" y="796290"/>
                  </a:lnTo>
                  <a:lnTo>
                    <a:pt x="1309688" y="796290"/>
                  </a:lnTo>
                  <a:lnTo>
                    <a:pt x="1315403" y="796290"/>
                  </a:lnTo>
                  <a:lnTo>
                    <a:pt x="1321118" y="797243"/>
                  </a:lnTo>
                  <a:lnTo>
                    <a:pt x="1326832" y="797243"/>
                  </a:lnTo>
                  <a:lnTo>
                    <a:pt x="1333500" y="797243"/>
                  </a:lnTo>
                  <a:lnTo>
                    <a:pt x="1339215" y="797243"/>
                  </a:lnTo>
                  <a:lnTo>
                    <a:pt x="1344930" y="797243"/>
                  </a:lnTo>
                  <a:lnTo>
                    <a:pt x="1350645" y="797243"/>
                  </a:lnTo>
                  <a:lnTo>
                    <a:pt x="1356360" y="797243"/>
                  </a:lnTo>
                  <a:lnTo>
                    <a:pt x="1363028" y="797243"/>
                  </a:lnTo>
                  <a:lnTo>
                    <a:pt x="1368742" y="797243"/>
                  </a:lnTo>
                  <a:lnTo>
                    <a:pt x="1374458" y="797243"/>
                  </a:lnTo>
                  <a:lnTo>
                    <a:pt x="1380173" y="797243"/>
                  </a:lnTo>
                  <a:lnTo>
                    <a:pt x="1386840" y="797243"/>
                  </a:lnTo>
                  <a:lnTo>
                    <a:pt x="1392555" y="796290"/>
                  </a:lnTo>
                  <a:lnTo>
                    <a:pt x="1398270" y="796290"/>
                  </a:lnTo>
                  <a:lnTo>
                    <a:pt x="1403985" y="796290"/>
                  </a:lnTo>
                  <a:lnTo>
                    <a:pt x="1409700" y="796290"/>
                  </a:lnTo>
                  <a:lnTo>
                    <a:pt x="1416368" y="795338"/>
                  </a:lnTo>
                  <a:lnTo>
                    <a:pt x="1422082" y="795338"/>
                  </a:lnTo>
                  <a:lnTo>
                    <a:pt x="1427798" y="794385"/>
                  </a:lnTo>
                  <a:lnTo>
                    <a:pt x="1433512" y="794385"/>
                  </a:lnTo>
                  <a:lnTo>
                    <a:pt x="1440180" y="793432"/>
                  </a:lnTo>
                  <a:lnTo>
                    <a:pt x="1445895" y="792480"/>
                  </a:lnTo>
                  <a:lnTo>
                    <a:pt x="1451610" y="791528"/>
                  </a:lnTo>
                  <a:lnTo>
                    <a:pt x="1457325" y="790575"/>
                  </a:lnTo>
                  <a:lnTo>
                    <a:pt x="1463040" y="790575"/>
                  </a:lnTo>
                  <a:lnTo>
                    <a:pt x="1469708" y="789622"/>
                  </a:lnTo>
                  <a:lnTo>
                    <a:pt x="1475423" y="787718"/>
                  </a:lnTo>
                  <a:lnTo>
                    <a:pt x="1481138" y="786765"/>
                  </a:lnTo>
                  <a:lnTo>
                    <a:pt x="1486853" y="785812"/>
                  </a:lnTo>
                  <a:lnTo>
                    <a:pt x="1493520" y="784860"/>
                  </a:lnTo>
                  <a:lnTo>
                    <a:pt x="1499235" y="783907"/>
                  </a:lnTo>
                  <a:lnTo>
                    <a:pt x="1504950" y="782003"/>
                  </a:lnTo>
                  <a:lnTo>
                    <a:pt x="1510665" y="781050"/>
                  </a:lnTo>
                  <a:lnTo>
                    <a:pt x="1516380" y="779145"/>
                  </a:lnTo>
                  <a:lnTo>
                    <a:pt x="1523048" y="778193"/>
                  </a:lnTo>
                  <a:lnTo>
                    <a:pt x="1528762" y="776288"/>
                  </a:lnTo>
                  <a:lnTo>
                    <a:pt x="1534478" y="774382"/>
                  </a:lnTo>
                  <a:lnTo>
                    <a:pt x="1540192" y="773430"/>
                  </a:lnTo>
                  <a:lnTo>
                    <a:pt x="1546860" y="770572"/>
                  </a:lnTo>
                  <a:lnTo>
                    <a:pt x="1552575" y="769620"/>
                  </a:lnTo>
                  <a:lnTo>
                    <a:pt x="1558290" y="767715"/>
                  </a:lnTo>
                  <a:lnTo>
                    <a:pt x="1564005" y="764857"/>
                  </a:lnTo>
                  <a:lnTo>
                    <a:pt x="1569720" y="762953"/>
                  </a:lnTo>
                  <a:lnTo>
                    <a:pt x="1576388" y="761047"/>
                  </a:lnTo>
                  <a:lnTo>
                    <a:pt x="1582103" y="759143"/>
                  </a:lnTo>
                  <a:lnTo>
                    <a:pt x="1587818" y="756285"/>
                  </a:lnTo>
                  <a:lnTo>
                    <a:pt x="1593532" y="754380"/>
                  </a:lnTo>
                  <a:lnTo>
                    <a:pt x="1600200" y="751522"/>
                  </a:lnTo>
                  <a:lnTo>
                    <a:pt x="1605915" y="749618"/>
                  </a:lnTo>
                  <a:lnTo>
                    <a:pt x="1611630" y="746760"/>
                  </a:lnTo>
                  <a:lnTo>
                    <a:pt x="1617345" y="743903"/>
                  </a:lnTo>
                  <a:lnTo>
                    <a:pt x="1623060" y="741045"/>
                  </a:lnTo>
                  <a:lnTo>
                    <a:pt x="1629728" y="738188"/>
                  </a:lnTo>
                  <a:lnTo>
                    <a:pt x="1635442" y="735330"/>
                  </a:lnTo>
                  <a:lnTo>
                    <a:pt x="1641158" y="732472"/>
                  </a:lnTo>
                  <a:lnTo>
                    <a:pt x="1646873" y="728662"/>
                  </a:lnTo>
                  <a:lnTo>
                    <a:pt x="1653540" y="725805"/>
                  </a:lnTo>
                  <a:lnTo>
                    <a:pt x="1659255" y="722947"/>
                  </a:lnTo>
                  <a:lnTo>
                    <a:pt x="1664970" y="719138"/>
                  </a:lnTo>
                  <a:lnTo>
                    <a:pt x="1670685" y="716280"/>
                  </a:lnTo>
                  <a:lnTo>
                    <a:pt x="1676400" y="712470"/>
                  </a:lnTo>
                  <a:lnTo>
                    <a:pt x="1683068" y="708660"/>
                  </a:lnTo>
                  <a:lnTo>
                    <a:pt x="1688782" y="704850"/>
                  </a:lnTo>
                  <a:lnTo>
                    <a:pt x="1694498" y="701993"/>
                  </a:lnTo>
                  <a:lnTo>
                    <a:pt x="1700212" y="697230"/>
                  </a:lnTo>
                  <a:lnTo>
                    <a:pt x="1706880" y="693420"/>
                  </a:lnTo>
                  <a:lnTo>
                    <a:pt x="1712595" y="689610"/>
                  </a:lnTo>
                  <a:lnTo>
                    <a:pt x="1718310" y="685800"/>
                  </a:lnTo>
                  <a:lnTo>
                    <a:pt x="1724025" y="681990"/>
                  </a:lnTo>
                  <a:lnTo>
                    <a:pt x="1729740" y="677228"/>
                  </a:lnTo>
                  <a:lnTo>
                    <a:pt x="1736408" y="673418"/>
                  </a:lnTo>
                  <a:lnTo>
                    <a:pt x="1742123" y="668655"/>
                  </a:lnTo>
                  <a:lnTo>
                    <a:pt x="1747838" y="664845"/>
                  </a:lnTo>
                  <a:lnTo>
                    <a:pt x="1753553" y="660082"/>
                  </a:lnTo>
                  <a:lnTo>
                    <a:pt x="1759268" y="655320"/>
                  </a:lnTo>
                  <a:lnTo>
                    <a:pt x="1765935" y="650557"/>
                  </a:lnTo>
                  <a:lnTo>
                    <a:pt x="1771650" y="645795"/>
                  </a:lnTo>
                  <a:lnTo>
                    <a:pt x="1777365" y="641032"/>
                  </a:lnTo>
                  <a:lnTo>
                    <a:pt x="1783080" y="636270"/>
                  </a:lnTo>
                  <a:lnTo>
                    <a:pt x="1789748" y="631507"/>
                  </a:lnTo>
                  <a:lnTo>
                    <a:pt x="1795462" y="626745"/>
                  </a:lnTo>
                  <a:lnTo>
                    <a:pt x="1801178" y="621030"/>
                  </a:lnTo>
                  <a:lnTo>
                    <a:pt x="1806892" y="616268"/>
                  </a:lnTo>
                  <a:lnTo>
                    <a:pt x="1812608" y="610553"/>
                  </a:lnTo>
                  <a:lnTo>
                    <a:pt x="1819275" y="605790"/>
                  </a:lnTo>
                  <a:lnTo>
                    <a:pt x="1824990" y="600075"/>
                  </a:lnTo>
                  <a:lnTo>
                    <a:pt x="1830705" y="594360"/>
                  </a:lnTo>
                  <a:lnTo>
                    <a:pt x="1836420" y="589597"/>
                  </a:lnTo>
                  <a:lnTo>
                    <a:pt x="1843088" y="583882"/>
                  </a:lnTo>
                  <a:lnTo>
                    <a:pt x="1848803" y="578168"/>
                  </a:lnTo>
                  <a:lnTo>
                    <a:pt x="1854518" y="572453"/>
                  </a:lnTo>
                  <a:lnTo>
                    <a:pt x="1860232" y="566738"/>
                  </a:lnTo>
                  <a:lnTo>
                    <a:pt x="1865948" y="561022"/>
                  </a:lnTo>
                  <a:lnTo>
                    <a:pt x="1872615" y="555307"/>
                  </a:lnTo>
                  <a:lnTo>
                    <a:pt x="1878330" y="548640"/>
                  </a:lnTo>
                  <a:lnTo>
                    <a:pt x="1884045" y="542925"/>
                  </a:lnTo>
                  <a:lnTo>
                    <a:pt x="1889760" y="537210"/>
                  </a:lnTo>
                  <a:lnTo>
                    <a:pt x="1896428" y="531495"/>
                  </a:lnTo>
                  <a:lnTo>
                    <a:pt x="1902142" y="524828"/>
                  </a:lnTo>
                  <a:lnTo>
                    <a:pt x="1907858" y="519112"/>
                  </a:lnTo>
                  <a:lnTo>
                    <a:pt x="1913573" y="512445"/>
                  </a:lnTo>
                  <a:lnTo>
                    <a:pt x="1919288" y="506730"/>
                  </a:lnTo>
                  <a:lnTo>
                    <a:pt x="1925955" y="500062"/>
                  </a:lnTo>
                  <a:lnTo>
                    <a:pt x="1931670" y="493395"/>
                  </a:lnTo>
                  <a:lnTo>
                    <a:pt x="1937385" y="487680"/>
                  </a:lnTo>
                  <a:lnTo>
                    <a:pt x="1943100" y="481012"/>
                  </a:lnTo>
                  <a:lnTo>
                    <a:pt x="1949768" y="474345"/>
                  </a:lnTo>
                  <a:lnTo>
                    <a:pt x="1955482" y="467678"/>
                  </a:lnTo>
                  <a:lnTo>
                    <a:pt x="1961198" y="461962"/>
                  </a:lnTo>
                  <a:lnTo>
                    <a:pt x="1966912" y="455295"/>
                  </a:lnTo>
                  <a:lnTo>
                    <a:pt x="1972628" y="448628"/>
                  </a:lnTo>
                  <a:lnTo>
                    <a:pt x="1979295" y="441960"/>
                  </a:lnTo>
                  <a:lnTo>
                    <a:pt x="1985010" y="435292"/>
                  </a:lnTo>
                  <a:lnTo>
                    <a:pt x="1990725" y="428625"/>
                  </a:lnTo>
                  <a:lnTo>
                    <a:pt x="1996440" y="421958"/>
                  </a:lnTo>
                  <a:lnTo>
                    <a:pt x="2003108" y="415290"/>
                  </a:lnTo>
                  <a:lnTo>
                    <a:pt x="2008823" y="408622"/>
                  </a:lnTo>
                  <a:lnTo>
                    <a:pt x="2014538" y="401955"/>
                  </a:lnTo>
                  <a:lnTo>
                    <a:pt x="2020253" y="395288"/>
                  </a:lnTo>
                  <a:lnTo>
                    <a:pt x="2025968" y="388620"/>
                  </a:lnTo>
                  <a:lnTo>
                    <a:pt x="2032635" y="381000"/>
                  </a:lnTo>
                  <a:lnTo>
                    <a:pt x="2038350" y="374333"/>
                  </a:lnTo>
                  <a:lnTo>
                    <a:pt x="2044065" y="367665"/>
                  </a:lnTo>
                  <a:lnTo>
                    <a:pt x="2049780" y="360997"/>
                  </a:lnTo>
                  <a:lnTo>
                    <a:pt x="2056448" y="354330"/>
                  </a:lnTo>
                  <a:lnTo>
                    <a:pt x="2062162" y="347662"/>
                  </a:lnTo>
                  <a:lnTo>
                    <a:pt x="2067878" y="340995"/>
                  </a:lnTo>
                  <a:lnTo>
                    <a:pt x="2073592" y="334328"/>
                  </a:lnTo>
                  <a:lnTo>
                    <a:pt x="2079308" y="327660"/>
                  </a:lnTo>
                  <a:lnTo>
                    <a:pt x="2085975" y="320992"/>
                  </a:lnTo>
                  <a:lnTo>
                    <a:pt x="2091690" y="314325"/>
                  </a:lnTo>
                  <a:lnTo>
                    <a:pt x="2097405" y="307658"/>
                  </a:lnTo>
                  <a:lnTo>
                    <a:pt x="2103120" y="300990"/>
                  </a:lnTo>
                  <a:lnTo>
                    <a:pt x="2109788" y="294322"/>
                  </a:lnTo>
                  <a:lnTo>
                    <a:pt x="2115502" y="287655"/>
                  </a:lnTo>
                  <a:lnTo>
                    <a:pt x="2121218" y="280988"/>
                  </a:lnTo>
                  <a:lnTo>
                    <a:pt x="2126932" y="274320"/>
                  </a:lnTo>
                  <a:lnTo>
                    <a:pt x="2132648" y="267653"/>
                  </a:lnTo>
                  <a:lnTo>
                    <a:pt x="2139315" y="260985"/>
                  </a:lnTo>
                  <a:lnTo>
                    <a:pt x="2145030" y="254317"/>
                  </a:lnTo>
                  <a:lnTo>
                    <a:pt x="2150745" y="247650"/>
                  </a:lnTo>
                  <a:lnTo>
                    <a:pt x="2156460" y="241935"/>
                  </a:lnTo>
                  <a:lnTo>
                    <a:pt x="2163128" y="235267"/>
                  </a:lnTo>
                  <a:lnTo>
                    <a:pt x="2168842" y="228600"/>
                  </a:lnTo>
                  <a:lnTo>
                    <a:pt x="2174558" y="222885"/>
                  </a:lnTo>
                  <a:lnTo>
                    <a:pt x="2180273" y="216217"/>
                  </a:lnTo>
                  <a:lnTo>
                    <a:pt x="2185988" y="210503"/>
                  </a:lnTo>
                  <a:lnTo>
                    <a:pt x="2192655" y="203835"/>
                  </a:lnTo>
                  <a:lnTo>
                    <a:pt x="2198370" y="198120"/>
                  </a:lnTo>
                  <a:lnTo>
                    <a:pt x="2204085" y="191453"/>
                  </a:lnTo>
                  <a:lnTo>
                    <a:pt x="2209800" y="185738"/>
                  </a:lnTo>
                  <a:lnTo>
                    <a:pt x="2216468" y="180022"/>
                  </a:lnTo>
                  <a:lnTo>
                    <a:pt x="2222182" y="174308"/>
                  </a:lnTo>
                  <a:lnTo>
                    <a:pt x="2227898" y="168592"/>
                  </a:lnTo>
                  <a:lnTo>
                    <a:pt x="2233612" y="162878"/>
                  </a:lnTo>
                  <a:lnTo>
                    <a:pt x="2239328" y="157162"/>
                  </a:lnTo>
                  <a:lnTo>
                    <a:pt x="2245995" y="151447"/>
                  </a:lnTo>
                  <a:lnTo>
                    <a:pt x="2251710" y="145733"/>
                  </a:lnTo>
                  <a:lnTo>
                    <a:pt x="2257425" y="140017"/>
                  </a:lnTo>
                  <a:lnTo>
                    <a:pt x="2263140" y="135255"/>
                  </a:lnTo>
                  <a:lnTo>
                    <a:pt x="2269808" y="129540"/>
                  </a:lnTo>
                  <a:lnTo>
                    <a:pt x="2275523" y="124778"/>
                  </a:lnTo>
                  <a:lnTo>
                    <a:pt x="2281238" y="119062"/>
                  </a:lnTo>
                  <a:lnTo>
                    <a:pt x="2286952" y="114300"/>
                  </a:lnTo>
                  <a:lnTo>
                    <a:pt x="2292668" y="109538"/>
                  </a:lnTo>
                  <a:lnTo>
                    <a:pt x="2299335" y="104775"/>
                  </a:lnTo>
                  <a:lnTo>
                    <a:pt x="2305050" y="100012"/>
                  </a:lnTo>
                  <a:lnTo>
                    <a:pt x="2310765" y="95250"/>
                  </a:lnTo>
                  <a:lnTo>
                    <a:pt x="2316480" y="90488"/>
                  </a:lnTo>
                  <a:lnTo>
                    <a:pt x="2323148" y="85725"/>
                  </a:lnTo>
                  <a:lnTo>
                    <a:pt x="2328862" y="81915"/>
                  </a:lnTo>
                  <a:lnTo>
                    <a:pt x="2334578" y="77153"/>
                  </a:lnTo>
                  <a:lnTo>
                    <a:pt x="2340292" y="73342"/>
                  </a:lnTo>
                  <a:lnTo>
                    <a:pt x="2346008" y="69533"/>
                  </a:lnTo>
                  <a:lnTo>
                    <a:pt x="2352675" y="64770"/>
                  </a:lnTo>
                  <a:lnTo>
                    <a:pt x="2358390" y="61912"/>
                  </a:lnTo>
                  <a:lnTo>
                    <a:pt x="2364105" y="57150"/>
                  </a:lnTo>
                  <a:lnTo>
                    <a:pt x="2369820" y="54292"/>
                  </a:lnTo>
                  <a:lnTo>
                    <a:pt x="2376488" y="50483"/>
                  </a:lnTo>
                  <a:lnTo>
                    <a:pt x="2382202" y="46672"/>
                  </a:lnTo>
                  <a:lnTo>
                    <a:pt x="2387918" y="43815"/>
                  </a:lnTo>
                  <a:lnTo>
                    <a:pt x="2393632" y="40005"/>
                  </a:lnTo>
                  <a:lnTo>
                    <a:pt x="2399348" y="37147"/>
                  </a:lnTo>
                  <a:lnTo>
                    <a:pt x="2406015" y="34290"/>
                  </a:lnTo>
                  <a:lnTo>
                    <a:pt x="2411730" y="31433"/>
                  </a:lnTo>
                  <a:lnTo>
                    <a:pt x="2417445" y="28575"/>
                  </a:lnTo>
                  <a:lnTo>
                    <a:pt x="2423160" y="25717"/>
                  </a:lnTo>
                  <a:lnTo>
                    <a:pt x="2429828" y="23812"/>
                  </a:lnTo>
                  <a:lnTo>
                    <a:pt x="2435542" y="20955"/>
                  </a:lnTo>
                  <a:lnTo>
                    <a:pt x="2441258" y="19050"/>
                  </a:lnTo>
                  <a:lnTo>
                    <a:pt x="2446973" y="17145"/>
                  </a:lnTo>
                  <a:lnTo>
                    <a:pt x="2452688" y="15240"/>
                  </a:lnTo>
                  <a:lnTo>
                    <a:pt x="2459355" y="13335"/>
                  </a:lnTo>
                  <a:lnTo>
                    <a:pt x="2465070" y="11430"/>
                  </a:lnTo>
                  <a:lnTo>
                    <a:pt x="2470785" y="9525"/>
                  </a:lnTo>
                  <a:lnTo>
                    <a:pt x="2476500" y="7620"/>
                  </a:lnTo>
                  <a:lnTo>
                    <a:pt x="2483168" y="6667"/>
                  </a:lnTo>
                  <a:lnTo>
                    <a:pt x="2488882" y="5715"/>
                  </a:lnTo>
                  <a:lnTo>
                    <a:pt x="2494598" y="4762"/>
                  </a:lnTo>
                  <a:lnTo>
                    <a:pt x="2500312" y="3810"/>
                  </a:lnTo>
                  <a:lnTo>
                    <a:pt x="2506028" y="2858"/>
                  </a:lnTo>
                  <a:lnTo>
                    <a:pt x="2512695" y="1905"/>
                  </a:lnTo>
                  <a:lnTo>
                    <a:pt x="2518410" y="1905"/>
                  </a:lnTo>
                  <a:lnTo>
                    <a:pt x="2524125" y="953"/>
                  </a:lnTo>
                  <a:lnTo>
                    <a:pt x="2529840" y="953"/>
                  </a:lnTo>
                  <a:lnTo>
                    <a:pt x="2536508" y="0"/>
                  </a:lnTo>
                  <a:lnTo>
                    <a:pt x="2542223" y="0"/>
                  </a:lnTo>
                  <a:lnTo>
                    <a:pt x="2547938" y="0"/>
                  </a:lnTo>
                  <a:lnTo>
                    <a:pt x="2553652" y="953"/>
                  </a:lnTo>
                  <a:lnTo>
                    <a:pt x="2559368" y="953"/>
                  </a:lnTo>
                  <a:lnTo>
                    <a:pt x="2566035" y="1905"/>
                  </a:lnTo>
                  <a:lnTo>
                    <a:pt x="2571750" y="1905"/>
                  </a:lnTo>
                  <a:lnTo>
                    <a:pt x="2577465" y="2858"/>
                  </a:lnTo>
                  <a:lnTo>
                    <a:pt x="2583180" y="3810"/>
                  </a:lnTo>
                  <a:lnTo>
                    <a:pt x="2589848" y="4762"/>
                  </a:lnTo>
                  <a:lnTo>
                    <a:pt x="2595562" y="5715"/>
                  </a:lnTo>
                  <a:lnTo>
                    <a:pt x="2601278" y="6667"/>
                  </a:lnTo>
                  <a:lnTo>
                    <a:pt x="2606992" y="7620"/>
                  </a:lnTo>
                  <a:lnTo>
                    <a:pt x="2612708" y="9525"/>
                  </a:lnTo>
                  <a:lnTo>
                    <a:pt x="2619375" y="11430"/>
                  </a:lnTo>
                  <a:lnTo>
                    <a:pt x="2625090" y="13335"/>
                  </a:lnTo>
                  <a:lnTo>
                    <a:pt x="2630805" y="15240"/>
                  </a:lnTo>
                  <a:lnTo>
                    <a:pt x="2636520" y="17145"/>
                  </a:lnTo>
                  <a:lnTo>
                    <a:pt x="2643188" y="19050"/>
                  </a:lnTo>
                  <a:lnTo>
                    <a:pt x="2648902" y="20955"/>
                  </a:lnTo>
                  <a:lnTo>
                    <a:pt x="2654618" y="23812"/>
                  </a:lnTo>
                  <a:lnTo>
                    <a:pt x="2660332" y="25717"/>
                  </a:lnTo>
                  <a:lnTo>
                    <a:pt x="2666048" y="28575"/>
                  </a:lnTo>
                  <a:lnTo>
                    <a:pt x="2672715" y="31433"/>
                  </a:lnTo>
                  <a:lnTo>
                    <a:pt x="2678430" y="34290"/>
                  </a:lnTo>
                  <a:lnTo>
                    <a:pt x="2684145" y="37147"/>
                  </a:lnTo>
                  <a:lnTo>
                    <a:pt x="2689860" y="40005"/>
                  </a:lnTo>
                  <a:lnTo>
                    <a:pt x="2695575" y="43815"/>
                  </a:lnTo>
                  <a:lnTo>
                    <a:pt x="2702242" y="46672"/>
                  </a:lnTo>
                  <a:lnTo>
                    <a:pt x="2707958" y="50483"/>
                  </a:lnTo>
                  <a:lnTo>
                    <a:pt x="2713673" y="54292"/>
                  </a:lnTo>
                  <a:lnTo>
                    <a:pt x="2719388" y="57150"/>
                  </a:lnTo>
                  <a:lnTo>
                    <a:pt x="2726055" y="61912"/>
                  </a:lnTo>
                  <a:lnTo>
                    <a:pt x="2731770" y="64770"/>
                  </a:lnTo>
                  <a:lnTo>
                    <a:pt x="2737485" y="69533"/>
                  </a:lnTo>
                  <a:lnTo>
                    <a:pt x="2743200" y="73342"/>
                  </a:lnTo>
                  <a:lnTo>
                    <a:pt x="2748915" y="77153"/>
                  </a:lnTo>
                  <a:lnTo>
                    <a:pt x="2755582" y="81915"/>
                  </a:lnTo>
                  <a:lnTo>
                    <a:pt x="2761298" y="85725"/>
                  </a:lnTo>
                  <a:lnTo>
                    <a:pt x="2767012" y="90488"/>
                  </a:lnTo>
                  <a:lnTo>
                    <a:pt x="2772728" y="95250"/>
                  </a:lnTo>
                  <a:lnTo>
                    <a:pt x="2779395" y="100012"/>
                  </a:lnTo>
                  <a:lnTo>
                    <a:pt x="2785110" y="104775"/>
                  </a:lnTo>
                  <a:lnTo>
                    <a:pt x="2790825" y="109538"/>
                  </a:lnTo>
                  <a:lnTo>
                    <a:pt x="2796540" y="114300"/>
                  </a:lnTo>
                  <a:lnTo>
                    <a:pt x="2802255" y="119062"/>
                  </a:lnTo>
                  <a:lnTo>
                    <a:pt x="2808923" y="124778"/>
                  </a:lnTo>
                  <a:lnTo>
                    <a:pt x="2814638" y="129540"/>
                  </a:lnTo>
                  <a:lnTo>
                    <a:pt x="2820352" y="135255"/>
                  </a:lnTo>
                  <a:lnTo>
                    <a:pt x="2826068" y="140017"/>
                  </a:lnTo>
                  <a:lnTo>
                    <a:pt x="2832735" y="145733"/>
                  </a:lnTo>
                  <a:lnTo>
                    <a:pt x="2838450" y="151447"/>
                  </a:lnTo>
                  <a:lnTo>
                    <a:pt x="2844165" y="157162"/>
                  </a:lnTo>
                  <a:lnTo>
                    <a:pt x="2849880" y="162878"/>
                  </a:lnTo>
                  <a:lnTo>
                    <a:pt x="2855595" y="168592"/>
                  </a:lnTo>
                  <a:lnTo>
                    <a:pt x="2862262" y="174308"/>
                  </a:lnTo>
                  <a:lnTo>
                    <a:pt x="2867978" y="180022"/>
                  </a:lnTo>
                  <a:lnTo>
                    <a:pt x="2873692" y="185738"/>
                  </a:lnTo>
                  <a:lnTo>
                    <a:pt x="2879408" y="191453"/>
                  </a:lnTo>
                  <a:lnTo>
                    <a:pt x="2886075" y="198120"/>
                  </a:lnTo>
                  <a:lnTo>
                    <a:pt x="2891790" y="203835"/>
                  </a:lnTo>
                  <a:lnTo>
                    <a:pt x="2897505" y="210503"/>
                  </a:lnTo>
                  <a:lnTo>
                    <a:pt x="2903220" y="216217"/>
                  </a:lnTo>
                  <a:lnTo>
                    <a:pt x="2908935" y="222885"/>
                  </a:lnTo>
                  <a:lnTo>
                    <a:pt x="2915602" y="228600"/>
                  </a:lnTo>
                  <a:lnTo>
                    <a:pt x="2921318" y="235267"/>
                  </a:lnTo>
                  <a:lnTo>
                    <a:pt x="2927032" y="241935"/>
                  </a:lnTo>
                  <a:lnTo>
                    <a:pt x="2932748" y="247650"/>
                  </a:lnTo>
                  <a:lnTo>
                    <a:pt x="2939415" y="254317"/>
                  </a:lnTo>
                  <a:lnTo>
                    <a:pt x="2945130" y="260985"/>
                  </a:lnTo>
                  <a:lnTo>
                    <a:pt x="2950845" y="267653"/>
                  </a:lnTo>
                  <a:lnTo>
                    <a:pt x="2956560" y="274320"/>
                  </a:lnTo>
                  <a:lnTo>
                    <a:pt x="2962275" y="280988"/>
                  </a:lnTo>
                  <a:lnTo>
                    <a:pt x="2968942" y="287655"/>
                  </a:lnTo>
                  <a:lnTo>
                    <a:pt x="2974658" y="294322"/>
                  </a:lnTo>
                  <a:lnTo>
                    <a:pt x="2980373" y="300990"/>
                  </a:lnTo>
                  <a:lnTo>
                    <a:pt x="2986088" y="307658"/>
                  </a:lnTo>
                  <a:lnTo>
                    <a:pt x="2992755" y="314325"/>
                  </a:lnTo>
                  <a:lnTo>
                    <a:pt x="2998470" y="320992"/>
                  </a:lnTo>
                  <a:lnTo>
                    <a:pt x="3005138" y="327660"/>
                  </a:lnTo>
                  <a:lnTo>
                    <a:pt x="3009900" y="334328"/>
                  </a:lnTo>
                  <a:lnTo>
                    <a:pt x="3015615" y="340995"/>
                  </a:lnTo>
                  <a:lnTo>
                    <a:pt x="3022282" y="347662"/>
                  </a:lnTo>
                  <a:lnTo>
                    <a:pt x="3027998" y="354330"/>
                  </a:lnTo>
                  <a:lnTo>
                    <a:pt x="3033712" y="360997"/>
                  </a:lnTo>
                  <a:lnTo>
                    <a:pt x="3039428" y="367665"/>
                  </a:lnTo>
                  <a:lnTo>
                    <a:pt x="3046095" y="374333"/>
                  </a:lnTo>
                  <a:lnTo>
                    <a:pt x="3051810" y="381000"/>
                  </a:lnTo>
                  <a:lnTo>
                    <a:pt x="3058478" y="388620"/>
                  </a:lnTo>
                  <a:lnTo>
                    <a:pt x="3063240" y="395288"/>
                  </a:lnTo>
                  <a:lnTo>
                    <a:pt x="3068955" y="401955"/>
                  </a:lnTo>
                  <a:lnTo>
                    <a:pt x="3075623" y="408622"/>
                  </a:lnTo>
                  <a:lnTo>
                    <a:pt x="3081338" y="415290"/>
                  </a:lnTo>
                  <a:lnTo>
                    <a:pt x="3087052" y="421958"/>
                  </a:lnTo>
                  <a:lnTo>
                    <a:pt x="3092768" y="428625"/>
                  </a:lnTo>
                  <a:lnTo>
                    <a:pt x="3099435" y="435292"/>
                  </a:lnTo>
                  <a:lnTo>
                    <a:pt x="3105150" y="441960"/>
                  </a:lnTo>
                  <a:lnTo>
                    <a:pt x="3111818" y="448628"/>
                  </a:lnTo>
                  <a:lnTo>
                    <a:pt x="3116580" y="455295"/>
                  </a:lnTo>
                  <a:lnTo>
                    <a:pt x="3122295" y="461962"/>
                  </a:lnTo>
                  <a:lnTo>
                    <a:pt x="3128962" y="467678"/>
                  </a:lnTo>
                  <a:lnTo>
                    <a:pt x="3134678" y="474345"/>
                  </a:lnTo>
                  <a:lnTo>
                    <a:pt x="3140392" y="481012"/>
                  </a:lnTo>
                  <a:lnTo>
                    <a:pt x="3146108" y="487680"/>
                  </a:lnTo>
                  <a:lnTo>
                    <a:pt x="3152775" y="493395"/>
                  </a:lnTo>
                  <a:lnTo>
                    <a:pt x="3158490" y="500062"/>
                  </a:lnTo>
                  <a:lnTo>
                    <a:pt x="3165158" y="506730"/>
                  </a:lnTo>
                  <a:lnTo>
                    <a:pt x="3169920" y="512445"/>
                  </a:lnTo>
                  <a:lnTo>
                    <a:pt x="3175635" y="519112"/>
                  </a:lnTo>
                  <a:lnTo>
                    <a:pt x="3182302" y="524828"/>
                  </a:lnTo>
                  <a:lnTo>
                    <a:pt x="3188018" y="531495"/>
                  </a:lnTo>
                  <a:lnTo>
                    <a:pt x="3193732" y="537210"/>
                  </a:lnTo>
                  <a:lnTo>
                    <a:pt x="3199448" y="542925"/>
                  </a:lnTo>
                  <a:lnTo>
                    <a:pt x="3206115" y="548640"/>
                  </a:lnTo>
                  <a:lnTo>
                    <a:pt x="3211830" y="555307"/>
                  </a:lnTo>
                  <a:lnTo>
                    <a:pt x="3217545" y="561022"/>
                  </a:lnTo>
                  <a:lnTo>
                    <a:pt x="3223260" y="566738"/>
                  </a:lnTo>
                  <a:lnTo>
                    <a:pt x="3228975" y="572453"/>
                  </a:lnTo>
                  <a:lnTo>
                    <a:pt x="3235642" y="578168"/>
                  </a:lnTo>
                  <a:lnTo>
                    <a:pt x="3241358" y="583882"/>
                  </a:lnTo>
                  <a:lnTo>
                    <a:pt x="3247073" y="589597"/>
                  </a:lnTo>
                  <a:lnTo>
                    <a:pt x="3252788" y="594360"/>
                  </a:lnTo>
                  <a:lnTo>
                    <a:pt x="3259455" y="600075"/>
                  </a:lnTo>
                  <a:lnTo>
                    <a:pt x="3265170" y="605790"/>
                  </a:lnTo>
                  <a:lnTo>
                    <a:pt x="3270885" y="610553"/>
                  </a:lnTo>
                  <a:lnTo>
                    <a:pt x="3276600" y="616268"/>
                  </a:lnTo>
                  <a:lnTo>
                    <a:pt x="3282315" y="621030"/>
                  </a:lnTo>
                  <a:lnTo>
                    <a:pt x="3288982" y="626745"/>
                  </a:lnTo>
                  <a:lnTo>
                    <a:pt x="3294698" y="631507"/>
                  </a:lnTo>
                  <a:lnTo>
                    <a:pt x="3300412" y="636270"/>
                  </a:lnTo>
                  <a:lnTo>
                    <a:pt x="3306128" y="641032"/>
                  </a:lnTo>
                  <a:lnTo>
                    <a:pt x="3312795" y="645795"/>
                  </a:lnTo>
                  <a:lnTo>
                    <a:pt x="3318510" y="650557"/>
                  </a:lnTo>
                  <a:lnTo>
                    <a:pt x="3324225" y="655320"/>
                  </a:lnTo>
                  <a:lnTo>
                    <a:pt x="3329940" y="660082"/>
                  </a:lnTo>
                  <a:lnTo>
                    <a:pt x="3335655" y="664845"/>
                  </a:lnTo>
                  <a:lnTo>
                    <a:pt x="3342323" y="668655"/>
                  </a:lnTo>
                  <a:lnTo>
                    <a:pt x="3348038" y="673418"/>
                  </a:lnTo>
                  <a:lnTo>
                    <a:pt x="3354705" y="677228"/>
                  </a:lnTo>
                  <a:lnTo>
                    <a:pt x="3359468" y="681990"/>
                  </a:lnTo>
                  <a:lnTo>
                    <a:pt x="3366135" y="685800"/>
                  </a:lnTo>
                  <a:lnTo>
                    <a:pt x="3371850" y="689610"/>
                  </a:lnTo>
                  <a:lnTo>
                    <a:pt x="3377565" y="693420"/>
                  </a:lnTo>
                  <a:lnTo>
                    <a:pt x="3383280" y="697230"/>
                  </a:lnTo>
                  <a:lnTo>
                    <a:pt x="3388995" y="701993"/>
                  </a:lnTo>
                  <a:lnTo>
                    <a:pt x="3395662" y="704850"/>
                  </a:lnTo>
                  <a:lnTo>
                    <a:pt x="3401378" y="708660"/>
                  </a:lnTo>
                  <a:lnTo>
                    <a:pt x="3408045" y="712470"/>
                  </a:lnTo>
                  <a:lnTo>
                    <a:pt x="3412808" y="716280"/>
                  </a:lnTo>
                  <a:lnTo>
                    <a:pt x="3419475" y="719138"/>
                  </a:lnTo>
                  <a:lnTo>
                    <a:pt x="3425190" y="722947"/>
                  </a:lnTo>
                  <a:lnTo>
                    <a:pt x="3430905" y="725805"/>
                  </a:lnTo>
                  <a:lnTo>
                    <a:pt x="3436620" y="728662"/>
                  </a:lnTo>
                  <a:lnTo>
                    <a:pt x="3442335" y="732472"/>
                  </a:lnTo>
                  <a:lnTo>
                    <a:pt x="3449002" y="735330"/>
                  </a:lnTo>
                  <a:lnTo>
                    <a:pt x="3454718" y="738188"/>
                  </a:lnTo>
                  <a:lnTo>
                    <a:pt x="3461385" y="741045"/>
                  </a:lnTo>
                  <a:lnTo>
                    <a:pt x="3466148" y="743903"/>
                  </a:lnTo>
                  <a:lnTo>
                    <a:pt x="3472815" y="746760"/>
                  </a:lnTo>
                  <a:lnTo>
                    <a:pt x="3478530" y="749618"/>
                  </a:lnTo>
                  <a:lnTo>
                    <a:pt x="3484245" y="751522"/>
                  </a:lnTo>
                  <a:lnTo>
                    <a:pt x="3489960" y="754380"/>
                  </a:lnTo>
                  <a:lnTo>
                    <a:pt x="3495675" y="756285"/>
                  </a:lnTo>
                  <a:lnTo>
                    <a:pt x="3502342" y="759143"/>
                  </a:lnTo>
                  <a:lnTo>
                    <a:pt x="3508058" y="761047"/>
                  </a:lnTo>
                  <a:lnTo>
                    <a:pt x="3514725" y="762953"/>
                  </a:lnTo>
                  <a:lnTo>
                    <a:pt x="3519488" y="764857"/>
                  </a:lnTo>
                  <a:lnTo>
                    <a:pt x="3526155" y="767715"/>
                  </a:lnTo>
                  <a:lnTo>
                    <a:pt x="3531870" y="769620"/>
                  </a:lnTo>
                  <a:lnTo>
                    <a:pt x="3537585" y="770572"/>
                  </a:lnTo>
                  <a:lnTo>
                    <a:pt x="3543300" y="773430"/>
                  </a:lnTo>
                  <a:lnTo>
                    <a:pt x="3549015" y="774382"/>
                  </a:lnTo>
                  <a:lnTo>
                    <a:pt x="3555682" y="776288"/>
                  </a:lnTo>
                  <a:lnTo>
                    <a:pt x="3561398" y="778193"/>
                  </a:lnTo>
                  <a:lnTo>
                    <a:pt x="3568065" y="779145"/>
                  </a:lnTo>
                  <a:lnTo>
                    <a:pt x="3572828" y="781050"/>
                  </a:lnTo>
                  <a:lnTo>
                    <a:pt x="3579495" y="782003"/>
                  </a:lnTo>
                  <a:lnTo>
                    <a:pt x="3585210" y="783907"/>
                  </a:lnTo>
                  <a:lnTo>
                    <a:pt x="3590925" y="784860"/>
                  </a:lnTo>
                  <a:lnTo>
                    <a:pt x="3596640" y="785812"/>
                  </a:lnTo>
                  <a:lnTo>
                    <a:pt x="3602355" y="786765"/>
                  </a:lnTo>
                  <a:lnTo>
                    <a:pt x="3609023" y="787718"/>
                  </a:lnTo>
                  <a:lnTo>
                    <a:pt x="3614738" y="789622"/>
                  </a:lnTo>
                  <a:lnTo>
                    <a:pt x="3621405" y="790575"/>
                  </a:lnTo>
                  <a:lnTo>
                    <a:pt x="3626168" y="790575"/>
                  </a:lnTo>
                  <a:lnTo>
                    <a:pt x="3632835" y="791528"/>
                  </a:lnTo>
                  <a:lnTo>
                    <a:pt x="3638550" y="792480"/>
                  </a:lnTo>
                  <a:lnTo>
                    <a:pt x="3644265" y="793432"/>
                  </a:lnTo>
                  <a:lnTo>
                    <a:pt x="3649980" y="794385"/>
                  </a:lnTo>
                  <a:lnTo>
                    <a:pt x="3655695" y="794385"/>
                  </a:lnTo>
                  <a:lnTo>
                    <a:pt x="3662362" y="795338"/>
                  </a:lnTo>
                  <a:lnTo>
                    <a:pt x="3668078" y="795338"/>
                  </a:lnTo>
                  <a:lnTo>
                    <a:pt x="3674745" y="796290"/>
                  </a:lnTo>
                  <a:lnTo>
                    <a:pt x="3679508" y="796290"/>
                  </a:lnTo>
                  <a:lnTo>
                    <a:pt x="3685223" y="796290"/>
                  </a:lnTo>
                  <a:lnTo>
                    <a:pt x="3691890" y="796290"/>
                  </a:lnTo>
                  <a:lnTo>
                    <a:pt x="3697605" y="797243"/>
                  </a:lnTo>
                  <a:lnTo>
                    <a:pt x="3703320" y="797243"/>
                  </a:lnTo>
                  <a:lnTo>
                    <a:pt x="3709035" y="797243"/>
                  </a:lnTo>
                  <a:lnTo>
                    <a:pt x="3715702" y="797243"/>
                  </a:lnTo>
                  <a:lnTo>
                    <a:pt x="3721418" y="797243"/>
                  </a:lnTo>
                  <a:lnTo>
                    <a:pt x="3728085" y="797243"/>
                  </a:lnTo>
                  <a:lnTo>
                    <a:pt x="3732848" y="797243"/>
                  </a:lnTo>
                  <a:lnTo>
                    <a:pt x="3738563" y="797243"/>
                  </a:lnTo>
                  <a:lnTo>
                    <a:pt x="3745230" y="797243"/>
                  </a:lnTo>
                  <a:lnTo>
                    <a:pt x="3750945" y="797243"/>
                  </a:lnTo>
                  <a:lnTo>
                    <a:pt x="3757613" y="797243"/>
                  </a:lnTo>
                  <a:lnTo>
                    <a:pt x="3762375" y="797243"/>
                  </a:lnTo>
                  <a:lnTo>
                    <a:pt x="3769042" y="796290"/>
                  </a:lnTo>
                  <a:lnTo>
                    <a:pt x="3774758" y="796290"/>
                  </a:lnTo>
                  <a:lnTo>
                    <a:pt x="3781425" y="796290"/>
                  </a:lnTo>
                  <a:lnTo>
                    <a:pt x="3786188" y="796290"/>
                  </a:lnTo>
                  <a:lnTo>
                    <a:pt x="3791902" y="795338"/>
                  </a:lnTo>
                  <a:lnTo>
                    <a:pt x="3798570" y="795338"/>
                  </a:lnTo>
                  <a:lnTo>
                    <a:pt x="3804285" y="794385"/>
                  </a:lnTo>
                  <a:lnTo>
                    <a:pt x="3810952" y="794385"/>
                  </a:lnTo>
                  <a:lnTo>
                    <a:pt x="3815715" y="794385"/>
                  </a:lnTo>
                  <a:lnTo>
                    <a:pt x="3822382" y="793432"/>
                  </a:lnTo>
                  <a:lnTo>
                    <a:pt x="3828098" y="792480"/>
                  </a:lnTo>
                  <a:lnTo>
                    <a:pt x="3834765" y="792480"/>
                  </a:lnTo>
                  <a:lnTo>
                    <a:pt x="3839527" y="792480"/>
                  </a:lnTo>
                  <a:lnTo>
                    <a:pt x="3845242" y="791528"/>
                  </a:lnTo>
                  <a:lnTo>
                    <a:pt x="3851910" y="790575"/>
                  </a:lnTo>
                  <a:lnTo>
                    <a:pt x="3857625" y="790575"/>
                  </a:lnTo>
                  <a:lnTo>
                    <a:pt x="3864292" y="789622"/>
                  </a:lnTo>
                  <a:lnTo>
                    <a:pt x="3869055" y="788670"/>
                  </a:lnTo>
                  <a:lnTo>
                    <a:pt x="3875723" y="787718"/>
                  </a:lnTo>
                  <a:lnTo>
                    <a:pt x="3881438" y="787718"/>
                  </a:lnTo>
                  <a:lnTo>
                    <a:pt x="3888105" y="786765"/>
                  </a:lnTo>
                  <a:lnTo>
                    <a:pt x="3892868" y="786765"/>
                  </a:lnTo>
                  <a:lnTo>
                    <a:pt x="3898582" y="785812"/>
                  </a:lnTo>
                  <a:lnTo>
                    <a:pt x="3905250" y="784860"/>
                  </a:lnTo>
                  <a:lnTo>
                    <a:pt x="3910965" y="783907"/>
                  </a:lnTo>
                  <a:lnTo>
                    <a:pt x="3917632" y="783907"/>
                  </a:lnTo>
                  <a:lnTo>
                    <a:pt x="3922395" y="782955"/>
                  </a:lnTo>
                  <a:lnTo>
                    <a:pt x="3929063" y="782003"/>
                  </a:lnTo>
                  <a:lnTo>
                    <a:pt x="3934777" y="782003"/>
                  </a:lnTo>
                  <a:lnTo>
                    <a:pt x="3941445" y="781050"/>
                  </a:lnTo>
                  <a:lnTo>
                    <a:pt x="3946208" y="780097"/>
                  </a:lnTo>
                  <a:lnTo>
                    <a:pt x="3951923" y="779145"/>
                  </a:lnTo>
                  <a:lnTo>
                    <a:pt x="3958590" y="779145"/>
                  </a:lnTo>
                  <a:lnTo>
                    <a:pt x="3964305" y="778193"/>
                  </a:lnTo>
                  <a:lnTo>
                    <a:pt x="3970973" y="777240"/>
                  </a:lnTo>
                  <a:lnTo>
                    <a:pt x="3975735" y="777240"/>
                  </a:lnTo>
                  <a:lnTo>
                    <a:pt x="3982402" y="776288"/>
                  </a:lnTo>
                  <a:lnTo>
                    <a:pt x="3988118" y="775335"/>
                  </a:lnTo>
                  <a:lnTo>
                    <a:pt x="3994785" y="775335"/>
                  </a:lnTo>
                  <a:lnTo>
                    <a:pt x="3999548" y="774382"/>
                  </a:lnTo>
                  <a:lnTo>
                    <a:pt x="4005263" y="773430"/>
                  </a:lnTo>
                  <a:lnTo>
                    <a:pt x="4011930" y="773430"/>
                  </a:lnTo>
                  <a:lnTo>
                    <a:pt x="4017645" y="772478"/>
                  </a:lnTo>
                  <a:lnTo>
                    <a:pt x="4024313" y="771525"/>
                  </a:lnTo>
                  <a:lnTo>
                    <a:pt x="4029075" y="771525"/>
                  </a:lnTo>
                  <a:lnTo>
                    <a:pt x="4035742" y="770572"/>
                  </a:lnTo>
                  <a:lnTo>
                    <a:pt x="4041458" y="770572"/>
                  </a:lnTo>
                  <a:lnTo>
                    <a:pt x="4048125" y="769620"/>
                  </a:lnTo>
                  <a:lnTo>
                    <a:pt x="4052888" y="768668"/>
                  </a:lnTo>
                  <a:lnTo>
                    <a:pt x="4058602" y="768668"/>
                  </a:lnTo>
                  <a:lnTo>
                    <a:pt x="4065270" y="767715"/>
                  </a:lnTo>
                  <a:lnTo>
                    <a:pt x="4070985" y="767715"/>
                  </a:lnTo>
                  <a:lnTo>
                    <a:pt x="4077652" y="766762"/>
                  </a:lnTo>
                  <a:lnTo>
                    <a:pt x="4082415" y="766762"/>
                  </a:lnTo>
                  <a:lnTo>
                    <a:pt x="4089082" y="765810"/>
                  </a:lnTo>
                  <a:lnTo>
                    <a:pt x="4094798" y="765810"/>
                  </a:lnTo>
                  <a:lnTo>
                    <a:pt x="4101465" y="764857"/>
                  </a:lnTo>
                  <a:lnTo>
                    <a:pt x="4106227" y="764857"/>
                  </a:lnTo>
                  <a:lnTo>
                    <a:pt x="4111942" y="764857"/>
                  </a:lnTo>
                  <a:lnTo>
                    <a:pt x="4118610" y="763905"/>
                  </a:lnTo>
                  <a:lnTo>
                    <a:pt x="4124325" y="763905"/>
                  </a:lnTo>
                  <a:lnTo>
                    <a:pt x="4130992" y="762953"/>
                  </a:lnTo>
                  <a:lnTo>
                    <a:pt x="4135755" y="762953"/>
                  </a:lnTo>
                  <a:lnTo>
                    <a:pt x="4142423" y="762000"/>
                  </a:lnTo>
                  <a:lnTo>
                    <a:pt x="4148138" y="762000"/>
                  </a:lnTo>
                  <a:lnTo>
                    <a:pt x="4153852" y="762000"/>
                  </a:lnTo>
                  <a:lnTo>
                    <a:pt x="4160520" y="762000"/>
                  </a:lnTo>
                  <a:lnTo>
                    <a:pt x="4165282" y="761047"/>
                  </a:lnTo>
                  <a:lnTo>
                    <a:pt x="4171950" y="761047"/>
                  </a:lnTo>
                  <a:lnTo>
                    <a:pt x="4177665" y="761047"/>
                  </a:lnTo>
                  <a:lnTo>
                    <a:pt x="4184332" y="761047"/>
                  </a:lnTo>
                  <a:lnTo>
                    <a:pt x="4189095" y="761047"/>
                  </a:lnTo>
                  <a:lnTo>
                    <a:pt x="4195763" y="760095"/>
                  </a:lnTo>
                  <a:lnTo>
                    <a:pt x="4201478" y="760095"/>
                  </a:lnTo>
                  <a:lnTo>
                    <a:pt x="4207192" y="760095"/>
                  </a:lnTo>
                  <a:lnTo>
                    <a:pt x="4213860" y="760095"/>
                  </a:lnTo>
                  <a:lnTo>
                    <a:pt x="4218622" y="760095"/>
                  </a:lnTo>
                  <a:lnTo>
                    <a:pt x="4225290" y="760095"/>
                  </a:lnTo>
                  <a:lnTo>
                    <a:pt x="4231005" y="760095"/>
                  </a:lnTo>
                  <a:lnTo>
                    <a:pt x="4237672" y="760095"/>
                  </a:lnTo>
                  <a:lnTo>
                    <a:pt x="4242435" y="760095"/>
                  </a:lnTo>
                  <a:lnTo>
                    <a:pt x="4249102" y="760095"/>
                  </a:lnTo>
                  <a:lnTo>
                    <a:pt x="4254818" y="760095"/>
                  </a:lnTo>
                  <a:lnTo>
                    <a:pt x="4260532" y="760095"/>
                  </a:lnTo>
                  <a:lnTo>
                    <a:pt x="4267200" y="760095"/>
                  </a:lnTo>
                  <a:lnTo>
                    <a:pt x="4271963" y="760095"/>
                  </a:lnTo>
                  <a:lnTo>
                    <a:pt x="4278630" y="760095"/>
                  </a:lnTo>
                  <a:lnTo>
                    <a:pt x="4284345" y="760095"/>
                  </a:lnTo>
                  <a:lnTo>
                    <a:pt x="4291013" y="761047"/>
                  </a:lnTo>
                  <a:lnTo>
                    <a:pt x="4295775" y="761047"/>
                  </a:lnTo>
                  <a:lnTo>
                    <a:pt x="4302442" y="761047"/>
                  </a:lnTo>
                  <a:lnTo>
                    <a:pt x="4308158" y="761047"/>
                  </a:lnTo>
                  <a:lnTo>
                    <a:pt x="4313872" y="762000"/>
                  </a:lnTo>
                  <a:lnTo>
                    <a:pt x="4320540" y="762000"/>
                  </a:lnTo>
                  <a:lnTo>
                    <a:pt x="4325302" y="762000"/>
                  </a:lnTo>
                  <a:lnTo>
                    <a:pt x="4331970" y="762000"/>
                  </a:lnTo>
                  <a:lnTo>
                    <a:pt x="4337685" y="762000"/>
                  </a:lnTo>
                  <a:lnTo>
                    <a:pt x="4344352" y="762953"/>
                  </a:lnTo>
                  <a:lnTo>
                    <a:pt x="4349115" y="762953"/>
                  </a:lnTo>
                  <a:lnTo>
                    <a:pt x="4355782" y="763905"/>
                  </a:lnTo>
                  <a:lnTo>
                    <a:pt x="4361498" y="763905"/>
                  </a:lnTo>
                  <a:lnTo>
                    <a:pt x="4367213" y="763905"/>
                  </a:lnTo>
                  <a:lnTo>
                    <a:pt x="4373880" y="764857"/>
                  </a:lnTo>
                  <a:lnTo>
                    <a:pt x="4378642" y="764857"/>
                  </a:lnTo>
                  <a:lnTo>
                    <a:pt x="4385310" y="764857"/>
                  </a:lnTo>
                  <a:lnTo>
                    <a:pt x="4391025" y="765810"/>
                  </a:lnTo>
                  <a:lnTo>
                    <a:pt x="4397692" y="765810"/>
                  </a:lnTo>
                  <a:lnTo>
                    <a:pt x="4402455" y="766762"/>
                  </a:lnTo>
                  <a:lnTo>
                    <a:pt x="4409122" y="766762"/>
                  </a:lnTo>
                  <a:lnTo>
                    <a:pt x="4414838" y="767715"/>
                  </a:lnTo>
                  <a:lnTo>
                    <a:pt x="4420552" y="767715"/>
                  </a:lnTo>
                  <a:lnTo>
                    <a:pt x="4427220" y="768668"/>
                  </a:lnTo>
                  <a:lnTo>
                    <a:pt x="4431982" y="768668"/>
                  </a:lnTo>
                  <a:lnTo>
                    <a:pt x="4438650" y="768668"/>
                  </a:lnTo>
                  <a:lnTo>
                    <a:pt x="4444365" y="769620"/>
                  </a:lnTo>
                  <a:lnTo>
                    <a:pt x="4451032" y="770572"/>
                  </a:lnTo>
                  <a:lnTo>
                    <a:pt x="4455795" y="770572"/>
                  </a:lnTo>
                  <a:lnTo>
                    <a:pt x="4462463" y="770572"/>
                  </a:lnTo>
                  <a:lnTo>
                    <a:pt x="4468178" y="771525"/>
                  </a:lnTo>
                  <a:lnTo>
                    <a:pt x="4473892" y="772478"/>
                  </a:lnTo>
                  <a:lnTo>
                    <a:pt x="4480560" y="772478"/>
                  </a:lnTo>
                  <a:lnTo>
                    <a:pt x="4485322" y="773430"/>
                  </a:lnTo>
                  <a:lnTo>
                    <a:pt x="4491990" y="773430"/>
                  </a:lnTo>
                  <a:lnTo>
                    <a:pt x="4497705" y="774382"/>
                  </a:lnTo>
                  <a:lnTo>
                    <a:pt x="4504372" y="774382"/>
                  </a:lnTo>
                  <a:lnTo>
                    <a:pt x="4509135" y="775335"/>
                  </a:lnTo>
                  <a:lnTo>
                    <a:pt x="4515802" y="775335"/>
                  </a:lnTo>
                  <a:lnTo>
                    <a:pt x="4521518" y="776288"/>
                  </a:lnTo>
                  <a:lnTo>
                    <a:pt x="4527232" y="777240"/>
                  </a:lnTo>
                  <a:lnTo>
                    <a:pt x="4533900" y="777240"/>
                  </a:lnTo>
                  <a:lnTo>
                    <a:pt x="4538663" y="777240"/>
                  </a:lnTo>
                  <a:lnTo>
                    <a:pt x="4545330" y="778193"/>
                  </a:lnTo>
                  <a:lnTo>
                    <a:pt x="4551045" y="779145"/>
                  </a:lnTo>
                  <a:lnTo>
                    <a:pt x="4557713" y="779145"/>
                  </a:lnTo>
                  <a:lnTo>
                    <a:pt x="4563428" y="780097"/>
                  </a:lnTo>
                  <a:lnTo>
                    <a:pt x="4569142" y="780097"/>
                  </a:lnTo>
                  <a:lnTo>
                    <a:pt x="4574858" y="781050"/>
                  </a:lnTo>
                  <a:lnTo>
                    <a:pt x="4580572" y="782003"/>
                  </a:lnTo>
                  <a:lnTo>
                    <a:pt x="4587240" y="782003"/>
                  </a:lnTo>
                  <a:lnTo>
                    <a:pt x="4592002" y="782955"/>
                  </a:lnTo>
                  <a:lnTo>
                    <a:pt x="4598670" y="782955"/>
                  </a:lnTo>
                  <a:lnTo>
                    <a:pt x="4604385" y="783907"/>
                  </a:lnTo>
                  <a:lnTo>
                    <a:pt x="4611052" y="783907"/>
                  </a:lnTo>
                  <a:lnTo>
                    <a:pt x="4616768" y="784860"/>
                  </a:lnTo>
                  <a:lnTo>
                    <a:pt x="4622482" y="784860"/>
                  </a:lnTo>
                  <a:lnTo>
                    <a:pt x="4628198" y="785812"/>
                  </a:lnTo>
                  <a:lnTo>
                    <a:pt x="4633913" y="785812"/>
                  </a:lnTo>
                  <a:lnTo>
                    <a:pt x="4640580" y="786765"/>
                  </a:lnTo>
                  <a:lnTo>
                    <a:pt x="4645342" y="786765"/>
                  </a:lnTo>
                  <a:lnTo>
                    <a:pt x="4652010" y="787718"/>
                  </a:lnTo>
                  <a:lnTo>
                    <a:pt x="4657725" y="787718"/>
                  </a:lnTo>
                  <a:lnTo>
                    <a:pt x="4664392" y="787718"/>
                  </a:lnTo>
                  <a:lnTo>
                    <a:pt x="4670108" y="788670"/>
                  </a:lnTo>
                  <a:lnTo>
                    <a:pt x="4674870" y="788670"/>
                  </a:lnTo>
                  <a:lnTo>
                    <a:pt x="4681538" y="789622"/>
                  </a:lnTo>
                  <a:lnTo>
                    <a:pt x="4687252" y="789622"/>
                  </a:lnTo>
                  <a:lnTo>
                    <a:pt x="4693920" y="790575"/>
                  </a:lnTo>
                  <a:lnTo>
                    <a:pt x="4698682" y="790575"/>
                  </a:lnTo>
                  <a:lnTo>
                    <a:pt x="4705350" y="790575"/>
                  </a:lnTo>
                  <a:lnTo>
                    <a:pt x="4711065" y="791528"/>
                  </a:lnTo>
                  <a:lnTo>
                    <a:pt x="4717732" y="791528"/>
                  </a:lnTo>
                  <a:lnTo>
                    <a:pt x="4723448" y="792480"/>
                  </a:lnTo>
                  <a:lnTo>
                    <a:pt x="4728210" y="792480"/>
                  </a:lnTo>
                  <a:lnTo>
                    <a:pt x="4734878" y="792480"/>
                  </a:lnTo>
                  <a:lnTo>
                    <a:pt x="4740592" y="793432"/>
                  </a:lnTo>
                  <a:lnTo>
                    <a:pt x="4747260" y="793432"/>
                  </a:lnTo>
                  <a:lnTo>
                    <a:pt x="4752022" y="793432"/>
                  </a:lnTo>
                  <a:lnTo>
                    <a:pt x="4758690" y="794385"/>
                  </a:lnTo>
                  <a:lnTo>
                    <a:pt x="4764405" y="794385"/>
                  </a:lnTo>
                  <a:lnTo>
                    <a:pt x="4771072" y="794385"/>
                  </a:lnTo>
                  <a:lnTo>
                    <a:pt x="4776788" y="794385"/>
                  </a:lnTo>
                  <a:lnTo>
                    <a:pt x="4781550" y="795338"/>
                  </a:lnTo>
                  <a:lnTo>
                    <a:pt x="4788218" y="795338"/>
                  </a:lnTo>
                  <a:lnTo>
                    <a:pt x="4793932" y="795338"/>
                  </a:lnTo>
                  <a:lnTo>
                    <a:pt x="4800600" y="796290"/>
                  </a:lnTo>
                  <a:lnTo>
                    <a:pt x="4805363" y="796290"/>
                  </a:lnTo>
                  <a:lnTo>
                    <a:pt x="4812030" y="796290"/>
                  </a:lnTo>
                  <a:lnTo>
                    <a:pt x="4817745" y="796290"/>
                  </a:lnTo>
                  <a:lnTo>
                    <a:pt x="4824413" y="796290"/>
                  </a:lnTo>
                  <a:lnTo>
                    <a:pt x="4830128" y="796290"/>
                  </a:lnTo>
                  <a:lnTo>
                    <a:pt x="4834890" y="796290"/>
                  </a:lnTo>
                  <a:lnTo>
                    <a:pt x="4841558" y="797243"/>
                  </a:lnTo>
                  <a:lnTo>
                    <a:pt x="4847272" y="797243"/>
                  </a:lnTo>
                  <a:lnTo>
                    <a:pt x="4853940" y="797243"/>
                  </a:lnTo>
                  <a:lnTo>
                    <a:pt x="4858702" y="797243"/>
                  </a:lnTo>
                  <a:lnTo>
                    <a:pt x="4865370" y="797243"/>
                  </a:lnTo>
                  <a:lnTo>
                    <a:pt x="4871085" y="797243"/>
                  </a:lnTo>
                  <a:lnTo>
                    <a:pt x="4877752" y="797243"/>
                  </a:lnTo>
                  <a:lnTo>
                    <a:pt x="4883467" y="797243"/>
                  </a:lnTo>
                  <a:lnTo>
                    <a:pt x="4888230" y="797243"/>
                  </a:lnTo>
                  <a:lnTo>
                    <a:pt x="4894898" y="797243"/>
                  </a:lnTo>
                  <a:lnTo>
                    <a:pt x="4900612" y="797243"/>
                  </a:lnTo>
                  <a:lnTo>
                    <a:pt x="4907280" y="797243"/>
                  </a:lnTo>
                  <a:lnTo>
                    <a:pt x="4912042" y="797243"/>
                  </a:lnTo>
                  <a:lnTo>
                    <a:pt x="4918710" y="797243"/>
                  </a:lnTo>
                  <a:lnTo>
                    <a:pt x="4924425" y="797243"/>
                  </a:lnTo>
                  <a:lnTo>
                    <a:pt x="4931092" y="797243"/>
                  </a:lnTo>
                  <a:lnTo>
                    <a:pt x="4936808" y="797243"/>
                  </a:lnTo>
                  <a:lnTo>
                    <a:pt x="4941570" y="797243"/>
                  </a:lnTo>
                  <a:lnTo>
                    <a:pt x="4948238" y="797243"/>
                  </a:lnTo>
                  <a:lnTo>
                    <a:pt x="4953952" y="797243"/>
                  </a:lnTo>
                  <a:lnTo>
                    <a:pt x="4960620" y="797243"/>
                  </a:lnTo>
                  <a:lnTo>
                    <a:pt x="4966335" y="797243"/>
                  </a:lnTo>
                  <a:lnTo>
                    <a:pt x="4972050" y="797243"/>
                  </a:lnTo>
                  <a:lnTo>
                    <a:pt x="4977765" y="797243"/>
                  </a:lnTo>
                  <a:lnTo>
                    <a:pt x="4984432" y="797243"/>
                  </a:lnTo>
                  <a:lnTo>
                    <a:pt x="4990148" y="796290"/>
                  </a:lnTo>
                  <a:lnTo>
                    <a:pt x="4994910" y="796290"/>
                  </a:lnTo>
                  <a:lnTo>
                    <a:pt x="5001577" y="796290"/>
                  </a:lnTo>
                  <a:lnTo>
                    <a:pt x="5007292" y="796290"/>
                  </a:lnTo>
                  <a:lnTo>
                    <a:pt x="5013960" y="796290"/>
                  </a:lnTo>
                  <a:lnTo>
                    <a:pt x="5019675" y="796290"/>
                  </a:lnTo>
                  <a:lnTo>
                    <a:pt x="5025390" y="796290"/>
                  </a:lnTo>
                  <a:lnTo>
                    <a:pt x="5031105" y="796290"/>
                  </a:lnTo>
                  <a:lnTo>
                    <a:pt x="5037772" y="796290"/>
                  </a:lnTo>
                  <a:lnTo>
                    <a:pt x="5043488" y="795338"/>
                  </a:lnTo>
                  <a:lnTo>
                    <a:pt x="5048250" y="795338"/>
                  </a:lnTo>
                  <a:lnTo>
                    <a:pt x="5054917" y="795338"/>
                  </a:lnTo>
                  <a:lnTo>
                    <a:pt x="5060632" y="795338"/>
                  </a:lnTo>
                  <a:lnTo>
                    <a:pt x="5067300" y="794385"/>
                  </a:lnTo>
                  <a:lnTo>
                    <a:pt x="5073015" y="794385"/>
                  </a:lnTo>
                  <a:lnTo>
                    <a:pt x="5078730" y="794385"/>
                  </a:lnTo>
                  <a:lnTo>
                    <a:pt x="5084445" y="794385"/>
                  </a:lnTo>
                  <a:lnTo>
                    <a:pt x="5081588" y="794385"/>
                  </a:lnTo>
                </a:path>
              </a:pathLst>
            </a:custGeom>
            <a:noFill/>
            <a:ln w="13335">
              <a:solidFill>
                <a:srgbClr val="F26B3A"/>
              </a:solidFill>
              <a:custDash>
                <a:ds d="428571" sp="285714"/>
              </a:custDash>
            </a:ln>
          </p:spPr>
        </p:sp>
        <p:sp>
          <p:nvSpPr>
            <p:cNvPr id="31" name="Freeform 31"/>
            <p:cNvSpPr/>
            <p:nvPr/>
          </p:nvSpPr>
          <p:spPr>
            <a:xfrm>
              <a:off x="1168718" y="4410075"/>
              <a:ext cx="5084445" cy="797243"/>
            </a:xfrm>
            <a:custGeom>
              <a:avLst/>
              <a:gdLst/>
              <a:ahLst/>
              <a:cxnLst/>
              <a:rect l="l" t="t" r="r" b="b"/>
              <a:pathLst>
                <a:path w="5084445" h="797243">
                  <a:moveTo>
                    <a:pt x="2857" y="797243"/>
                  </a:moveTo>
                  <a:lnTo>
                    <a:pt x="0" y="797243"/>
                  </a:lnTo>
                  <a:lnTo>
                    <a:pt x="5715" y="797243"/>
                  </a:lnTo>
                  <a:lnTo>
                    <a:pt x="11430" y="797243"/>
                  </a:lnTo>
                  <a:lnTo>
                    <a:pt x="17145" y="797243"/>
                  </a:lnTo>
                  <a:lnTo>
                    <a:pt x="23812" y="797243"/>
                  </a:lnTo>
                  <a:lnTo>
                    <a:pt x="29527" y="797243"/>
                  </a:lnTo>
                  <a:lnTo>
                    <a:pt x="35243" y="797243"/>
                  </a:lnTo>
                  <a:lnTo>
                    <a:pt x="40957" y="797243"/>
                  </a:lnTo>
                  <a:lnTo>
                    <a:pt x="46672" y="797243"/>
                  </a:lnTo>
                  <a:lnTo>
                    <a:pt x="53340" y="797243"/>
                  </a:lnTo>
                  <a:lnTo>
                    <a:pt x="59055" y="797243"/>
                  </a:lnTo>
                  <a:lnTo>
                    <a:pt x="64770" y="797243"/>
                  </a:lnTo>
                  <a:lnTo>
                    <a:pt x="70485" y="797243"/>
                  </a:lnTo>
                  <a:lnTo>
                    <a:pt x="77153" y="797243"/>
                  </a:lnTo>
                  <a:lnTo>
                    <a:pt x="82868" y="797243"/>
                  </a:lnTo>
                  <a:lnTo>
                    <a:pt x="88582" y="797243"/>
                  </a:lnTo>
                  <a:lnTo>
                    <a:pt x="94297" y="797243"/>
                  </a:lnTo>
                  <a:lnTo>
                    <a:pt x="100012" y="797243"/>
                  </a:lnTo>
                  <a:lnTo>
                    <a:pt x="106680" y="797243"/>
                  </a:lnTo>
                  <a:lnTo>
                    <a:pt x="112395" y="797243"/>
                  </a:lnTo>
                  <a:lnTo>
                    <a:pt x="118110" y="797243"/>
                  </a:lnTo>
                  <a:lnTo>
                    <a:pt x="123825" y="797243"/>
                  </a:lnTo>
                  <a:lnTo>
                    <a:pt x="130493" y="797243"/>
                  </a:lnTo>
                  <a:lnTo>
                    <a:pt x="136207" y="797243"/>
                  </a:lnTo>
                  <a:lnTo>
                    <a:pt x="141922" y="797243"/>
                  </a:lnTo>
                  <a:lnTo>
                    <a:pt x="147637" y="797243"/>
                  </a:lnTo>
                  <a:lnTo>
                    <a:pt x="153353" y="797243"/>
                  </a:lnTo>
                  <a:lnTo>
                    <a:pt x="160020" y="797243"/>
                  </a:lnTo>
                  <a:lnTo>
                    <a:pt x="165735" y="797243"/>
                  </a:lnTo>
                  <a:lnTo>
                    <a:pt x="171450" y="797243"/>
                  </a:lnTo>
                  <a:lnTo>
                    <a:pt x="177165" y="797243"/>
                  </a:lnTo>
                  <a:lnTo>
                    <a:pt x="183832" y="797243"/>
                  </a:lnTo>
                  <a:lnTo>
                    <a:pt x="189547" y="797243"/>
                  </a:lnTo>
                  <a:lnTo>
                    <a:pt x="195262" y="797243"/>
                  </a:lnTo>
                  <a:lnTo>
                    <a:pt x="200978" y="797243"/>
                  </a:lnTo>
                  <a:lnTo>
                    <a:pt x="206693" y="797243"/>
                  </a:lnTo>
                  <a:lnTo>
                    <a:pt x="213360" y="797243"/>
                  </a:lnTo>
                  <a:lnTo>
                    <a:pt x="219075" y="797243"/>
                  </a:lnTo>
                  <a:lnTo>
                    <a:pt x="224790" y="797243"/>
                  </a:lnTo>
                  <a:lnTo>
                    <a:pt x="230505" y="797243"/>
                  </a:lnTo>
                  <a:lnTo>
                    <a:pt x="237172" y="797243"/>
                  </a:lnTo>
                  <a:lnTo>
                    <a:pt x="242887" y="797243"/>
                  </a:lnTo>
                  <a:lnTo>
                    <a:pt x="248603" y="797243"/>
                  </a:lnTo>
                  <a:lnTo>
                    <a:pt x="254318" y="797243"/>
                  </a:lnTo>
                  <a:lnTo>
                    <a:pt x="260032" y="797243"/>
                  </a:lnTo>
                  <a:lnTo>
                    <a:pt x="266700" y="797243"/>
                  </a:lnTo>
                  <a:lnTo>
                    <a:pt x="272415" y="797243"/>
                  </a:lnTo>
                  <a:lnTo>
                    <a:pt x="278130" y="797243"/>
                  </a:lnTo>
                  <a:lnTo>
                    <a:pt x="283845" y="797243"/>
                  </a:lnTo>
                  <a:lnTo>
                    <a:pt x="290512" y="797243"/>
                  </a:lnTo>
                  <a:lnTo>
                    <a:pt x="296228" y="797243"/>
                  </a:lnTo>
                  <a:lnTo>
                    <a:pt x="301942" y="797243"/>
                  </a:lnTo>
                  <a:lnTo>
                    <a:pt x="307658" y="797243"/>
                  </a:lnTo>
                  <a:lnTo>
                    <a:pt x="313372" y="797243"/>
                  </a:lnTo>
                  <a:lnTo>
                    <a:pt x="320040" y="797243"/>
                  </a:lnTo>
                  <a:lnTo>
                    <a:pt x="325755" y="797243"/>
                  </a:lnTo>
                  <a:lnTo>
                    <a:pt x="331470" y="797243"/>
                  </a:lnTo>
                  <a:lnTo>
                    <a:pt x="337185" y="797243"/>
                  </a:lnTo>
                  <a:lnTo>
                    <a:pt x="343853" y="797243"/>
                  </a:lnTo>
                  <a:lnTo>
                    <a:pt x="349568" y="797243"/>
                  </a:lnTo>
                  <a:lnTo>
                    <a:pt x="355282" y="797243"/>
                  </a:lnTo>
                  <a:lnTo>
                    <a:pt x="360997" y="797243"/>
                  </a:lnTo>
                  <a:lnTo>
                    <a:pt x="366712" y="797243"/>
                  </a:lnTo>
                  <a:lnTo>
                    <a:pt x="373380" y="797243"/>
                  </a:lnTo>
                  <a:lnTo>
                    <a:pt x="379095" y="797243"/>
                  </a:lnTo>
                  <a:lnTo>
                    <a:pt x="384810" y="797243"/>
                  </a:lnTo>
                  <a:lnTo>
                    <a:pt x="390525" y="797243"/>
                  </a:lnTo>
                  <a:lnTo>
                    <a:pt x="397192" y="797243"/>
                  </a:lnTo>
                  <a:lnTo>
                    <a:pt x="402908" y="797243"/>
                  </a:lnTo>
                  <a:lnTo>
                    <a:pt x="408622" y="797243"/>
                  </a:lnTo>
                  <a:lnTo>
                    <a:pt x="414337" y="796290"/>
                  </a:lnTo>
                  <a:lnTo>
                    <a:pt x="420053" y="795338"/>
                  </a:lnTo>
                  <a:lnTo>
                    <a:pt x="426720" y="794385"/>
                  </a:lnTo>
                  <a:lnTo>
                    <a:pt x="432435" y="792480"/>
                  </a:lnTo>
                  <a:lnTo>
                    <a:pt x="438150" y="791528"/>
                  </a:lnTo>
                  <a:lnTo>
                    <a:pt x="443865" y="789622"/>
                  </a:lnTo>
                  <a:lnTo>
                    <a:pt x="450532" y="787718"/>
                  </a:lnTo>
                  <a:lnTo>
                    <a:pt x="456247" y="786765"/>
                  </a:lnTo>
                  <a:lnTo>
                    <a:pt x="461962" y="785812"/>
                  </a:lnTo>
                  <a:lnTo>
                    <a:pt x="467678" y="784860"/>
                  </a:lnTo>
                  <a:lnTo>
                    <a:pt x="473392" y="783907"/>
                  </a:lnTo>
                  <a:lnTo>
                    <a:pt x="480060" y="784860"/>
                  </a:lnTo>
                  <a:lnTo>
                    <a:pt x="485775" y="785812"/>
                  </a:lnTo>
                  <a:lnTo>
                    <a:pt x="491490" y="786765"/>
                  </a:lnTo>
                  <a:lnTo>
                    <a:pt x="497205" y="788670"/>
                  </a:lnTo>
                  <a:lnTo>
                    <a:pt x="503872" y="790575"/>
                  </a:lnTo>
                  <a:lnTo>
                    <a:pt x="509587" y="792480"/>
                  </a:lnTo>
                  <a:lnTo>
                    <a:pt x="515303" y="794385"/>
                  </a:lnTo>
                  <a:lnTo>
                    <a:pt x="521018" y="795338"/>
                  </a:lnTo>
                  <a:lnTo>
                    <a:pt x="526732" y="796290"/>
                  </a:lnTo>
                  <a:lnTo>
                    <a:pt x="533400" y="797243"/>
                  </a:lnTo>
                  <a:lnTo>
                    <a:pt x="539115" y="797243"/>
                  </a:lnTo>
                  <a:lnTo>
                    <a:pt x="544830" y="797243"/>
                  </a:lnTo>
                  <a:lnTo>
                    <a:pt x="550545" y="797243"/>
                  </a:lnTo>
                  <a:lnTo>
                    <a:pt x="557212" y="797243"/>
                  </a:lnTo>
                  <a:lnTo>
                    <a:pt x="562928" y="796290"/>
                  </a:lnTo>
                  <a:lnTo>
                    <a:pt x="568642" y="796290"/>
                  </a:lnTo>
                  <a:lnTo>
                    <a:pt x="574358" y="796290"/>
                  </a:lnTo>
                  <a:lnTo>
                    <a:pt x="580072" y="796290"/>
                  </a:lnTo>
                  <a:lnTo>
                    <a:pt x="586740" y="796290"/>
                  </a:lnTo>
                  <a:lnTo>
                    <a:pt x="592455" y="796290"/>
                  </a:lnTo>
                  <a:lnTo>
                    <a:pt x="598170" y="797243"/>
                  </a:lnTo>
                  <a:lnTo>
                    <a:pt x="603885" y="797243"/>
                  </a:lnTo>
                  <a:lnTo>
                    <a:pt x="610553" y="797243"/>
                  </a:lnTo>
                  <a:lnTo>
                    <a:pt x="616268" y="797243"/>
                  </a:lnTo>
                  <a:lnTo>
                    <a:pt x="621982" y="797243"/>
                  </a:lnTo>
                  <a:lnTo>
                    <a:pt x="627697" y="797243"/>
                  </a:lnTo>
                  <a:lnTo>
                    <a:pt x="633412" y="796290"/>
                  </a:lnTo>
                  <a:lnTo>
                    <a:pt x="640080" y="796290"/>
                  </a:lnTo>
                  <a:lnTo>
                    <a:pt x="645795" y="796290"/>
                  </a:lnTo>
                  <a:lnTo>
                    <a:pt x="651510" y="795338"/>
                  </a:lnTo>
                  <a:lnTo>
                    <a:pt x="657225" y="795338"/>
                  </a:lnTo>
                  <a:lnTo>
                    <a:pt x="663892" y="795338"/>
                  </a:lnTo>
                  <a:lnTo>
                    <a:pt x="669608" y="796290"/>
                  </a:lnTo>
                  <a:lnTo>
                    <a:pt x="675322" y="796290"/>
                  </a:lnTo>
                  <a:lnTo>
                    <a:pt x="681037" y="797243"/>
                  </a:lnTo>
                  <a:lnTo>
                    <a:pt x="686753" y="797243"/>
                  </a:lnTo>
                  <a:lnTo>
                    <a:pt x="693420" y="797243"/>
                  </a:lnTo>
                  <a:lnTo>
                    <a:pt x="699135" y="797243"/>
                  </a:lnTo>
                  <a:lnTo>
                    <a:pt x="704850" y="795338"/>
                  </a:lnTo>
                  <a:lnTo>
                    <a:pt x="710565" y="793432"/>
                  </a:lnTo>
                  <a:lnTo>
                    <a:pt x="717232" y="790575"/>
                  </a:lnTo>
                  <a:lnTo>
                    <a:pt x="722947" y="786765"/>
                  </a:lnTo>
                  <a:lnTo>
                    <a:pt x="728662" y="782003"/>
                  </a:lnTo>
                  <a:lnTo>
                    <a:pt x="734378" y="777240"/>
                  </a:lnTo>
                  <a:lnTo>
                    <a:pt x="740092" y="772478"/>
                  </a:lnTo>
                  <a:lnTo>
                    <a:pt x="746760" y="768668"/>
                  </a:lnTo>
                  <a:lnTo>
                    <a:pt x="752475" y="764857"/>
                  </a:lnTo>
                  <a:lnTo>
                    <a:pt x="758190" y="762953"/>
                  </a:lnTo>
                  <a:lnTo>
                    <a:pt x="763905" y="762000"/>
                  </a:lnTo>
                  <a:lnTo>
                    <a:pt x="769620" y="762000"/>
                  </a:lnTo>
                  <a:lnTo>
                    <a:pt x="776287" y="763905"/>
                  </a:lnTo>
                  <a:lnTo>
                    <a:pt x="782003" y="766762"/>
                  </a:lnTo>
                  <a:lnTo>
                    <a:pt x="787718" y="771525"/>
                  </a:lnTo>
                  <a:lnTo>
                    <a:pt x="793432" y="775335"/>
                  </a:lnTo>
                  <a:lnTo>
                    <a:pt x="800100" y="781050"/>
                  </a:lnTo>
                  <a:lnTo>
                    <a:pt x="805815" y="785812"/>
                  </a:lnTo>
                  <a:lnTo>
                    <a:pt x="811530" y="789622"/>
                  </a:lnTo>
                  <a:lnTo>
                    <a:pt x="817245" y="792480"/>
                  </a:lnTo>
                  <a:lnTo>
                    <a:pt x="822960" y="795338"/>
                  </a:lnTo>
                  <a:lnTo>
                    <a:pt x="829628" y="796290"/>
                  </a:lnTo>
                  <a:lnTo>
                    <a:pt x="835342" y="797243"/>
                  </a:lnTo>
                  <a:lnTo>
                    <a:pt x="841058" y="797243"/>
                  </a:lnTo>
                  <a:lnTo>
                    <a:pt x="846772" y="797243"/>
                  </a:lnTo>
                  <a:lnTo>
                    <a:pt x="853440" y="796290"/>
                  </a:lnTo>
                  <a:lnTo>
                    <a:pt x="859155" y="795338"/>
                  </a:lnTo>
                  <a:lnTo>
                    <a:pt x="864870" y="795338"/>
                  </a:lnTo>
                  <a:lnTo>
                    <a:pt x="870585" y="794385"/>
                  </a:lnTo>
                  <a:lnTo>
                    <a:pt x="876300" y="795338"/>
                  </a:lnTo>
                  <a:lnTo>
                    <a:pt x="882968" y="795338"/>
                  </a:lnTo>
                  <a:lnTo>
                    <a:pt x="888682" y="796290"/>
                  </a:lnTo>
                  <a:lnTo>
                    <a:pt x="894397" y="796290"/>
                  </a:lnTo>
                  <a:lnTo>
                    <a:pt x="900112" y="797243"/>
                  </a:lnTo>
                  <a:lnTo>
                    <a:pt x="906780" y="797243"/>
                  </a:lnTo>
                  <a:lnTo>
                    <a:pt x="912495" y="797243"/>
                  </a:lnTo>
                  <a:lnTo>
                    <a:pt x="918210" y="797243"/>
                  </a:lnTo>
                  <a:lnTo>
                    <a:pt x="923925" y="797243"/>
                  </a:lnTo>
                  <a:lnTo>
                    <a:pt x="929640" y="796290"/>
                  </a:lnTo>
                  <a:lnTo>
                    <a:pt x="936308" y="796290"/>
                  </a:lnTo>
                  <a:lnTo>
                    <a:pt x="942022" y="795338"/>
                  </a:lnTo>
                  <a:lnTo>
                    <a:pt x="947737" y="795338"/>
                  </a:lnTo>
                  <a:lnTo>
                    <a:pt x="953453" y="795338"/>
                  </a:lnTo>
                  <a:lnTo>
                    <a:pt x="960120" y="795338"/>
                  </a:lnTo>
                  <a:lnTo>
                    <a:pt x="965835" y="796290"/>
                  </a:lnTo>
                  <a:lnTo>
                    <a:pt x="971550" y="796290"/>
                  </a:lnTo>
                  <a:lnTo>
                    <a:pt x="977265" y="797243"/>
                  </a:lnTo>
                  <a:lnTo>
                    <a:pt x="982980" y="797243"/>
                  </a:lnTo>
                  <a:lnTo>
                    <a:pt x="989647" y="797243"/>
                  </a:lnTo>
                  <a:lnTo>
                    <a:pt x="995362" y="797243"/>
                  </a:lnTo>
                  <a:lnTo>
                    <a:pt x="1001078" y="795338"/>
                  </a:lnTo>
                  <a:lnTo>
                    <a:pt x="1006792" y="793432"/>
                  </a:lnTo>
                  <a:lnTo>
                    <a:pt x="1013460" y="790575"/>
                  </a:lnTo>
                  <a:lnTo>
                    <a:pt x="1019175" y="787718"/>
                  </a:lnTo>
                  <a:lnTo>
                    <a:pt x="1024890" y="783907"/>
                  </a:lnTo>
                  <a:lnTo>
                    <a:pt x="1030605" y="781050"/>
                  </a:lnTo>
                  <a:lnTo>
                    <a:pt x="1036320" y="777240"/>
                  </a:lnTo>
                  <a:lnTo>
                    <a:pt x="1042987" y="774382"/>
                  </a:lnTo>
                  <a:lnTo>
                    <a:pt x="1048702" y="772478"/>
                  </a:lnTo>
                  <a:lnTo>
                    <a:pt x="1054418" y="771525"/>
                  </a:lnTo>
                  <a:lnTo>
                    <a:pt x="1060132" y="771525"/>
                  </a:lnTo>
                  <a:lnTo>
                    <a:pt x="1066800" y="773430"/>
                  </a:lnTo>
                  <a:lnTo>
                    <a:pt x="1072515" y="775335"/>
                  </a:lnTo>
                  <a:lnTo>
                    <a:pt x="1078230" y="777240"/>
                  </a:lnTo>
                  <a:lnTo>
                    <a:pt x="1083945" y="781050"/>
                  </a:lnTo>
                  <a:lnTo>
                    <a:pt x="1089660" y="783907"/>
                  </a:lnTo>
                  <a:lnTo>
                    <a:pt x="1096328" y="787718"/>
                  </a:lnTo>
                  <a:lnTo>
                    <a:pt x="1102042" y="790575"/>
                  </a:lnTo>
                  <a:lnTo>
                    <a:pt x="1107758" y="793432"/>
                  </a:lnTo>
                  <a:lnTo>
                    <a:pt x="1113472" y="795338"/>
                  </a:lnTo>
                  <a:lnTo>
                    <a:pt x="1120140" y="796290"/>
                  </a:lnTo>
                  <a:lnTo>
                    <a:pt x="1125855" y="797243"/>
                  </a:lnTo>
                  <a:lnTo>
                    <a:pt x="1131570" y="797243"/>
                  </a:lnTo>
                  <a:lnTo>
                    <a:pt x="1137285" y="797243"/>
                  </a:lnTo>
                  <a:lnTo>
                    <a:pt x="1143000" y="797243"/>
                  </a:lnTo>
                  <a:lnTo>
                    <a:pt x="1149668" y="797243"/>
                  </a:lnTo>
                  <a:lnTo>
                    <a:pt x="1155382" y="796290"/>
                  </a:lnTo>
                  <a:lnTo>
                    <a:pt x="1161098" y="796290"/>
                  </a:lnTo>
                  <a:lnTo>
                    <a:pt x="1166812" y="796290"/>
                  </a:lnTo>
                  <a:lnTo>
                    <a:pt x="1173480" y="796290"/>
                  </a:lnTo>
                  <a:lnTo>
                    <a:pt x="1179195" y="796290"/>
                  </a:lnTo>
                  <a:lnTo>
                    <a:pt x="1184910" y="797243"/>
                  </a:lnTo>
                  <a:lnTo>
                    <a:pt x="1190625" y="797243"/>
                  </a:lnTo>
                  <a:lnTo>
                    <a:pt x="1196340" y="797243"/>
                  </a:lnTo>
                  <a:lnTo>
                    <a:pt x="1203008" y="797243"/>
                  </a:lnTo>
                  <a:lnTo>
                    <a:pt x="1208722" y="797243"/>
                  </a:lnTo>
                  <a:lnTo>
                    <a:pt x="1214437" y="797243"/>
                  </a:lnTo>
                  <a:lnTo>
                    <a:pt x="1220153" y="797243"/>
                  </a:lnTo>
                  <a:lnTo>
                    <a:pt x="1226820" y="797243"/>
                  </a:lnTo>
                  <a:lnTo>
                    <a:pt x="1232535" y="797243"/>
                  </a:lnTo>
                  <a:lnTo>
                    <a:pt x="1238250" y="797243"/>
                  </a:lnTo>
                  <a:lnTo>
                    <a:pt x="1243965" y="797243"/>
                  </a:lnTo>
                  <a:lnTo>
                    <a:pt x="1249680" y="797243"/>
                  </a:lnTo>
                  <a:lnTo>
                    <a:pt x="1256347" y="797243"/>
                  </a:lnTo>
                  <a:lnTo>
                    <a:pt x="1262062" y="797243"/>
                  </a:lnTo>
                  <a:lnTo>
                    <a:pt x="1267778" y="797243"/>
                  </a:lnTo>
                  <a:lnTo>
                    <a:pt x="1273492" y="797243"/>
                  </a:lnTo>
                  <a:lnTo>
                    <a:pt x="1280160" y="797243"/>
                  </a:lnTo>
                  <a:lnTo>
                    <a:pt x="1285875" y="797243"/>
                  </a:lnTo>
                  <a:lnTo>
                    <a:pt x="1291590" y="797243"/>
                  </a:lnTo>
                  <a:lnTo>
                    <a:pt x="1297305" y="797243"/>
                  </a:lnTo>
                  <a:lnTo>
                    <a:pt x="1303020" y="797243"/>
                  </a:lnTo>
                  <a:lnTo>
                    <a:pt x="1309688" y="797243"/>
                  </a:lnTo>
                  <a:lnTo>
                    <a:pt x="1315403" y="797243"/>
                  </a:lnTo>
                  <a:lnTo>
                    <a:pt x="1321118" y="797243"/>
                  </a:lnTo>
                  <a:lnTo>
                    <a:pt x="1326832" y="797243"/>
                  </a:lnTo>
                  <a:lnTo>
                    <a:pt x="1333500" y="797243"/>
                  </a:lnTo>
                  <a:lnTo>
                    <a:pt x="1339215" y="797243"/>
                  </a:lnTo>
                  <a:lnTo>
                    <a:pt x="1344930" y="797243"/>
                  </a:lnTo>
                  <a:lnTo>
                    <a:pt x="1350645" y="797243"/>
                  </a:lnTo>
                  <a:lnTo>
                    <a:pt x="1356360" y="797243"/>
                  </a:lnTo>
                  <a:lnTo>
                    <a:pt x="1363028" y="797243"/>
                  </a:lnTo>
                  <a:lnTo>
                    <a:pt x="1368742" y="797243"/>
                  </a:lnTo>
                  <a:lnTo>
                    <a:pt x="1374458" y="797243"/>
                  </a:lnTo>
                  <a:lnTo>
                    <a:pt x="1380173" y="797243"/>
                  </a:lnTo>
                  <a:lnTo>
                    <a:pt x="1386840" y="797243"/>
                  </a:lnTo>
                  <a:lnTo>
                    <a:pt x="1392555" y="797243"/>
                  </a:lnTo>
                  <a:lnTo>
                    <a:pt x="1398270" y="797243"/>
                  </a:lnTo>
                  <a:lnTo>
                    <a:pt x="1403985" y="797243"/>
                  </a:lnTo>
                  <a:lnTo>
                    <a:pt x="1409700" y="797243"/>
                  </a:lnTo>
                  <a:lnTo>
                    <a:pt x="1416368" y="797243"/>
                  </a:lnTo>
                  <a:lnTo>
                    <a:pt x="1422082" y="797243"/>
                  </a:lnTo>
                  <a:lnTo>
                    <a:pt x="1427798" y="797243"/>
                  </a:lnTo>
                  <a:lnTo>
                    <a:pt x="1433512" y="797243"/>
                  </a:lnTo>
                  <a:lnTo>
                    <a:pt x="1440180" y="797243"/>
                  </a:lnTo>
                  <a:lnTo>
                    <a:pt x="1445895" y="797243"/>
                  </a:lnTo>
                  <a:lnTo>
                    <a:pt x="1451610" y="797243"/>
                  </a:lnTo>
                  <a:lnTo>
                    <a:pt x="1457325" y="797243"/>
                  </a:lnTo>
                  <a:lnTo>
                    <a:pt x="1463040" y="797243"/>
                  </a:lnTo>
                  <a:lnTo>
                    <a:pt x="1469708" y="797243"/>
                  </a:lnTo>
                  <a:lnTo>
                    <a:pt x="1475423" y="797243"/>
                  </a:lnTo>
                  <a:lnTo>
                    <a:pt x="1481138" y="797243"/>
                  </a:lnTo>
                  <a:lnTo>
                    <a:pt x="1486853" y="797243"/>
                  </a:lnTo>
                  <a:lnTo>
                    <a:pt x="1493520" y="797243"/>
                  </a:lnTo>
                  <a:lnTo>
                    <a:pt x="1499235" y="797243"/>
                  </a:lnTo>
                  <a:lnTo>
                    <a:pt x="1504950" y="797243"/>
                  </a:lnTo>
                  <a:lnTo>
                    <a:pt x="1510665" y="797243"/>
                  </a:lnTo>
                  <a:lnTo>
                    <a:pt x="1516380" y="797243"/>
                  </a:lnTo>
                  <a:lnTo>
                    <a:pt x="1523048" y="797243"/>
                  </a:lnTo>
                  <a:lnTo>
                    <a:pt x="1528762" y="796290"/>
                  </a:lnTo>
                  <a:lnTo>
                    <a:pt x="1534478" y="796290"/>
                  </a:lnTo>
                  <a:lnTo>
                    <a:pt x="1540192" y="796290"/>
                  </a:lnTo>
                  <a:lnTo>
                    <a:pt x="1546860" y="795338"/>
                  </a:lnTo>
                  <a:lnTo>
                    <a:pt x="1552575" y="796290"/>
                  </a:lnTo>
                  <a:lnTo>
                    <a:pt x="1558290" y="796290"/>
                  </a:lnTo>
                  <a:lnTo>
                    <a:pt x="1564005" y="796290"/>
                  </a:lnTo>
                  <a:lnTo>
                    <a:pt x="1569720" y="797243"/>
                  </a:lnTo>
                  <a:lnTo>
                    <a:pt x="1576388" y="797243"/>
                  </a:lnTo>
                  <a:lnTo>
                    <a:pt x="1582103" y="797243"/>
                  </a:lnTo>
                  <a:lnTo>
                    <a:pt x="1587818" y="796290"/>
                  </a:lnTo>
                  <a:lnTo>
                    <a:pt x="1593532" y="794385"/>
                  </a:lnTo>
                  <a:lnTo>
                    <a:pt x="1600200" y="791528"/>
                  </a:lnTo>
                  <a:lnTo>
                    <a:pt x="1605915" y="786765"/>
                  </a:lnTo>
                  <a:lnTo>
                    <a:pt x="1611630" y="781050"/>
                  </a:lnTo>
                  <a:lnTo>
                    <a:pt x="1617345" y="773430"/>
                  </a:lnTo>
                  <a:lnTo>
                    <a:pt x="1623060" y="763905"/>
                  </a:lnTo>
                  <a:lnTo>
                    <a:pt x="1629728" y="754380"/>
                  </a:lnTo>
                  <a:lnTo>
                    <a:pt x="1635442" y="745807"/>
                  </a:lnTo>
                  <a:lnTo>
                    <a:pt x="1641158" y="737235"/>
                  </a:lnTo>
                  <a:lnTo>
                    <a:pt x="1646873" y="730568"/>
                  </a:lnTo>
                  <a:lnTo>
                    <a:pt x="1653540" y="725805"/>
                  </a:lnTo>
                  <a:lnTo>
                    <a:pt x="1659255" y="723900"/>
                  </a:lnTo>
                  <a:lnTo>
                    <a:pt x="1664970" y="725805"/>
                  </a:lnTo>
                  <a:lnTo>
                    <a:pt x="1670685" y="729615"/>
                  </a:lnTo>
                  <a:lnTo>
                    <a:pt x="1676400" y="736282"/>
                  </a:lnTo>
                  <a:lnTo>
                    <a:pt x="1683068" y="744855"/>
                  </a:lnTo>
                  <a:lnTo>
                    <a:pt x="1688782" y="755332"/>
                  </a:lnTo>
                  <a:lnTo>
                    <a:pt x="1694498" y="765810"/>
                  </a:lnTo>
                  <a:lnTo>
                    <a:pt x="1700212" y="775335"/>
                  </a:lnTo>
                  <a:lnTo>
                    <a:pt x="1706880" y="783907"/>
                  </a:lnTo>
                  <a:lnTo>
                    <a:pt x="1712595" y="790575"/>
                  </a:lnTo>
                  <a:lnTo>
                    <a:pt x="1718310" y="795338"/>
                  </a:lnTo>
                  <a:lnTo>
                    <a:pt x="1724025" y="797243"/>
                  </a:lnTo>
                  <a:lnTo>
                    <a:pt x="1729740" y="797243"/>
                  </a:lnTo>
                  <a:lnTo>
                    <a:pt x="1736408" y="796290"/>
                  </a:lnTo>
                  <a:lnTo>
                    <a:pt x="1742123" y="793432"/>
                  </a:lnTo>
                  <a:lnTo>
                    <a:pt x="1747838" y="790575"/>
                  </a:lnTo>
                  <a:lnTo>
                    <a:pt x="1753553" y="788670"/>
                  </a:lnTo>
                  <a:lnTo>
                    <a:pt x="1759268" y="787718"/>
                  </a:lnTo>
                  <a:lnTo>
                    <a:pt x="1765935" y="786765"/>
                  </a:lnTo>
                  <a:lnTo>
                    <a:pt x="1771650" y="787718"/>
                  </a:lnTo>
                  <a:lnTo>
                    <a:pt x="1777365" y="790575"/>
                  </a:lnTo>
                  <a:lnTo>
                    <a:pt x="1783080" y="792480"/>
                  </a:lnTo>
                  <a:lnTo>
                    <a:pt x="1789748" y="795338"/>
                  </a:lnTo>
                  <a:lnTo>
                    <a:pt x="1795462" y="797243"/>
                  </a:lnTo>
                  <a:lnTo>
                    <a:pt x="1801178" y="797243"/>
                  </a:lnTo>
                  <a:lnTo>
                    <a:pt x="1806892" y="797243"/>
                  </a:lnTo>
                  <a:lnTo>
                    <a:pt x="1812608" y="794385"/>
                  </a:lnTo>
                  <a:lnTo>
                    <a:pt x="1819275" y="791528"/>
                  </a:lnTo>
                  <a:lnTo>
                    <a:pt x="1824990" y="787718"/>
                  </a:lnTo>
                  <a:lnTo>
                    <a:pt x="1830705" y="784860"/>
                  </a:lnTo>
                  <a:lnTo>
                    <a:pt x="1836420" y="782955"/>
                  </a:lnTo>
                  <a:lnTo>
                    <a:pt x="1843088" y="782003"/>
                  </a:lnTo>
                  <a:lnTo>
                    <a:pt x="1848803" y="782955"/>
                  </a:lnTo>
                  <a:lnTo>
                    <a:pt x="1854518" y="785812"/>
                  </a:lnTo>
                  <a:lnTo>
                    <a:pt x="1860232" y="790575"/>
                  </a:lnTo>
                  <a:lnTo>
                    <a:pt x="1865948" y="794385"/>
                  </a:lnTo>
                  <a:lnTo>
                    <a:pt x="1872615" y="797243"/>
                  </a:lnTo>
                  <a:lnTo>
                    <a:pt x="1878330" y="797243"/>
                  </a:lnTo>
                  <a:lnTo>
                    <a:pt x="1884045" y="792480"/>
                  </a:lnTo>
                  <a:lnTo>
                    <a:pt x="1889760" y="782003"/>
                  </a:lnTo>
                  <a:lnTo>
                    <a:pt x="1896428" y="762953"/>
                  </a:lnTo>
                  <a:lnTo>
                    <a:pt x="1902142" y="737235"/>
                  </a:lnTo>
                  <a:lnTo>
                    <a:pt x="1907858" y="704850"/>
                  </a:lnTo>
                  <a:lnTo>
                    <a:pt x="1913573" y="666750"/>
                  </a:lnTo>
                  <a:lnTo>
                    <a:pt x="1919288" y="624840"/>
                  </a:lnTo>
                  <a:lnTo>
                    <a:pt x="1925955" y="583882"/>
                  </a:lnTo>
                  <a:lnTo>
                    <a:pt x="1931670" y="543878"/>
                  </a:lnTo>
                  <a:lnTo>
                    <a:pt x="1937385" y="511493"/>
                  </a:lnTo>
                  <a:lnTo>
                    <a:pt x="1943100" y="486728"/>
                  </a:lnTo>
                  <a:lnTo>
                    <a:pt x="1949768" y="474345"/>
                  </a:lnTo>
                  <a:lnTo>
                    <a:pt x="1955482" y="474345"/>
                  </a:lnTo>
                  <a:lnTo>
                    <a:pt x="1961198" y="487680"/>
                  </a:lnTo>
                  <a:lnTo>
                    <a:pt x="1966912" y="512445"/>
                  </a:lnTo>
                  <a:lnTo>
                    <a:pt x="1972628" y="545782"/>
                  </a:lnTo>
                  <a:lnTo>
                    <a:pt x="1979295" y="586740"/>
                  </a:lnTo>
                  <a:lnTo>
                    <a:pt x="1985010" y="630555"/>
                  </a:lnTo>
                  <a:lnTo>
                    <a:pt x="1990725" y="675322"/>
                  </a:lnTo>
                  <a:lnTo>
                    <a:pt x="1996440" y="715328"/>
                  </a:lnTo>
                  <a:lnTo>
                    <a:pt x="2003108" y="748665"/>
                  </a:lnTo>
                  <a:lnTo>
                    <a:pt x="2008823" y="773430"/>
                  </a:lnTo>
                  <a:lnTo>
                    <a:pt x="2014538" y="789622"/>
                  </a:lnTo>
                  <a:lnTo>
                    <a:pt x="2020253" y="796290"/>
                  </a:lnTo>
                  <a:lnTo>
                    <a:pt x="2025968" y="797243"/>
                  </a:lnTo>
                  <a:lnTo>
                    <a:pt x="2032635" y="791528"/>
                  </a:lnTo>
                  <a:lnTo>
                    <a:pt x="2038350" y="783907"/>
                  </a:lnTo>
                  <a:lnTo>
                    <a:pt x="2044065" y="775335"/>
                  </a:lnTo>
                  <a:lnTo>
                    <a:pt x="2049780" y="768668"/>
                  </a:lnTo>
                  <a:lnTo>
                    <a:pt x="2056448" y="764857"/>
                  </a:lnTo>
                  <a:lnTo>
                    <a:pt x="2062162" y="764857"/>
                  </a:lnTo>
                  <a:lnTo>
                    <a:pt x="2067878" y="768668"/>
                  </a:lnTo>
                  <a:lnTo>
                    <a:pt x="2073592" y="775335"/>
                  </a:lnTo>
                  <a:lnTo>
                    <a:pt x="2079308" y="783907"/>
                  </a:lnTo>
                  <a:lnTo>
                    <a:pt x="2085975" y="790575"/>
                  </a:lnTo>
                  <a:lnTo>
                    <a:pt x="2091690" y="796290"/>
                  </a:lnTo>
                  <a:lnTo>
                    <a:pt x="2097405" y="797243"/>
                  </a:lnTo>
                  <a:lnTo>
                    <a:pt x="2103120" y="795338"/>
                  </a:lnTo>
                  <a:lnTo>
                    <a:pt x="2109788" y="790575"/>
                  </a:lnTo>
                  <a:lnTo>
                    <a:pt x="2115502" y="782003"/>
                  </a:lnTo>
                  <a:lnTo>
                    <a:pt x="2121218" y="773430"/>
                  </a:lnTo>
                  <a:lnTo>
                    <a:pt x="2126932" y="764857"/>
                  </a:lnTo>
                  <a:lnTo>
                    <a:pt x="2132648" y="760095"/>
                  </a:lnTo>
                  <a:lnTo>
                    <a:pt x="2139315" y="758190"/>
                  </a:lnTo>
                  <a:lnTo>
                    <a:pt x="2145030" y="762000"/>
                  </a:lnTo>
                  <a:lnTo>
                    <a:pt x="2150745" y="768668"/>
                  </a:lnTo>
                  <a:lnTo>
                    <a:pt x="2156460" y="779145"/>
                  </a:lnTo>
                  <a:lnTo>
                    <a:pt x="2163128" y="789622"/>
                  </a:lnTo>
                  <a:lnTo>
                    <a:pt x="2168842" y="796290"/>
                  </a:lnTo>
                  <a:lnTo>
                    <a:pt x="2174558" y="796290"/>
                  </a:lnTo>
                  <a:lnTo>
                    <a:pt x="2180273" y="785812"/>
                  </a:lnTo>
                  <a:lnTo>
                    <a:pt x="2185988" y="761047"/>
                  </a:lnTo>
                  <a:lnTo>
                    <a:pt x="2192655" y="721043"/>
                  </a:lnTo>
                  <a:lnTo>
                    <a:pt x="2198370" y="664845"/>
                  </a:lnTo>
                  <a:lnTo>
                    <a:pt x="2204085" y="596265"/>
                  </a:lnTo>
                  <a:lnTo>
                    <a:pt x="2209800" y="516255"/>
                  </a:lnTo>
                  <a:lnTo>
                    <a:pt x="2216468" y="432435"/>
                  </a:lnTo>
                  <a:lnTo>
                    <a:pt x="2222182" y="348615"/>
                  </a:lnTo>
                  <a:lnTo>
                    <a:pt x="2227898" y="272415"/>
                  </a:lnTo>
                  <a:lnTo>
                    <a:pt x="2233612" y="211455"/>
                  </a:lnTo>
                  <a:lnTo>
                    <a:pt x="2239328" y="169545"/>
                  </a:lnTo>
                  <a:lnTo>
                    <a:pt x="2245995" y="151447"/>
                  </a:lnTo>
                  <a:lnTo>
                    <a:pt x="2251710" y="159067"/>
                  </a:lnTo>
                  <a:lnTo>
                    <a:pt x="2257425" y="190500"/>
                  </a:lnTo>
                  <a:lnTo>
                    <a:pt x="2263140" y="244792"/>
                  </a:lnTo>
                  <a:lnTo>
                    <a:pt x="2269808" y="316230"/>
                  </a:lnTo>
                  <a:lnTo>
                    <a:pt x="2275523" y="399097"/>
                  </a:lnTo>
                  <a:lnTo>
                    <a:pt x="2281238" y="486728"/>
                  </a:lnTo>
                  <a:lnTo>
                    <a:pt x="2286952" y="570547"/>
                  </a:lnTo>
                  <a:lnTo>
                    <a:pt x="2292668" y="645795"/>
                  </a:lnTo>
                  <a:lnTo>
                    <a:pt x="2299335" y="708660"/>
                  </a:lnTo>
                  <a:lnTo>
                    <a:pt x="2305050" y="754380"/>
                  </a:lnTo>
                  <a:lnTo>
                    <a:pt x="2310765" y="782955"/>
                  </a:lnTo>
                  <a:lnTo>
                    <a:pt x="2316480" y="796290"/>
                  </a:lnTo>
                  <a:lnTo>
                    <a:pt x="2323148" y="796290"/>
                  </a:lnTo>
                  <a:lnTo>
                    <a:pt x="2328862" y="787718"/>
                  </a:lnTo>
                  <a:lnTo>
                    <a:pt x="2334578" y="774382"/>
                  </a:lnTo>
                  <a:lnTo>
                    <a:pt x="2340292" y="760095"/>
                  </a:lnTo>
                  <a:lnTo>
                    <a:pt x="2346008" y="749618"/>
                  </a:lnTo>
                  <a:lnTo>
                    <a:pt x="2352675" y="743903"/>
                  </a:lnTo>
                  <a:lnTo>
                    <a:pt x="2358390" y="744855"/>
                  </a:lnTo>
                  <a:lnTo>
                    <a:pt x="2364105" y="751522"/>
                  </a:lnTo>
                  <a:lnTo>
                    <a:pt x="2369820" y="762000"/>
                  </a:lnTo>
                  <a:lnTo>
                    <a:pt x="2376488" y="775335"/>
                  </a:lnTo>
                  <a:lnTo>
                    <a:pt x="2382202" y="786765"/>
                  </a:lnTo>
                  <a:lnTo>
                    <a:pt x="2387918" y="794385"/>
                  </a:lnTo>
                  <a:lnTo>
                    <a:pt x="2393632" y="797243"/>
                  </a:lnTo>
                  <a:lnTo>
                    <a:pt x="2399348" y="794385"/>
                  </a:lnTo>
                  <a:lnTo>
                    <a:pt x="2406015" y="786765"/>
                  </a:lnTo>
                  <a:lnTo>
                    <a:pt x="2411730" y="774382"/>
                  </a:lnTo>
                  <a:lnTo>
                    <a:pt x="2417445" y="761047"/>
                  </a:lnTo>
                  <a:lnTo>
                    <a:pt x="2423160" y="749618"/>
                  </a:lnTo>
                  <a:lnTo>
                    <a:pt x="2429828" y="741997"/>
                  </a:lnTo>
                  <a:lnTo>
                    <a:pt x="2435542" y="741045"/>
                  </a:lnTo>
                  <a:lnTo>
                    <a:pt x="2441258" y="745807"/>
                  </a:lnTo>
                  <a:lnTo>
                    <a:pt x="2446973" y="757238"/>
                  </a:lnTo>
                  <a:lnTo>
                    <a:pt x="2452688" y="771525"/>
                  </a:lnTo>
                  <a:lnTo>
                    <a:pt x="2459355" y="786765"/>
                  </a:lnTo>
                  <a:lnTo>
                    <a:pt x="2465070" y="796290"/>
                  </a:lnTo>
                  <a:lnTo>
                    <a:pt x="2470785" y="796290"/>
                  </a:lnTo>
                  <a:lnTo>
                    <a:pt x="2476500" y="781050"/>
                  </a:lnTo>
                  <a:lnTo>
                    <a:pt x="2483168" y="748665"/>
                  </a:lnTo>
                  <a:lnTo>
                    <a:pt x="2488882" y="695325"/>
                  </a:lnTo>
                  <a:lnTo>
                    <a:pt x="2494598" y="622935"/>
                  </a:lnTo>
                  <a:lnTo>
                    <a:pt x="2500312" y="533400"/>
                  </a:lnTo>
                  <a:lnTo>
                    <a:pt x="2506028" y="432435"/>
                  </a:lnTo>
                  <a:lnTo>
                    <a:pt x="2512695" y="326708"/>
                  </a:lnTo>
                  <a:lnTo>
                    <a:pt x="2518410" y="223838"/>
                  </a:lnTo>
                  <a:lnTo>
                    <a:pt x="2524125" y="133350"/>
                  </a:lnTo>
                  <a:lnTo>
                    <a:pt x="2529840" y="61912"/>
                  </a:lnTo>
                  <a:lnTo>
                    <a:pt x="2536508" y="16192"/>
                  </a:lnTo>
                  <a:lnTo>
                    <a:pt x="2542223" y="0"/>
                  </a:lnTo>
                  <a:lnTo>
                    <a:pt x="2547938" y="16192"/>
                  </a:lnTo>
                  <a:lnTo>
                    <a:pt x="2553652" y="61912"/>
                  </a:lnTo>
                  <a:lnTo>
                    <a:pt x="2559368" y="133350"/>
                  </a:lnTo>
                  <a:lnTo>
                    <a:pt x="2566035" y="223838"/>
                  </a:lnTo>
                  <a:lnTo>
                    <a:pt x="2571750" y="326708"/>
                  </a:lnTo>
                  <a:lnTo>
                    <a:pt x="2577465" y="432435"/>
                  </a:lnTo>
                  <a:lnTo>
                    <a:pt x="2583180" y="533400"/>
                  </a:lnTo>
                  <a:lnTo>
                    <a:pt x="2589848" y="622935"/>
                  </a:lnTo>
                  <a:lnTo>
                    <a:pt x="2595562" y="695325"/>
                  </a:lnTo>
                  <a:lnTo>
                    <a:pt x="2601278" y="748665"/>
                  </a:lnTo>
                  <a:lnTo>
                    <a:pt x="2606992" y="781050"/>
                  </a:lnTo>
                  <a:lnTo>
                    <a:pt x="2612708" y="796290"/>
                  </a:lnTo>
                  <a:lnTo>
                    <a:pt x="2619375" y="796290"/>
                  </a:lnTo>
                  <a:lnTo>
                    <a:pt x="2625090" y="786765"/>
                  </a:lnTo>
                  <a:lnTo>
                    <a:pt x="2630805" y="771525"/>
                  </a:lnTo>
                  <a:lnTo>
                    <a:pt x="2636520" y="757238"/>
                  </a:lnTo>
                  <a:lnTo>
                    <a:pt x="2643188" y="745807"/>
                  </a:lnTo>
                  <a:lnTo>
                    <a:pt x="2648902" y="741045"/>
                  </a:lnTo>
                  <a:lnTo>
                    <a:pt x="2654618" y="741997"/>
                  </a:lnTo>
                  <a:lnTo>
                    <a:pt x="2660332" y="749618"/>
                  </a:lnTo>
                  <a:lnTo>
                    <a:pt x="2666048" y="761047"/>
                  </a:lnTo>
                  <a:lnTo>
                    <a:pt x="2672715" y="774382"/>
                  </a:lnTo>
                  <a:lnTo>
                    <a:pt x="2678430" y="786765"/>
                  </a:lnTo>
                  <a:lnTo>
                    <a:pt x="2684145" y="794385"/>
                  </a:lnTo>
                  <a:lnTo>
                    <a:pt x="2689860" y="797243"/>
                  </a:lnTo>
                  <a:lnTo>
                    <a:pt x="2695575" y="794385"/>
                  </a:lnTo>
                  <a:lnTo>
                    <a:pt x="2702242" y="786765"/>
                  </a:lnTo>
                  <a:lnTo>
                    <a:pt x="2707958" y="775335"/>
                  </a:lnTo>
                  <a:lnTo>
                    <a:pt x="2713673" y="762000"/>
                  </a:lnTo>
                  <a:lnTo>
                    <a:pt x="2719388" y="751522"/>
                  </a:lnTo>
                  <a:lnTo>
                    <a:pt x="2726055" y="744855"/>
                  </a:lnTo>
                  <a:lnTo>
                    <a:pt x="2731770" y="743903"/>
                  </a:lnTo>
                  <a:lnTo>
                    <a:pt x="2737485" y="749618"/>
                  </a:lnTo>
                  <a:lnTo>
                    <a:pt x="2743200" y="760095"/>
                  </a:lnTo>
                  <a:lnTo>
                    <a:pt x="2748915" y="774382"/>
                  </a:lnTo>
                  <a:lnTo>
                    <a:pt x="2755582" y="787718"/>
                  </a:lnTo>
                  <a:lnTo>
                    <a:pt x="2761298" y="796290"/>
                  </a:lnTo>
                  <a:lnTo>
                    <a:pt x="2767012" y="796290"/>
                  </a:lnTo>
                  <a:lnTo>
                    <a:pt x="2772728" y="782955"/>
                  </a:lnTo>
                  <a:lnTo>
                    <a:pt x="2779395" y="754380"/>
                  </a:lnTo>
                  <a:lnTo>
                    <a:pt x="2785110" y="708660"/>
                  </a:lnTo>
                  <a:lnTo>
                    <a:pt x="2790825" y="645795"/>
                  </a:lnTo>
                  <a:lnTo>
                    <a:pt x="2796540" y="570547"/>
                  </a:lnTo>
                  <a:lnTo>
                    <a:pt x="2802255" y="486728"/>
                  </a:lnTo>
                  <a:lnTo>
                    <a:pt x="2808923" y="399097"/>
                  </a:lnTo>
                  <a:lnTo>
                    <a:pt x="2814638" y="316230"/>
                  </a:lnTo>
                  <a:lnTo>
                    <a:pt x="2820352" y="244792"/>
                  </a:lnTo>
                  <a:lnTo>
                    <a:pt x="2826068" y="190500"/>
                  </a:lnTo>
                  <a:lnTo>
                    <a:pt x="2832735" y="159067"/>
                  </a:lnTo>
                  <a:lnTo>
                    <a:pt x="2838450" y="151447"/>
                  </a:lnTo>
                  <a:lnTo>
                    <a:pt x="2844165" y="169545"/>
                  </a:lnTo>
                  <a:lnTo>
                    <a:pt x="2849880" y="211455"/>
                  </a:lnTo>
                  <a:lnTo>
                    <a:pt x="2855595" y="272415"/>
                  </a:lnTo>
                  <a:lnTo>
                    <a:pt x="2862262" y="348615"/>
                  </a:lnTo>
                  <a:lnTo>
                    <a:pt x="2867978" y="432435"/>
                  </a:lnTo>
                  <a:lnTo>
                    <a:pt x="2873692" y="516255"/>
                  </a:lnTo>
                  <a:lnTo>
                    <a:pt x="2879408" y="596265"/>
                  </a:lnTo>
                  <a:lnTo>
                    <a:pt x="2886075" y="664845"/>
                  </a:lnTo>
                  <a:lnTo>
                    <a:pt x="2891790" y="721043"/>
                  </a:lnTo>
                  <a:lnTo>
                    <a:pt x="2897505" y="761047"/>
                  </a:lnTo>
                  <a:lnTo>
                    <a:pt x="2903220" y="785812"/>
                  </a:lnTo>
                  <a:lnTo>
                    <a:pt x="2908935" y="796290"/>
                  </a:lnTo>
                  <a:lnTo>
                    <a:pt x="2915602" y="796290"/>
                  </a:lnTo>
                  <a:lnTo>
                    <a:pt x="2921318" y="789622"/>
                  </a:lnTo>
                  <a:lnTo>
                    <a:pt x="2927032" y="779145"/>
                  </a:lnTo>
                  <a:lnTo>
                    <a:pt x="2932748" y="768668"/>
                  </a:lnTo>
                  <a:lnTo>
                    <a:pt x="2939415" y="762000"/>
                  </a:lnTo>
                  <a:lnTo>
                    <a:pt x="2945130" y="758190"/>
                  </a:lnTo>
                  <a:lnTo>
                    <a:pt x="2950845" y="760095"/>
                  </a:lnTo>
                  <a:lnTo>
                    <a:pt x="2956560" y="764857"/>
                  </a:lnTo>
                  <a:lnTo>
                    <a:pt x="2962275" y="773430"/>
                  </a:lnTo>
                  <a:lnTo>
                    <a:pt x="2968942" y="782003"/>
                  </a:lnTo>
                  <a:lnTo>
                    <a:pt x="2974658" y="790575"/>
                  </a:lnTo>
                  <a:lnTo>
                    <a:pt x="2980373" y="795338"/>
                  </a:lnTo>
                  <a:lnTo>
                    <a:pt x="2986088" y="797243"/>
                  </a:lnTo>
                  <a:lnTo>
                    <a:pt x="2992755" y="796290"/>
                  </a:lnTo>
                  <a:lnTo>
                    <a:pt x="2998470" y="790575"/>
                  </a:lnTo>
                  <a:lnTo>
                    <a:pt x="3005138" y="783907"/>
                  </a:lnTo>
                  <a:lnTo>
                    <a:pt x="3009900" y="775335"/>
                  </a:lnTo>
                  <a:lnTo>
                    <a:pt x="3015615" y="768668"/>
                  </a:lnTo>
                  <a:lnTo>
                    <a:pt x="3022282" y="764857"/>
                  </a:lnTo>
                  <a:lnTo>
                    <a:pt x="3027998" y="764857"/>
                  </a:lnTo>
                  <a:lnTo>
                    <a:pt x="3033712" y="768668"/>
                  </a:lnTo>
                  <a:lnTo>
                    <a:pt x="3039428" y="775335"/>
                  </a:lnTo>
                  <a:lnTo>
                    <a:pt x="3046095" y="783907"/>
                  </a:lnTo>
                  <a:lnTo>
                    <a:pt x="3051810" y="791528"/>
                  </a:lnTo>
                  <a:lnTo>
                    <a:pt x="3058478" y="797243"/>
                  </a:lnTo>
                  <a:lnTo>
                    <a:pt x="3063240" y="796290"/>
                  </a:lnTo>
                  <a:lnTo>
                    <a:pt x="3068955" y="789622"/>
                  </a:lnTo>
                  <a:lnTo>
                    <a:pt x="3075623" y="773430"/>
                  </a:lnTo>
                  <a:lnTo>
                    <a:pt x="3081338" y="748665"/>
                  </a:lnTo>
                  <a:lnTo>
                    <a:pt x="3087052" y="715328"/>
                  </a:lnTo>
                  <a:lnTo>
                    <a:pt x="3092768" y="675322"/>
                  </a:lnTo>
                  <a:lnTo>
                    <a:pt x="3099435" y="630555"/>
                  </a:lnTo>
                  <a:lnTo>
                    <a:pt x="3105150" y="586740"/>
                  </a:lnTo>
                  <a:lnTo>
                    <a:pt x="3111818" y="545782"/>
                  </a:lnTo>
                  <a:lnTo>
                    <a:pt x="3116580" y="512445"/>
                  </a:lnTo>
                  <a:lnTo>
                    <a:pt x="3122295" y="487680"/>
                  </a:lnTo>
                  <a:lnTo>
                    <a:pt x="3128962" y="474345"/>
                  </a:lnTo>
                  <a:lnTo>
                    <a:pt x="3134678" y="474345"/>
                  </a:lnTo>
                  <a:lnTo>
                    <a:pt x="3140392" y="486728"/>
                  </a:lnTo>
                  <a:lnTo>
                    <a:pt x="3146108" y="511493"/>
                  </a:lnTo>
                  <a:lnTo>
                    <a:pt x="3152775" y="543878"/>
                  </a:lnTo>
                  <a:lnTo>
                    <a:pt x="3158490" y="583882"/>
                  </a:lnTo>
                  <a:lnTo>
                    <a:pt x="3165158" y="624840"/>
                  </a:lnTo>
                  <a:lnTo>
                    <a:pt x="3169920" y="666750"/>
                  </a:lnTo>
                  <a:lnTo>
                    <a:pt x="3175635" y="704850"/>
                  </a:lnTo>
                  <a:lnTo>
                    <a:pt x="3182302" y="737235"/>
                  </a:lnTo>
                  <a:lnTo>
                    <a:pt x="3188018" y="762953"/>
                  </a:lnTo>
                  <a:lnTo>
                    <a:pt x="3193732" y="782003"/>
                  </a:lnTo>
                  <a:lnTo>
                    <a:pt x="3199448" y="792480"/>
                  </a:lnTo>
                  <a:lnTo>
                    <a:pt x="3206115" y="797243"/>
                  </a:lnTo>
                  <a:lnTo>
                    <a:pt x="3211830" y="797243"/>
                  </a:lnTo>
                  <a:lnTo>
                    <a:pt x="3217545" y="794385"/>
                  </a:lnTo>
                  <a:lnTo>
                    <a:pt x="3223260" y="790575"/>
                  </a:lnTo>
                  <a:lnTo>
                    <a:pt x="3228975" y="785812"/>
                  </a:lnTo>
                  <a:lnTo>
                    <a:pt x="3235642" y="782955"/>
                  </a:lnTo>
                  <a:lnTo>
                    <a:pt x="3241358" y="782003"/>
                  </a:lnTo>
                  <a:lnTo>
                    <a:pt x="3247073" y="782955"/>
                  </a:lnTo>
                  <a:lnTo>
                    <a:pt x="3252788" y="784860"/>
                  </a:lnTo>
                  <a:lnTo>
                    <a:pt x="3259455" y="787718"/>
                  </a:lnTo>
                  <a:lnTo>
                    <a:pt x="3265170" y="791528"/>
                  </a:lnTo>
                  <a:lnTo>
                    <a:pt x="3270885" y="794385"/>
                  </a:lnTo>
                  <a:lnTo>
                    <a:pt x="3276600" y="797243"/>
                  </a:lnTo>
                  <a:lnTo>
                    <a:pt x="3282315" y="797243"/>
                  </a:lnTo>
                  <a:lnTo>
                    <a:pt x="3288982" y="797243"/>
                  </a:lnTo>
                  <a:lnTo>
                    <a:pt x="3294698" y="795338"/>
                  </a:lnTo>
                  <a:lnTo>
                    <a:pt x="3300412" y="792480"/>
                  </a:lnTo>
                  <a:lnTo>
                    <a:pt x="3306128" y="790575"/>
                  </a:lnTo>
                  <a:lnTo>
                    <a:pt x="3312795" y="787718"/>
                  </a:lnTo>
                  <a:lnTo>
                    <a:pt x="3318510" y="786765"/>
                  </a:lnTo>
                  <a:lnTo>
                    <a:pt x="3324225" y="787718"/>
                  </a:lnTo>
                  <a:lnTo>
                    <a:pt x="3329940" y="788670"/>
                  </a:lnTo>
                  <a:lnTo>
                    <a:pt x="3335655" y="790575"/>
                  </a:lnTo>
                  <a:lnTo>
                    <a:pt x="3342323" y="793432"/>
                  </a:lnTo>
                  <a:lnTo>
                    <a:pt x="3348038" y="796290"/>
                  </a:lnTo>
                  <a:lnTo>
                    <a:pt x="3354705" y="797243"/>
                  </a:lnTo>
                  <a:lnTo>
                    <a:pt x="3359468" y="797243"/>
                  </a:lnTo>
                  <a:lnTo>
                    <a:pt x="3366135" y="795338"/>
                  </a:lnTo>
                  <a:lnTo>
                    <a:pt x="3371850" y="790575"/>
                  </a:lnTo>
                  <a:lnTo>
                    <a:pt x="3377565" y="783907"/>
                  </a:lnTo>
                  <a:lnTo>
                    <a:pt x="3383280" y="775335"/>
                  </a:lnTo>
                  <a:lnTo>
                    <a:pt x="3388995" y="765810"/>
                  </a:lnTo>
                  <a:lnTo>
                    <a:pt x="3395662" y="755332"/>
                  </a:lnTo>
                  <a:lnTo>
                    <a:pt x="3401378" y="744855"/>
                  </a:lnTo>
                  <a:lnTo>
                    <a:pt x="3408045" y="736282"/>
                  </a:lnTo>
                  <a:lnTo>
                    <a:pt x="3412808" y="729615"/>
                  </a:lnTo>
                  <a:lnTo>
                    <a:pt x="3419475" y="725805"/>
                  </a:lnTo>
                  <a:lnTo>
                    <a:pt x="3425190" y="723900"/>
                  </a:lnTo>
                  <a:lnTo>
                    <a:pt x="3430905" y="725805"/>
                  </a:lnTo>
                  <a:lnTo>
                    <a:pt x="3436620" y="730568"/>
                  </a:lnTo>
                  <a:lnTo>
                    <a:pt x="3442335" y="737235"/>
                  </a:lnTo>
                  <a:lnTo>
                    <a:pt x="3449002" y="745807"/>
                  </a:lnTo>
                  <a:lnTo>
                    <a:pt x="3454718" y="754380"/>
                  </a:lnTo>
                  <a:lnTo>
                    <a:pt x="3461385" y="763905"/>
                  </a:lnTo>
                  <a:lnTo>
                    <a:pt x="3466148" y="773430"/>
                  </a:lnTo>
                  <a:lnTo>
                    <a:pt x="3472815" y="781050"/>
                  </a:lnTo>
                  <a:lnTo>
                    <a:pt x="3478530" y="786765"/>
                  </a:lnTo>
                  <a:lnTo>
                    <a:pt x="3484245" y="791528"/>
                  </a:lnTo>
                  <a:lnTo>
                    <a:pt x="3489960" y="794385"/>
                  </a:lnTo>
                  <a:lnTo>
                    <a:pt x="3495675" y="796290"/>
                  </a:lnTo>
                  <a:lnTo>
                    <a:pt x="3502342" y="797243"/>
                  </a:lnTo>
                  <a:lnTo>
                    <a:pt x="3508058" y="797243"/>
                  </a:lnTo>
                  <a:lnTo>
                    <a:pt x="3514725" y="797243"/>
                  </a:lnTo>
                  <a:lnTo>
                    <a:pt x="3519488" y="796290"/>
                  </a:lnTo>
                  <a:lnTo>
                    <a:pt x="3526155" y="796290"/>
                  </a:lnTo>
                  <a:lnTo>
                    <a:pt x="3531870" y="796290"/>
                  </a:lnTo>
                  <a:lnTo>
                    <a:pt x="3537585" y="795338"/>
                  </a:lnTo>
                  <a:lnTo>
                    <a:pt x="3543300" y="796290"/>
                  </a:lnTo>
                  <a:lnTo>
                    <a:pt x="3549015" y="796290"/>
                  </a:lnTo>
                  <a:lnTo>
                    <a:pt x="3555682" y="796290"/>
                  </a:lnTo>
                  <a:lnTo>
                    <a:pt x="3561398" y="797243"/>
                  </a:lnTo>
                  <a:lnTo>
                    <a:pt x="3568065" y="797243"/>
                  </a:lnTo>
                  <a:lnTo>
                    <a:pt x="3572828" y="797243"/>
                  </a:lnTo>
                  <a:lnTo>
                    <a:pt x="3579495" y="797243"/>
                  </a:lnTo>
                  <a:lnTo>
                    <a:pt x="3585210" y="797243"/>
                  </a:lnTo>
                  <a:lnTo>
                    <a:pt x="3590925" y="797243"/>
                  </a:lnTo>
                  <a:lnTo>
                    <a:pt x="3596640" y="797243"/>
                  </a:lnTo>
                  <a:lnTo>
                    <a:pt x="3602355" y="797243"/>
                  </a:lnTo>
                  <a:lnTo>
                    <a:pt x="3609023" y="797243"/>
                  </a:lnTo>
                  <a:lnTo>
                    <a:pt x="3614738" y="797243"/>
                  </a:lnTo>
                  <a:lnTo>
                    <a:pt x="3621405" y="797243"/>
                  </a:lnTo>
                  <a:lnTo>
                    <a:pt x="3626168" y="797243"/>
                  </a:lnTo>
                  <a:lnTo>
                    <a:pt x="3632835" y="797243"/>
                  </a:lnTo>
                  <a:lnTo>
                    <a:pt x="3638550" y="797243"/>
                  </a:lnTo>
                  <a:lnTo>
                    <a:pt x="3644265" y="797243"/>
                  </a:lnTo>
                  <a:lnTo>
                    <a:pt x="3649980" y="797243"/>
                  </a:lnTo>
                  <a:lnTo>
                    <a:pt x="3655695" y="797243"/>
                  </a:lnTo>
                  <a:lnTo>
                    <a:pt x="3662362" y="797243"/>
                  </a:lnTo>
                  <a:lnTo>
                    <a:pt x="3668078" y="797243"/>
                  </a:lnTo>
                  <a:lnTo>
                    <a:pt x="3674745" y="797243"/>
                  </a:lnTo>
                  <a:lnTo>
                    <a:pt x="3679508" y="797243"/>
                  </a:lnTo>
                  <a:lnTo>
                    <a:pt x="3685223" y="797243"/>
                  </a:lnTo>
                  <a:lnTo>
                    <a:pt x="3691890" y="797243"/>
                  </a:lnTo>
                  <a:lnTo>
                    <a:pt x="3697605" y="797243"/>
                  </a:lnTo>
                  <a:lnTo>
                    <a:pt x="3703320" y="797243"/>
                  </a:lnTo>
                  <a:lnTo>
                    <a:pt x="3709035" y="797243"/>
                  </a:lnTo>
                  <a:lnTo>
                    <a:pt x="3715702" y="797243"/>
                  </a:lnTo>
                  <a:lnTo>
                    <a:pt x="3721418" y="797243"/>
                  </a:lnTo>
                  <a:lnTo>
                    <a:pt x="3728085" y="797243"/>
                  </a:lnTo>
                  <a:lnTo>
                    <a:pt x="3732848" y="797243"/>
                  </a:lnTo>
                  <a:lnTo>
                    <a:pt x="3738563" y="797243"/>
                  </a:lnTo>
                  <a:lnTo>
                    <a:pt x="3745230" y="797243"/>
                  </a:lnTo>
                  <a:lnTo>
                    <a:pt x="3750945" y="797243"/>
                  </a:lnTo>
                  <a:lnTo>
                    <a:pt x="3757613" y="797243"/>
                  </a:lnTo>
                  <a:lnTo>
                    <a:pt x="3762375" y="797243"/>
                  </a:lnTo>
                  <a:lnTo>
                    <a:pt x="3769042" y="797243"/>
                  </a:lnTo>
                  <a:lnTo>
                    <a:pt x="3774758" y="797243"/>
                  </a:lnTo>
                  <a:lnTo>
                    <a:pt x="3781425" y="797243"/>
                  </a:lnTo>
                  <a:lnTo>
                    <a:pt x="3786188" y="797243"/>
                  </a:lnTo>
                  <a:lnTo>
                    <a:pt x="3791902" y="797243"/>
                  </a:lnTo>
                  <a:lnTo>
                    <a:pt x="3798570" y="797243"/>
                  </a:lnTo>
                  <a:lnTo>
                    <a:pt x="3804285" y="797243"/>
                  </a:lnTo>
                  <a:lnTo>
                    <a:pt x="3810952" y="797243"/>
                  </a:lnTo>
                  <a:lnTo>
                    <a:pt x="3815715" y="797243"/>
                  </a:lnTo>
                  <a:lnTo>
                    <a:pt x="3822382" y="797243"/>
                  </a:lnTo>
                  <a:lnTo>
                    <a:pt x="3828098" y="797243"/>
                  </a:lnTo>
                  <a:lnTo>
                    <a:pt x="3834765" y="797243"/>
                  </a:lnTo>
                  <a:lnTo>
                    <a:pt x="3839527" y="797243"/>
                  </a:lnTo>
                  <a:lnTo>
                    <a:pt x="3845242" y="797243"/>
                  </a:lnTo>
                  <a:lnTo>
                    <a:pt x="3851910" y="797243"/>
                  </a:lnTo>
                  <a:lnTo>
                    <a:pt x="3857625" y="797243"/>
                  </a:lnTo>
                  <a:lnTo>
                    <a:pt x="3864292" y="797243"/>
                  </a:lnTo>
                  <a:lnTo>
                    <a:pt x="3869055" y="797243"/>
                  </a:lnTo>
                  <a:lnTo>
                    <a:pt x="3875723" y="797243"/>
                  </a:lnTo>
                  <a:lnTo>
                    <a:pt x="3881438" y="797243"/>
                  </a:lnTo>
                  <a:lnTo>
                    <a:pt x="3888105" y="797243"/>
                  </a:lnTo>
                  <a:lnTo>
                    <a:pt x="3892868" y="797243"/>
                  </a:lnTo>
                  <a:lnTo>
                    <a:pt x="3898582" y="797243"/>
                  </a:lnTo>
                  <a:lnTo>
                    <a:pt x="3905250" y="796290"/>
                  </a:lnTo>
                  <a:lnTo>
                    <a:pt x="3910965" y="796290"/>
                  </a:lnTo>
                  <a:lnTo>
                    <a:pt x="3917632" y="796290"/>
                  </a:lnTo>
                  <a:lnTo>
                    <a:pt x="3922395" y="796290"/>
                  </a:lnTo>
                  <a:lnTo>
                    <a:pt x="3929063" y="796290"/>
                  </a:lnTo>
                  <a:lnTo>
                    <a:pt x="3934777" y="797243"/>
                  </a:lnTo>
                  <a:lnTo>
                    <a:pt x="3941445" y="797243"/>
                  </a:lnTo>
                  <a:lnTo>
                    <a:pt x="3946208" y="797243"/>
                  </a:lnTo>
                  <a:lnTo>
                    <a:pt x="3951923" y="797243"/>
                  </a:lnTo>
                  <a:lnTo>
                    <a:pt x="3958590" y="797243"/>
                  </a:lnTo>
                  <a:lnTo>
                    <a:pt x="3964305" y="796290"/>
                  </a:lnTo>
                  <a:lnTo>
                    <a:pt x="3970973" y="795338"/>
                  </a:lnTo>
                  <a:lnTo>
                    <a:pt x="3975735" y="793432"/>
                  </a:lnTo>
                  <a:lnTo>
                    <a:pt x="3982402" y="790575"/>
                  </a:lnTo>
                  <a:lnTo>
                    <a:pt x="3988118" y="787718"/>
                  </a:lnTo>
                  <a:lnTo>
                    <a:pt x="3994785" y="783907"/>
                  </a:lnTo>
                  <a:lnTo>
                    <a:pt x="3999548" y="781050"/>
                  </a:lnTo>
                  <a:lnTo>
                    <a:pt x="4005263" y="777240"/>
                  </a:lnTo>
                  <a:lnTo>
                    <a:pt x="4011930" y="775335"/>
                  </a:lnTo>
                  <a:lnTo>
                    <a:pt x="4017645" y="773430"/>
                  </a:lnTo>
                  <a:lnTo>
                    <a:pt x="4024313" y="771525"/>
                  </a:lnTo>
                  <a:lnTo>
                    <a:pt x="4029075" y="771525"/>
                  </a:lnTo>
                  <a:lnTo>
                    <a:pt x="4035742" y="772478"/>
                  </a:lnTo>
                  <a:lnTo>
                    <a:pt x="4041458" y="774382"/>
                  </a:lnTo>
                  <a:lnTo>
                    <a:pt x="4048125" y="777240"/>
                  </a:lnTo>
                  <a:lnTo>
                    <a:pt x="4052888" y="781050"/>
                  </a:lnTo>
                  <a:lnTo>
                    <a:pt x="4058602" y="783907"/>
                  </a:lnTo>
                  <a:lnTo>
                    <a:pt x="4065270" y="787718"/>
                  </a:lnTo>
                  <a:lnTo>
                    <a:pt x="4070985" y="790575"/>
                  </a:lnTo>
                  <a:lnTo>
                    <a:pt x="4077652" y="793432"/>
                  </a:lnTo>
                  <a:lnTo>
                    <a:pt x="4082415" y="795338"/>
                  </a:lnTo>
                  <a:lnTo>
                    <a:pt x="4089082" y="797243"/>
                  </a:lnTo>
                  <a:lnTo>
                    <a:pt x="4094798" y="797243"/>
                  </a:lnTo>
                  <a:lnTo>
                    <a:pt x="4101465" y="797243"/>
                  </a:lnTo>
                  <a:lnTo>
                    <a:pt x="4106227" y="797243"/>
                  </a:lnTo>
                  <a:lnTo>
                    <a:pt x="4111942" y="796290"/>
                  </a:lnTo>
                  <a:lnTo>
                    <a:pt x="4118610" y="796290"/>
                  </a:lnTo>
                  <a:lnTo>
                    <a:pt x="4124325" y="795338"/>
                  </a:lnTo>
                  <a:lnTo>
                    <a:pt x="4130992" y="795338"/>
                  </a:lnTo>
                  <a:lnTo>
                    <a:pt x="4135755" y="795338"/>
                  </a:lnTo>
                  <a:lnTo>
                    <a:pt x="4142423" y="795338"/>
                  </a:lnTo>
                  <a:lnTo>
                    <a:pt x="4148138" y="796290"/>
                  </a:lnTo>
                  <a:lnTo>
                    <a:pt x="4153852" y="796290"/>
                  </a:lnTo>
                  <a:lnTo>
                    <a:pt x="4160520" y="797243"/>
                  </a:lnTo>
                  <a:lnTo>
                    <a:pt x="4165282" y="797243"/>
                  </a:lnTo>
                  <a:lnTo>
                    <a:pt x="4171950" y="797243"/>
                  </a:lnTo>
                  <a:lnTo>
                    <a:pt x="4177665" y="797243"/>
                  </a:lnTo>
                  <a:lnTo>
                    <a:pt x="4184332" y="797243"/>
                  </a:lnTo>
                  <a:lnTo>
                    <a:pt x="4189095" y="796290"/>
                  </a:lnTo>
                  <a:lnTo>
                    <a:pt x="4195763" y="796290"/>
                  </a:lnTo>
                  <a:lnTo>
                    <a:pt x="4201478" y="795338"/>
                  </a:lnTo>
                  <a:lnTo>
                    <a:pt x="4207192" y="795338"/>
                  </a:lnTo>
                  <a:lnTo>
                    <a:pt x="4213860" y="794385"/>
                  </a:lnTo>
                  <a:lnTo>
                    <a:pt x="4218622" y="795338"/>
                  </a:lnTo>
                  <a:lnTo>
                    <a:pt x="4225290" y="795338"/>
                  </a:lnTo>
                  <a:lnTo>
                    <a:pt x="4231005" y="796290"/>
                  </a:lnTo>
                  <a:lnTo>
                    <a:pt x="4237672" y="797243"/>
                  </a:lnTo>
                  <a:lnTo>
                    <a:pt x="4242435" y="797243"/>
                  </a:lnTo>
                  <a:lnTo>
                    <a:pt x="4249102" y="797243"/>
                  </a:lnTo>
                  <a:lnTo>
                    <a:pt x="4254818" y="796290"/>
                  </a:lnTo>
                  <a:lnTo>
                    <a:pt x="4260532" y="795338"/>
                  </a:lnTo>
                  <a:lnTo>
                    <a:pt x="4267200" y="792480"/>
                  </a:lnTo>
                  <a:lnTo>
                    <a:pt x="4271963" y="789622"/>
                  </a:lnTo>
                  <a:lnTo>
                    <a:pt x="4278630" y="785812"/>
                  </a:lnTo>
                  <a:lnTo>
                    <a:pt x="4284345" y="781050"/>
                  </a:lnTo>
                  <a:lnTo>
                    <a:pt x="4291013" y="775335"/>
                  </a:lnTo>
                  <a:lnTo>
                    <a:pt x="4295775" y="771525"/>
                  </a:lnTo>
                  <a:lnTo>
                    <a:pt x="4302442" y="766762"/>
                  </a:lnTo>
                  <a:lnTo>
                    <a:pt x="4308158" y="763905"/>
                  </a:lnTo>
                  <a:lnTo>
                    <a:pt x="4313872" y="762000"/>
                  </a:lnTo>
                  <a:lnTo>
                    <a:pt x="4320540" y="762000"/>
                  </a:lnTo>
                  <a:lnTo>
                    <a:pt x="4325302" y="762953"/>
                  </a:lnTo>
                  <a:lnTo>
                    <a:pt x="4331970" y="764857"/>
                  </a:lnTo>
                  <a:lnTo>
                    <a:pt x="4337685" y="768668"/>
                  </a:lnTo>
                  <a:lnTo>
                    <a:pt x="4344352" y="772478"/>
                  </a:lnTo>
                  <a:lnTo>
                    <a:pt x="4349115" y="777240"/>
                  </a:lnTo>
                  <a:lnTo>
                    <a:pt x="4355782" y="782003"/>
                  </a:lnTo>
                  <a:lnTo>
                    <a:pt x="4361498" y="786765"/>
                  </a:lnTo>
                  <a:lnTo>
                    <a:pt x="4367213" y="790575"/>
                  </a:lnTo>
                  <a:lnTo>
                    <a:pt x="4373880" y="793432"/>
                  </a:lnTo>
                  <a:lnTo>
                    <a:pt x="4378642" y="795338"/>
                  </a:lnTo>
                  <a:lnTo>
                    <a:pt x="4385310" y="797243"/>
                  </a:lnTo>
                  <a:lnTo>
                    <a:pt x="4391025" y="797243"/>
                  </a:lnTo>
                  <a:lnTo>
                    <a:pt x="4397692" y="797243"/>
                  </a:lnTo>
                  <a:lnTo>
                    <a:pt x="4402455" y="797243"/>
                  </a:lnTo>
                  <a:lnTo>
                    <a:pt x="4409122" y="796290"/>
                  </a:lnTo>
                  <a:lnTo>
                    <a:pt x="4414838" y="796290"/>
                  </a:lnTo>
                  <a:lnTo>
                    <a:pt x="4420552" y="795338"/>
                  </a:lnTo>
                  <a:lnTo>
                    <a:pt x="4427220" y="795338"/>
                  </a:lnTo>
                  <a:lnTo>
                    <a:pt x="4431982" y="795338"/>
                  </a:lnTo>
                  <a:lnTo>
                    <a:pt x="4438650" y="796290"/>
                  </a:lnTo>
                  <a:lnTo>
                    <a:pt x="4444365" y="796290"/>
                  </a:lnTo>
                  <a:lnTo>
                    <a:pt x="4451032" y="796290"/>
                  </a:lnTo>
                  <a:lnTo>
                    <a:pt x="4455795" y="797243"/>
                  </a:lnTo>
                  <a:lnTo>
                    <a:pt x="4462463" y="797243"/>
                  </a:lnTo>
                  <a:lnTo>
                    <a:pt x="4468178" y="797243"/>
                  </a:lnTo>
                  <a:lnTo>
                    <a:pt x="4473892" y="797243"/>
                  </a:lnTo>
                  <a:lnTo>
                    <a:pt x="4480560" y="797243"/>
                  </a:lnTo>
                  <a:lnTo>
                    <a:pt x="4485322" y="797243"/>
                  </a:lnTo>
                  <a:lnTo>
                    <a:pt x="4491990" y="796290"/>
                  </a:lnTo>
                  <a:lnTo>
                    <a:pt x="4497705" y="796290"/>
                  </a:lnTo>
                  <a:lnTo>
                    <a:pt x="4504372" y="796290"/>
                  </a:lnTo>
                  <a:lnTo>
                    <a:pt x="4509135" y="796290"/>
                  </a:lnTo>
                  <a:lnTo>
                    <a:pt x="4515802" y="796290"/>
                  </a:lnTo>
                  <a:lnTo>
                    <a:pt x="4521518" y="796290"/>
                  </a:lnTo>
                  <a:lnTo>
                    <a:pt x="4527232" y="797243"/>
                  </a:lnTo>
                  <a:lnTo>
                    <a:pt x="4533900" y="797243"/>
                  </a:lnTo>
                  <a:lnTo>
                    <a:pt x="4538663" y="797243"/>
                  </a:lnTo>
                  <a:lnTo>
                    <a:pt x="4545330" y="797243"/>
                  </a:lnTo>
                  <a:lnTo>
                    <a:pt x="4551045" y="797243"/>
                  </a:lnTo>
                  <a:lnTo>
                    <a:pt x="4557713" y="796290"/>
                  </a:lnTo>
                  <a:lnTo>
                    <a:pt x="4563428" y="795338"/>
                  </a:lnTo>
                  <a:lnTo>
                    <a:pt x="4569142" y="794385"/>
                  </a:lnTo>
                  <a:lnTo>
                    <a:pt x="4574858" y="792480"/>
                  </a:lnTo>
                  <a:lnTo>
                    <a:pt x="4580572" y="790575"/>
                  </a:lnTo>
                  <a:lnTo>
                    <a:pt x="4587240" y="788670"/>
                  </a:lnTo>
                  <a:lnTo>
                    <a:pt x="4592002" y="786765"/>
                  </a:lnTo>
                  <a:lnTo>
                    <a:pt x="4598670" y="785812"/>
                  </a:lnTo>
                  <a:lnTo>
                    <a:pt x="4604385" y="784860"/>
                  </a:lnTo>
                  <a:lnTo>
                    <a:pt x="4611052" y="783907"/>
                  </a:lnTo>
                  <a:lnTo>
                    <a:pt x="4616768" y="784860"/>
                  </a:lnTo>
                  <a:lnTo>
                    <a:pt x="4622482" y="785812"/>
                  </a:lnTo>
                  <a:lnTo>
                    <a:pt x="4628198" y="786765"/>
                  </a:lnTo>
                  <a:lnTo>
                    <a:pt x="4633913" y="787718"/>
                  </a:lnTo>
                  <a:lnTo>
                    <a:pt x="4640580" y="789622"/>
                  </a:lnTo>
                  <a:lnTo>
                    <a:pt x="4645342" y="791528"/>
                  </a:lnTo>
                  <a:lnTo>
                    <a:pt x="4652010" y="792480"/>
                  </a:lnTo>
                  <a:lnTo>
                    <a:pt x="4657725" y="794385"/>
                  </a:lnTo>
                  <a:lnTo>
                    <a:pt x="4664392" y="795338"/>
                  </a:lnTo>
                  <a:lnTo>
                    <a:pt x="4670108" y="796290"/>
                  </a:lnTo>
                  <a:lnTo>
                    <a:pt x="4674870" y="797243"/>
                  </a:lnTo>
                  <a:lnTo>
                    <a:pt x="4681538" y="797243"/>
                  </a:lnTo>
                  <a:lnTo>
                    <a:pt x="4687252" y="797243"/>
                  </a:lnTo>
                  <a:lnTo>
                    <a:pt x="4693920" y="797243"/>
                  </a:lnTo>
                  <a:lnTo>
                    <a:pt x="4698682" y="797243"/>
                  </a:lnTo>
                  <a:lnTo>
                    <a:pt x="4705350" y="797243"/>
                  </a:lnTo>
                  <a:lnTo>
                    <a:pt x="4711065" y="797243"/>
                  </a:lnTo>
                  <a:lnTo>
                    <a:pt x="4717732" y="797243"/>
                  </a:lnTo>
                  <a:lnTo>
                    <a:pt x="4723448" y="797243"/>
                  </a:lnTo>
                  <a:lnTo>
                    <a:pt x="4728210" y="797243"/>
                  </a:lnTo>
                  <a:lnTo>
                    <a:pt x="4734878" y="797243"/>
                  </a:lnTo>
                  <a:lnTo>
                    <a:pt x="4740592" y="797243"/>
                  </a:lnTo>
                  <a:lnTo>
                    <a:pt x="4747260" y="797243"/>
                  </a:lnTo>
                  <a:lnTo>
                    <a:pt x="4752022" y="797243"/>
                  </a:lnTo>
                  <a:lnTo>
                    <a:pt x="4758690" y="797243"/>
                  </a:lnTo>
                  <a:lnTo>
                    <a:pt x="4764405" y="797243"/>
                  </a:lnTo>
                  <a:lnTo>
                    <a:pt x="4771072" y="797243"/>
                  </a:lnTo>
                  <a:lnTo>
                    <a:pt x="4776788" y="797243"/>
                  </a:lnTo>
                  <a:lnTo>
                    <a:pt x="4781550" y="797243"/>
                  </a:lnTo>
                  <a:lnTo>
                    <a:pt x="4788218" y="797243"/>
                  </a:lnTo>
                  <a:lnTo>
                    <a:pt x="4793932" y="797243"/>
                  </a:lnTo>
                  <a:lnTo>
                    <a:pt x="4800600" y="797243"/>
                  </a:lnTo>
                  <a:lnTo>
                    <a:pt x="4805363" y="797243"/>
                  </a:lnTo>
                  <a:lnTo>
                    <a:pt x="4812030" y="797243"/>
                  </a:lnTo>
                  <a:lnTo>
                    <a:pt x="4817745" y="797243"/>
                  </a:lnTo>
                  <a:lnTo>
                    <a:pt x="4824413" y="797243"/>
                  </a:lnTo>
                  <a:lnTo>
                    <a:pt x="4830128" y="797243"/>
                  </a:lnTo>
                  <a:lnTo>
                    <a:pt x="4834890" y="797243"/>
                  </a:lnTo>
                  <a:lnTo>
                    <a:pt x="4841558" y="797243"/>
                  </a:lnTo>
                  <a:lnTo>
                    <a:pt x="4847272" y="797243"/>
                  </a:lnTo>
                  <a:lnTo>
                    <a:pt x="4853940" y="797243"/>
                  </a:lnTo>
                  <a:lnTo>
                    <a:pt x="4858702" y="797243"/>
                  </a:lnTo>
                  <a:lnTo>
                    <a:pt x="4865370" y="797243"/>
                  </a:lnTo>
                  <a:lnTo>
                    <a:pt x="4871085" y="797243"/>
                  </a:lnTo>
                  <a:lnTo>
                    <a:pt x="4877752" y="797243"/>
                  </a:lnTo>
                  <a:lnTo>
                    <a:pt x="4883467" y="797243"/>
                  </a:lnTo>
                  <a:lnTo>
                    <a:pt x="4888230" y="797243"/>
                  </a:lnTo>
                  <a:lnTo>
                    <a:pt x="4894898" y="797243"/>
                  </a:lnTo>
                  <a:lnTo>
                    <a:pt x="4900612" y="797243"/>
                  </a:lnTo>
                  <a:lnTo>
                    <a:pt x="4907280" y="797243"/>
                  </a:lnTo>
                  <a:lnTo>
                    <a:pt x="4912042" y="797243"/>
                  </a:lnTo>
                  <a:lnTo>
                    <a:pt x="4918710" y="797243"/>
                  </a:lnTo>
                  <a:lnTo>
                    <a:pt x="4924425" y="797243"/>
                  </a:lnTo>
                  <a:lnTo>
                    <a:pt x="4931092" y="797243"/>
                  </a:lnTo>
                  <a:lnTo>
                    <a:pt x="4936808" y="797243"/>
                  </a:lnTo>
                  <a:lnTo>
                    <a:pt x="4941570" y="797243"/>
                  </a:lnTo>
                  <a:lnTo>
                    <a:pt x="4948238" y="797243"/>
                  </a:lnTo>
                  <a:lnTo>
                    <a:pt x="4953952" y="797243"/>
                  </a:lnTo>
                  <a:lnTo>
                    <a:pt x="4960620" y="797243"/>
                  </a:lnTo>
                  <a:lnTo>
                    <a:pt x="4966335" y="797243"/>
                  </a:lnTo>
                  <a:lnTo>
                    <a:pt x="4972050" y="797243"/>
                  </a:lnTo>
                  <a:lnTo>
                    <a:pt x="4977765" y="797243"/>
                  </a:lnTo>
                  <a:lnTo>
                    <a:pt x="4984432" y="797243"/>
                  </a:lnTo>
                  <a:lnTo>
                    <a:pt x="4990148" y="797243"/>
                  </a:lnTo>
                  <a:lnTo>
                    <a:pt x="4994910" y="797243"/>
                  </a:lnTo>
                  <a:lnTo>
                    <a:pt x="5001577" y="797243"/>
                  </a:lnTo>
                  <a:lnTo>
                    <a:pt x="5007292" y="797243"/>
                  </a:lnTo>
                  <a:lnTo>
                    <a:pt x="5013960" y="797243"/>
                  </a:lnTo>
                  <a:lnTo>
                    <a:pt x="5019675" y="797243"/>
                  </a:lnTo>
                  <a:lnTo>
                    <a:pt x="5025390" y="797243"/>
                  </a:lnTo>
                  <a:lnTo>
                    <a:pt x="5031105" y="797243"/>
                  </a:lnTo>
                  <a:lnTo>
                    <a:pt x="5037772" y="797243"/>
                  </a:lnTo>
                  <a:lnTo>
                    <a:pt x="5043488" y="797243"/>
                  </a:lnTo>
                  <a:lnTo>
                    <a:pt x="5048250" y="797243"/>
                  </a:lnTo>
                  <a:lnTo>
                    <a:pt x="5054917" y="797243"/>
                  </a:lnTo>
                  <a:lnTo>
                    <a:pt x="5060632" y="797243"/>
                  </a:lnTo>
                  <a:lnTo>
                    <a:pt x="5067300" y="797243"/>
                  </a:lnTo>
                  <a:lnTo>
                    <a:pt x="5073015" y="797243"/>
                  </a:lnTo>
                  <a:lnTo>
                    <a:pt x="5078730" y="797243"/>
                  </a:lnTo>
                  <a:lnTo>
                    <a:pt x="5084445" y="797243"/>
                  </a:lnTo>
                  <a:lnTo>
                    <a:pt x="5081588" y="797243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157288" y="1592580"/>
              <a:ext cx="137255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单缝衍射因子 (sinα/α)²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274691" y="267033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−8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459601" y="267033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−4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675821" y="267033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861683" y="267033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045641" y="267033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57288" y="2892742"/>
              <a:ext cx="22665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D97706"/>
                  </a:solidFill>
                  <a:latin typeface="+mn-lt"/>
                  <a:ea typeface="+mn-ea"/>
                  <a:cs typeface="+mn-cs"/>
                </a:rPr>
                <a:t>多缝干涉因子 (sinNβ/sinβ)²/N²，N = 4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274691" y="397049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−8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459601" y="397049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−4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675821" y="397049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861683" y="397049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045641" y="397049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7288" y="4192905"/>
              <a:ext cx="172360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光栅衍射 = 两者相乘（d = 4a）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274691" y="527065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−8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459601" y="527065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−4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675821" y="527065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861683" y="527065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045641" y="527065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280211" y="4961096"/>
              <a:ext cx="11991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缺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2465121" y="4961096"/>
              <a:ext cx="11991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缺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836846" y="4961096"/>
              <a:ext cx="11991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缺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020803" y="4961096"/>
              <a:ext cx="11991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缺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451579" y="5298281"/>
              <a:ext cx="8815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sinφ（单位 λ/d）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formula80"/>
              <p:cNvSpPr txBox="1">
                <a:spLocks noGrp="1"/>
              </p:cNvSpPr>
              <p:nvPr/>
            </p:nvSpPr>
            <p:spPr>
              <a:xfrm>
                <a:off x="7114222" y="1524000"/>
                <a:ext cx="4544378" cy="4629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I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</m:sSub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bar"/>
                                  <m:ctrl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func>
                                    <m:funcPr/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α</m:t>
                                      </m:r>
                                    </m:e>
                                  </m:func>
                                </m:num>
                                <m:den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α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bar"/>
                                  <m:ctrl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func>
                                    <m:funcPr/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N</m:t>
                                      </m:r>
                                    </m:e>
                                  </m:func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β</m:t>
                                  </m:r>
                                </m:num>
                                <m:den>
                                  <m:func>
                                    <m:funcPr/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β</m:t>
                                      </m:r>
                                    </m:e>
                                  </m:func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</mc:AlternateContent>
      <p:grpSp>
        <p:nvGrpSpPr>
          <p:cNvPr id="62" name="c2-kv-2"/>
          <p:cNvGrpSpPr/>
          <p:nvPr/>
        </p:nvGrpSpPr>
        <p:grpSpPr>
          <a:xfrm>
            <a:off x="7107364" y="2184082"/>
            <a:ext cx="4551236" cy="662178"/>
            <a:chOff x="7107364" y="2184082"/>
            <a:chExt cx="4551236" cy="662178"/>
          </a:xfrm>
        </p:grpSpPr>
        <p:sp>
          <p:nvSpPr>
            <p:cNvPr id="57" name="TextBox 57"/>
            <p:cNvSpPr txBox="1"/>
            <p:nvPr/>
          </p:nvSpPr>
          <p:spPr>
            <a:xfrm>
              <a:off x="7107364" y="2184082"/>
              <a:ext cx="11872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3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α = πa sinφ/λ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470392" y="218408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单缝衍射因子的参数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7114222" y="2473642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107364" y="2582227"/>
              <a:ext cx="11872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3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β = πd sinφ/λ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470392" y="2582227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相邻两缝相位差的一半</a:t>
              </a:r>
            </a:p>
          </p:txBody>
        </p:sp>
      </p:grpSp>
      <p:grpSp>
        <p:nvGrpSpPr>
          <p:cNvPr id="76" name="c2-steps-3"/>
          <p:cNvGrpSpPr/>
          <p:nvPr/>
        </p:nvGrpSpPr>
        <p:grpSpPr>
          <a:xfrm>
            <a:off x="7114222" y="2977515"/>
            <a:ext cx="4350640" cy="2108358"/>
            <a:chOff x="7114222" y="2977515"/>
            <a:chExt cx="4350640" cy="2108358"/>
          </a:xfrm>
        </p:grpSpPr>
        <p:sp>
          <p:nvSpPr>
            <p:cNvPr id="63" name="Rectangle 63"/>
            <p:cNvSpPr/>
            <p:nvPr/>
          </p:nvSpPr>
          <p:spPr>
            <a:xfrm>
              <a:off x="7247572" y="3120390"/>
              <a:ext cx="19050" cy="13811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Ellipse 64"/>
            <p:cNvSpPr/>
            <p:nvPr/>
          </p:nvSpPr>
          <p:spPr>
            <a:xfrm>
              <a:off x="7114222" y="297751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207846" y="305133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6" name="Ellipse 66"/>
            <p:cNvSpPr/>
            <p:nvPr/>
          </p:nvSpPr>
          <p:spPr>
            <a:xfrm>
              <a:off x="7114222" y="356425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7207846" y="36380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8" name="Ellipse 68"/>
            <p:cNvSpPr/>
            <p:nvPr/>
          </p:nvSpPr>
          <p:spPr>
            <a:xfrm>
              <a:off x="7114222" y="435864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7207846" y="4432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526464" y="300990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单缝因子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527608" y="3277076"/>
              <a:ext cx="3079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零点在 a sinφ = ±λ，d = 4a 时即 d sinφ = ±4λ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526464" y="359664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多缝因子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527608" y="3863816"/>
              <a:ext cx="3937254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 sinφ = kλ 处出现主极大，高度 N²，相邻主极大间有 N − 1 个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零点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526464" y="439007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相乘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527608" y="4658201"/>
              <a:ext cx="378079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主极大的高度按单缝轮廓线分配，±4、±8 级正好落在单缝零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点上消失</a:t>
              </a:r>
            </a:p>
          </p:txBody>
        </p:sp>
      </p:grpSp>
      <p:grpSp>
        <p:nvGrpSpPr>
          <p:cNvPr id="83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77" name="Rectangle 77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81" name="Group 81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78" name="Freeform 78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82" name="TextBox 82"/>
            <p:cNvSpPr txBox="1"/>
            <p:nvPr/>
          </p:nvSpPr>
          <p:spPr>
            <a:xfrm>
              <a:off x="1040892" y="6023610"/>
              <a:ext cx="92823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光强公式是补充的，考试一般不要求推导。记住结论：主极大的位置由多缝干涉决定，各级的亮度由单缝衍射决定。</a:t>
              </a:r>
            </a:p>
          </p:txBody>
        </p:sp>
      </p:grpSp>
      <p:grpSp>
        <p:nvGrpSpPr>
          <p:cNvPr id="8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4" name="TextBox 84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第8章 光的衍射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161004" cy="909257"/>
            <a:chOff x="520446" y="342900"/>
            <a:chExt cx="71610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光的衍射 · 光栅衍射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1610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光栅方程：相邻缝的光程差为 kλ 时出现主极大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951220" cy="1401128"/>
            <a:chOff x="533400" y="1524000"/>
            <a:chExt cx="5951220" cy="140112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1401128"/>
            </a:xfrm>
            <a:prstGeom prst="roundRect">
              <a:avLst>
                <a:gd name="adj" fmla="val 9517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5805" y="1716405"/>
              <a:ext cx="2476500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57237" y="1750695"/>
              <a:ext cx="24136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光栅方程（正入射，主极大明纹条件）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formula85"/>
                <p:cNvSpPr txBox="1">
                  <a:spLocks noGrp="1"/>
                </p:cNvSpPr>
                <p:nvPr/>
              </p:nvSpPr>
              <p:spPr>
                <a:xfrm>
                  <a:off x="725805" y="2050732"/>
                  <a:ext cx="5566410" cy="3619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e>
                        </m:d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sin</m:t>
                            </m:r>
                          </m:fName>
                          <m:e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φ</m:t>
                            </m:r>
                          </m:e>
                        </m:func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=±</m:t>
                        </m:r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kλ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k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,⋯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1" name="TextBox 11"/>
            <p:cNvSpPr txBox="1"/>
            <p:nvPr/>
          </p:nvSpPr>
          <p:spPr>
            <a:xfrm>
              <a:off x="718947" y="2521268"/>
              <a:ext cx="31759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 是主极大的级次，k = 0 为中央明纹。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100388"/>
            <a:ext cx="5951220" cy="1209675"/>
            <a:chOff x="533400" y="3100388"/>
            <a:chExt cx="5951220" cy="1209675"/>
          </a:xfrm>
        </p:grpSpPr>
        <p:sp>
          <p:nvSpPr>
            <p:cNvPr id="13" name="Rectangle 13"/>
            <p:cNvSpPr/>
            <p:nvPr/>
          </p:nvSpPr>
          <p:spPr>
            <a:xfrm>
              <a:off x="533400" y="3100388"/>
              <a:ext cx="5951220" cy="1209675"/>
            </a:xfrm>
            <a:prstGeom prst="roundRect">
              <a:avLst>
                <a:gd name="adj" fmla="val 110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3233738"/>
              <a:ext cx="47625" cy="94297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63905" y="3292792"/>
              <a:ext cx="1009650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39343" y="332708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主极大的光强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7047" y="3649027"/>
              <a:ext cx="529437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满足光栅方程时，相邻缝的光矢量相位差为 2kπ，N 个矢量同向相加，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合振幅 NEₚ，光强 Iₚ ∝ N²Eₚ²，是单缝在该方向光强的 N² 倍。</a:t>
              </a:r>
            </a:p>
          </p:txBody>
        </p:sp>
      </p:grpSp>
      <p:grpSp>
        <p:nvGrpSpPr>
          <p:cNvPr id="24" name="c1-card-3"/>
          <p:cNvGrpSpPr/>
          <p:nvPr/>
        </p:nvGrpSpPr>
        <p:grpSpPr>
          <a:xfrm>
            <a:off x="533400" y="4484370"/>
            <a:ext cx="5951220" cy="1209675"/>
            <a:chOff x="533400" y="4484370"/>
            <a:chExt cx="5951220" cy="1209675"/>
          </a:xfrm>
        </p:grpSpPr>
        <p:sp>
          <p:nvSpPr>
            <p:cNvPr id="19" name="Rectangle 19"/>
            <p:cNvSpPr/>
            <p:nvPr/>
          </p:nvSpPr>
          <p:spPr>
            <a:xfrm>
              <a:off x="533400" y="4484370"/>
              <a:ext cx="5951220" cy="1209675"/>
            </a:xfrm>
            <a:prstGeom prst="roundRect">
              <a:avLst>
                <a:gd name="adj" fmla="val 110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42925" y="4617720"/>
              <a:ext cx="47625" cy="94297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63905" y="4676775"/>
              <a:ext cx="140970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27341" y="4711065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为什么叫「主」极大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7047" y="5033962"/>
              <a:ext cx="53286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两个主极大之间还夹着许多很弱的次极大（见后两页），为区分才把满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足光栅方程的明纹叫主极大。</a:t>
              </a:r>
            </a:p>
          </p:txBody>
        </p:sp>
      </p:grpSp>
      <p:grpSp>
        <p:nvGrpSpPr>
          <p:cNvPr id="69" name="g_phmax"/>
          <p:cNvGrpSpPr/>
          <p:nvPr/>
        </p:nvGrpSpPr>
        <p:grpSpPr>
          <a:xfrm>
            <a:off x="7104698" y="2069782"/>
            <a:ext cx="4228148" cy="2736533"/>
            <a:chOff x="7104698" y="2069782"/>
            <a:chExt cx="4228148" cy="2736533"/>
          </a:xfrm>
        </p:grpSpPr>
        <p:sp>
          <p:nvSpPr>
            <p:cNvPr id="25" name="Freeform 25"/>
            <p:cNvSpPr/>
            <p:nvPr/>
          </p:nvSpPr>
          <p:spPr>
            <a:xfrm>
              <a:off x="7364730" y="2546985"/>
              <a:ext cx="735330" cy="9525"/>
            </a:xfrm>
            <a:custGeom>
              <a:avLst/>
              <a:gdLst/>
              <a:ahLst/>
              <a:cxnLst/>
              <a:rect l="l" t="t" r="r" b="b"/>
              <a:pathLst>
                <a:path w="735330" h="9525">
                  <a:moveTo>
                    <a:pt x="0" y="0"/>
                  </a:moveTo>
                  <a:lnTo>
                    <a:pt x="735330" y="0"/>
                  </a:lnTo>
                </a:path>
              </a:pathLst>
            </a:custGeom>
            <a:noFill/>
            <a:ln w="22860">
              <a:solidFill>
                <a:srgbClr val="2F4B9A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8100060" y="249936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8231505" y="2546985"/>
              <a:ext cx="735330" cy="9525"/>
            </a:xfrm>
            <a:custGeom>
              <a:avLst/>
              <a:gdLst/>
              <a:ahLst/>
              <a:cxnLst/>
              <a:rect l="l" t="t" r="r" b="b"/>
              <a:pathLst>
                <a:path w="735330" h="9525">
                  <a:moveTo>
                    <a:pt x="0" y="0"/>
                  </a:moveTo>
                  <a:lnTo>
                    <a:pt x="735330" y="0"/>
                  </a:lnTo>
                </a:path>
              </a:pathLst>
            </a:custGeom>
            <a:noFill/>
            <a:ln w="22860">
              <a:solidFill>
                <a:srgbClr val="2F4B9A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8966835" y="249936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9098280" y="2546985"/>
              <a:ext cx="735330" cy="9525"/>
            </a:xfrm>
            <a:custGeom>
              <a:avLst/>
              <a:gdLst/>
              <a:ahLst/>
              <a:cxnLst/>
              <a:rect l="l" t="t" r="r" b="b"/>
              <a:pathLst>
                <a:path w="735330" h="9525">
                  <a:moveTo>
                    <a:pt x="0" y="0"/>
                  </a:moveTo>
                  <a:lnTo>
                    <a:pt x="735330" y="0"/>
                  </a:lnTo>
                </a:path>
              </a:pathLst>
            </a:custGeom>
            <a:noFill/>
            <a:ln w="22860">
              <a:solidFill>
                <a:srgbClr val="2F4B9A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9833610" y="249936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9965055" y="2546985"/>
              <a:ext cx="735330" cy="9525"/>
            </a:xfrm>
            <a:custGeom>
              <a:avLst/>
              <a:gdLst/>
              <a:ahLst/>
              <a:cxnLst/>
              <a:rect l="l" t="t" r="r" b="b"/>
              <a:pathLst>
                <a:path w="735330" h="9525">
                  <a:moveTo>
                    <a:pt x="0" y="0"/>
                  </a:moveTo>
                  <a:lnTo>
                    <a:pt x="735330" y="0"/>
                  </a:lnTo>
                </a:path>
              </a:pathLst>
            </a:custGeom>
            <a:noFill/>
            <a:ln w="22860">
              <a:solidFill>
                <a:srgbClr val="2F4B9A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10700385" y="249936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7364730" y="2771775"/>
              <a:ext cx="3335655" cy="9525"/>
            </a:xfrm>
            <a:custGeom>
              <a:avLst/>
              <a:gdLst/>
              <a:ahLst/>
              <a:cxnLst/>
              <a:rect l="l" t="t" r="r" b="b"/>
              <a:pathLst>
                <a:path w="3335655" h="9525">
                  <a:moveTo>
                    <a:pt x="0" y="0"/>
                  </a:moveTo>
                  <a:lnTo>
                    <a:pt x="3335655" y="0"/>
                  </a:lnTo>
                </a:path>
              </a:pathLst>
            </a:custGeom>
            <a:noFill/>
            <a:ln w="22860">
              <a:solidFill>
                <a:srgbClr val="B42318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10700385" y="27241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7104698" y="3153728"/>
              <a:ext cx="4228148" cy="9525"/>
            </a:xfrm>
            <a:custGeom>
              <a:avLst/>
              <a:gdLst/>
              <a:ahLst/>
              <a:cxnLst/>
              <a:rect l="l" t="t" r="r" b="b"/>
              <a:pathLst>
                <a:path w="4228148" h="9525">
                  <a:moveTo>
                    <a:pt x="0" y="0"/>
                  </a:moveTo>
                  <a:lnTo>
                    <a:pt x="4228148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36" name="Freeform 36"/>
            <p:cNvSpPr/>
            <p:nvPr/>
          </p:nvSpPr>
          <p:spPr>
            <a:xfrm>
              <a:off x="8161972" y="4758690"/>
              <a:ext cx="179070" cy="9525"/>
            </a:xfrm>
            <a:custGeom>
              <a:avLst/>
              <a:gdLst/>
              <a:ahLst/>
              <a:cxnLst/>
              <a:rect l="l" t="t" r="r" b="b"/>
              <a:pathLst>
                <a:path w="179070" h="9525">
                  <a:moveTo>
                    <a:pt x="0" y="0"/>
                  </a:moveTo>
                  <a:lnTo>
                    <a:pt x="179070" y="0"/>
                  </a:lnTo>
                </a:path>
              </a:pathLst>
            </a:custGeom>
            <a:noFill/>
            <a:ln w="19050">
              <a:solidFill>
                <a:srgbClr val="F26B3A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8341042" y="471106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8473440" y="4664392"/>
              <a:ext cx="154305" cy="89535"/>
            </a:xfrm>
            <a:custGeom>
              <a:avLst/>
              <a:gdLst/>
              <a:ahLst/>
              <a:cxnLst/>
              <a:rect l="l" t="t" r="r" b="b"/>
              <a:pathLst>
                <a:path w="154305" h="89535">
                  <a:moveTo>
                    <a:pt x="0" y="89535"/>
                  </a:moveTo>
                  <a:lnTo>
                    <a:pt x="154305" y="0"/>
                  </a:lnTo>
                </a:path>
              </a:pathLst>
            </a:custGeom>
            <a:noFill/>
            <a:ln w="19050">
              <a:solidFill>
                <a:srgbClr val="F26B3A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8603932" y="4616768"/>
              <a:ext cx="106680" cy="88583"/>
            </a:xfrm>
            <a:custGeom>
              <a:avLst/>
              <a:gdLst/>
              <a:ahLst/>
              <a:cxnLst/>
              <a:rect l="l" t="t" r="r" b="b"/>
              <a:pathLst>
                <a:path w="106680" h="88583">
                  <a:moveTo>
                    <a:pt x="106680" y="0"/>
                  </a:moveTo>
                  <a:lnTo>
                    <a:pt x="47625" y="88583"/>
                  </a:lnTo>
                  <a:lnTo>
                    <a:pt x="0" y="6667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40" name="Freeform 40"/>
            <p:cNvSpPr/>
            <p:nvPr/>
          </p:nvSpPr>
          <p:spPr>
            <a:xfrm>
              <a:off x="8740140" y="4439602"/>
              <a:ext cx="89535" cy="155257"/>
            </a:xfrm>
            <a:custGeom>
              <a:avLst/>
              <a:gdLst/>
              <a:ahLst/>
              <a:cxnLst/>
              <a:rect l="l" t="t" r="r" b="b"/>
              <a:pathLst>
                <a:path w="89535" h="155257">
                  <a:moveTo>
                    <a:pt x="0" y="155257"/>
                  </a:moveTo>
                  <a:lnTo>
                    <a:pt x="89535" y="0"/>
                  </a:lnTo>
                </a:path>
              </a:pathLst>
            </a:custGeom>
            <a:noFill/>
            <a:ln w="19050">
              <a:solidFill>
                <a:srgbClr val="F26B3A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8787765" y="4356735"/>
              <a:ext cx="89535" cy="106680"/>
            </a:xfrm>
            <a:custGeom>
              <a:avLst/>
              <a:gdLst/>
              <a:ahLst/>
              <a:cxnLst/>
              <a:rect l="l" t="t" r="r" b="b"/>
              <a:pathLst>
                <a:path w="89535" h="106680">
                  <a:moveTo>
                    <a:pt x="89535" y="0"/>
                  </a:moveTo>
                  <a:lnTo>
                    <a:pt x="82867" y="106680"/>
                  </a:lnTo>
                  <a:lnTo>
                    <a:pt x="0" y="59055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8890635" y="4144328"/>
              <a:ext cx="9525" cy="178117"/>
            </a:xfrm>
            <a:custGeom>
              <a:avLst/>
              <a:gdLst/>
              <a:ahLst/>
              <a:cxnLst/>
              <a:rect l="l" t="t" r="r" b="b"/>
              <a:pathLst>
                <a:path w="9525" h="178117">
                  <a:moveTo>
                    <a:pt x="0" y="178117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F26B3A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8843010" y="404907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44" name="Freeform 44"/>
            <p:cNvSpPr/>
            <p:nvPr/>
          </p:nvSpPr>
          <p:spPr>
            <a:xfrm>
              <a:off x="8796338" y="3856672"/>
              <a:ext cx="89535" cy="155258"/>
            </a:xfrm>
            <a:custGeom>
              <a:avLst/>
              <a:gdLst/>
              <a:ahLst/>
              <a:cxnLst/>
              <a:rect l="l" t="t" r="r" b="b"/>
              <a:pathLst>
                <a:path w="89535" h="155258">
                  <a:moveTo>
                    <a:pt x="89535" y="155258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F26B3A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8748712" y="3774758"/>
              <a:ext cx="89535" cy="105727"/>
            </a:xfrm>
            <a:custGeom>
              <a:avLst/>
              <a:gdLst/>
              <a:ahLst/>
              <a:cxnLst/>
              <a:rect l="l" t="t" r="r" b="b"/>
              <a:pathLst>
                <a:path w="89535" h="105727">
                  <a:moveTo>
                    <a:pt x="0" y="0"/>
                  </a:moveTo>
                  <a:lnTo>
                    <a:pt x="89535" y="58102"/>
                  </a:lnTo>
                  <a:lnTo>
                    <a:pt x="6668" y="105727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46" name="Freeform 46"/>
            <p:cNvSpPr/>
            <p:nvPr/>
          </p:nvSpPr>
          <p:spPr>
            <a:xfrm>
              <a:off x="8571548" y="3655695"/>
              <a:ext cx="155258" cy="89535"/>
            </a:xfrm>
            <a:custGeom>
              <a:avLst/>
              <a:gdLst/>
              <a:ahLst/>
              <a:cxnLst/>
              <a:rect l="l" t="t" r="r" b="b"/>
              <a:pathLst>
                <a:path w="155258" h="89535">
                  <a:moveTo>
                    <a:pt x="155258" y="89535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F26B3A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8489632" y="3608070"/>
              <a:ext cx="105728" cy="88583"/>
            </a:xfrm>
            <a:custGeom>
              <a:avLst/>
              <a:gdLst/>
              <a:ahLst/>
              <a:cxnLst/>
              <a:rect l="l" t="t" r="r" b="b"/>
              <a:pathLst>
                <a:path w="105728" h="88583">
                  <a:moveTo>
                    <a:pt x="0" y="0"/>
                  </a:moveTo>
                  <a:lnTo>
                    <a:pt x="105728" y="6667"/>
                  </a:lnTo>
                  <a:lnTo>
                    <a:pt x="58103" y="88583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48" name="Freeform 48"/>
            <p:cNvSpPr/>
            <p:nvPr/>
          </p:nvSpPr>
          <p:spPr>
            <a:xfrm>
              <a:off x="8276272" y="3593782"/>
              <a:ext cx="179070" cy="9525"/>
            </a:xfrm>
            <a:custGeom>
              <a:avLst/>
              <a:gdLst/>
              <a:ahLst/>
              <a:cxnLst/>
              <a:rect l="l" t="t" r="r" b="b"/>
              <a:pathLst>
                <a:path w="179070" h="9525">
                  <a:moveTo>
                    <a:pt x="179070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F26B3A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8181022" y="354615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50" name="Freeform 50"/>
            <p:cNvSpPr/>
            <p:nvPr/>
          </p:nvSpPr>
          <p:spPr>
            <a:xfrm>
              <a:off x="7989570" y="3598545"/>
              <a:ext cx="155258" cy="89535"/>
            </a:xfrm>
            <a:custGeom>
              <a:avLst/>
              <a:gdLst/>
              <a:ahLst/>
              <a:cxnLst/>
              <a:rect l="l" t="t" r="r" b="b"/>
              <a:pathLst>
                <a:path w="155258" h="89535">
                  <a:moveTo>
                    <a:pt x="155258" y="0"/>
                  </a:moveTo>
                  <a:lnTo>
                    <a:pt x="0" y="89535"/>
                  </a:lnTo>
                </a:path>
              </a:pathLst>
            </a:custGeom>
            <a:noFill/>
            <a:ln w="19050">
              <a:solidFill>
                <a:srgbClr val="F26B3A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7906702" y="3647122"/>
              <a:ext cx="106680" cy="88583"/>
            </a:xfrm>
            <a:custGeom>
              <a:avLst/>
              <a:gdLst/>
              <a:ahLst/>
              <a:cxnLst/>
              <a:rect l="l" t="t" r="r" b="b"/>
              <a:pathLst>
                <a:path w="106680" h="88583">
                  <a:moveTo>
                    <a:pt x="0" y="88583"/>
                  </a:moveTo>
                  <a:lnTo>
                    <a:pt x="59055" y="0"/>
                  </a:lnTo>
                  <a:lnTo>
                    <a:pt x="106680" y="82868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52" name="Freeform 52"/>
            <p:cNvSpPr/>
            <p:nvPr/>
          </p:nvSpPr>
          <p:spPr>
            <a:xfrm>
              <a:off x="7788592" y="3758565"/>
              <a:ext cx="89535" cy="154305"/>
            </a:xfrm>
            <a:custGeom>
              <a:avLst/>
              <a:gdLst/>
              <a:ahLst/>
              <a:cxnLst/>
              <a:rect l="l" t="t" r="r" b="b"/>
              <a:pathLst>
                <a:path w="89535" h="154305">
                  <a:moveTo>
                    <a:pt x="89535" y="0"/>
                  </a:moveTo>
                  <a:lnTo>
                    <a:pt x="0" y="154305"/>
                  </a:lnTo>
                </a:path>
              </a:pathLst>
            </a:custGeom>
            <a:noFill/>
            <a:ln w="19050">
              <a:solidFill>
                <a:srgbClr val="F26B3A"/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7740968" y="3889058"/>
              <a:ext cx="88582" cy="106680"/>
            </a:xfrm>
            <a:custGeom>
              <a:avLst/>
              <a:gdLst/>
              <a:ahLst/>
              <a:cxnLst/>
              <a:rect l="l" t="t" r="r" b="b"/>
              <a:pathLst>
                <a:path w="88582" h="106680">
                  <a:moveTo>
                    <a:pt x="0" y="106680"/>
                  </a:moveTo>
                  <a:lnTo>
                    <a:pt x="5715" y="0"/>
                  </a:lnTo>
                  <a:lnTo>
                    <a:pt x="88582" y="47625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54" name="Freeform 54"/>
            <p:cNvSpPr/>
            <p:nvPr/>
          </p:nvSpPr>
          <p:spPr>
            <a:xfrm>
              <a:off x="7726680" y="4030028"/>
              <a:ext cx="9525" cy="179070"/>
            </a:xfrm>
            <a:custGeom>
              <a:avLst/>
              <a:gdLst/>
              <a:ahLst/>
              <a:cxnLst/>
              <a:rect l="l" t="t" r="r" b="b"/>
              <a:pathLst>
                <a:path w="9525" h="179070">
                  <a:moveTo>
                    <a:pt x="0" y="0"/>
                  </a:moveTo>
                  <a:lnTo>
                    <a:pt x="0" y="179070"/>
                  </a:lnTo>
                </a:path>
              </a:pathLst>
            </a:custGeom>
            <a:noFill/>
            <a:ln w="19050">
              <a:solidFill>
                <a:srgbClr val="F26B3A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7679055" y="420909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56" name="Freeform 56"/>
            <p:cNvSpPr/>
            <p:nvPr/>
          </p:nvSpPr>
          <p:spPr>
            <a:xfrm>
              <a:off x="7731442" y="4340542"/>
              <a:ext cx="89535" cy="155258"/>
            </a:xfrm>
            <a:custGeom>
              <a:avLst/>
              <a:gdLst/>
              <a:ahLst/>
              <a:cxnLst/>
              <a:rect l="l" t="t" r="r" b="b"/>
              <a:pathLst>
                <a:path w="89535" h="155258">
                  <a:moveTo>
                    <a:pt x="0" y="0"/>
                  </a:moveTo>
                  <a:lnTo>
                    <a:pt x="89535" y="155258"/>
                  </a:lnTo>
                </a:path>
              </a:pathLst>
            </a:custGeom>
            <a:noFill/>
            <a:ln w="19050">
              <a:solidFill>
                <a:srgbClr val="F26B3A"/>
              </a:solidFill>
            </a:ln>
          </p:spPr>
        </p:sp>
        <p:sp>
          <p:nvSpPr>
            <p:cNvPr id="57" name="Freeform 57"/>
            <p:cNvSpPr/>
            <p:nvPr/>
          </p:nvSpPr>
          <p:spPr>
            <a:xfrm>
              <a:off x="7780020" y="4471988"/>
              <a:ext cx="88583" cy="106680"/>
            </a:xfrm>
            <a:custGeom>
              <a:avLst/>
              <a:gdLst/>
              <a:ahLst/>
              <a:cxnLst/>
              <a:rect l="l" t="t" r="r" b="b"/>
              <a:pathLst>
                <a:path w="88583" h="106680">
                  <a:moveTo>
                    <a:pt x="88583" y="106680"/>
                  </a:moveTo>
                  <a:lnTo>
                    <a:pt x="0" y="47625"/>
                  </a:lnTo>
                  <a:lnTo>
                    <a:pt x="81915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58" name="Freeform 58"/>
            <p:cNvSpPr/>
            <p:nvPr/>
          </p:nvSpPr>
          <p:spPr>
            <a:xfrm>
              <a:off x="7890510" y="4607242"/>
              <a:ext cx="155258" cy="89535"/>
            </a:xfrm>
            <a:custGeom>
              <a:avLst/>
              <a:gdLst/>
              <a:ahLst/>
              <a:cxnLst/>
              <a:rect l="l" t="t" r="r" b="b"/>
              <a:pathLst>
                <a:path w="155258" h="89535">
                  <a:moveTo>
                    <a:pt x="0" y="0"/>
                  </a:moveTo>
                  <a:lnTo>
                    <a:pt x="155258" y="89535"/>
                  </a:lnTo>
                </a:path>
              </a:pathLst>
            </a:custGeom>
            <a:noFill/>
            <a:ln w="19050">
              <a:solidFill>
                <a:srgbClr val="F26B3A"/>
              </a:solidFill>
            </a:ln>
          </p:spPr>
        </p:sp>
        <p:sp>
          <p:nvSpPr>
            <p:cNvPr id="59" name="Freeform 59"/>
            <p:cNvSpPr/>
            <p:nvPr/>
          </p:nvSpPr>
          <p:spPr>
            <a:xfrm>
              <a:off x="8021955" y="4655820"/>
              <a:ext cx="105727" cy="88583"/>
            </a:xfrm>
            <a:custGeom>
              <a:avLst/>
              <a:gdLst/>
              <a:ahLst/>
              <a:cxnLst/>
              <a:rect l="l" t="t" r="r" b="b"/>
              <a:pathLst>
                <a:path w="105727" h="88583">
                  <a:moveTo>
                    <a:pt x="105727" y="88583"/>
                  </a:moveTo>
                  <a:lnTo>
                    <a:pt x="0" y="82867"/>
                  </a:lnTo>
                  <a:lnTo>
                    <a:pt x="47625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142798" y="2069782"/>
              <a:ext cx="207496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主极大：相邻缝相位差 2kπ，矢量同向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709901" y="2346960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Eₚ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576676" y="2346960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Eₚ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443451" y="2346960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Eₚ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310226" y="2346960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Eₚ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290385" y="2867025"/>
              <a:ext cx="15967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合振幅 N·Eₚ，光强 ∝ N²Eₚ²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142798" y="3266123"/>
              <a:ext cx="218545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极小：N·Δφ = 2k′π，矢量首尾相接闭合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274492" y="3907155"/>
              <a:ext cx="11551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N = 12，Δφ = 2π/12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274492" y="4132898"/>
              <a:ext cx="9969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合矢量为零 → 暗纹</a:t>
              </a:r>
            </a:p>
          </p:txBody>
        </p:sp>
      </p:grpSp>
      <p:grpSp>
        <p:nvGrpSpPr>
          <p:cNvPr id="76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70" name="Rectangle 70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74" name="Group 74"/>
            <p:cNvGrpSpPr/>
            <p:nvPr/>
          </p:nvGrpSpPr>
          <p:grpSpPr>
            <a:xfrm>
              <a:off x="726129" y="6014203"/>
              <a:ext cx="224134" cy="192560"/>
              <a:chOff x="726129" y="6014203"/>
              <a:chExt cx="224134" cy="192560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838200" y="608457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726129" y="601420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838200" y="61623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1040892" y="6023610"/>
              <a:ext cx="104726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光栅方程只给出主极大可能出现的位置。某一级是否真能看到，还要看 |sinφ| &lt; 1（级次有限）和它是否落在单缝暗纹上（缺级）。</a:t>
              </a:r>
            </a:p>
          </p:txBody>
        </p:sp>
      </p:grpSp>
      <p:grpSp>
        <p:nvGrpSpPr>
          <p:cNvPr id="7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7" name="TextBox 77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第8章 光的衍射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0017069" cy="909257"/>
            <a:chOff x="520446" y="342900"/>
            <a:chExt cx="1001706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光的衍射 · 光栅衍射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01706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极小：N 个振幅矢量首尾相接闭合，两主极大之间有 N − 1 条暗纹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869180" cy="2325052"/>
            <a:chOff x="533400" y="1524000"/>
            <a:chExt cx="4869180" cy="232505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869180" cy="2325052"/>
            </a:xfrm>
            <a:prstGeom prst="roundRect">
              <a:avLst>
                <a:gd name="adj" fmla="val 5735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31520" y="172212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4959" y="17564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暗纹条件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formula92"/>
                <p:cNvSpPr txBox="1">
                  <a:spLocks noGrp="1"/>
                </p:cNvSpPr>
                <p:nvPr/>
              </p:nvSpPr>
              <p:spPr>
                <a:xfrm>
                  <a:off x="731520" y="2059305"/>
                  <a:ext cx="447294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Δ</m:t>
                        </m:r>
                        <m: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φ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=±</m:t>
                        </m:r>
                        <m: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2k'π</m:t>
                        </m:r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formula93"/>
                <p:cNvSpPr txBox="1">
                  <a:spLocks noGrp="1"/>
                </p:cNvSpPr>
                <p:nvPr/>
              </p:nvSpPr>
              <p:spPr>
                <a:xfrm>
                  <a:off x="731520" y="2529840"/>
                  <a:ext cx="4472940" cy="5143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e>
                        </m:d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sin</m:t>
                            </m:r>
                          </m:fName>
                          <m:e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φ</m:t>
                            </m:r>
                          </m:e>
                        </m:func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=±</m:t>
                        </m:r>
                        <m:f>
                          <m:fPr>
                            <m:type m:val="bar"/>
                            <m:ctrl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k'</m:t>
                            </m:r>
                          </m:num>
                          <m:den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den>
                        </m:f>
                        <m: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λ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2" name="TextBox 12"/>
            <p:cNvSpPr txBox="1"/>
            <p:nvPr/>
          </p:nvSpPr>
          <p:spPr>
            <a:xfrm>
              <a:off x="724281" y="3157061"/>
              <a:ext cx="396392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k′ = 1, 2, …，且 k′ ≠ Nk。k′ = Nk 时回到光栅方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程，是主极大。</a:t>
              </a:r>
            </a:p>
          </p:txBody>
        </p:sp>
      </p:grpSp>
      <p:grpSp>
        <p:nvGrpSpPr>
          <p:cNvPr id="19" name="c1-card-2"/>
          <p:cNvGrpSpPr/>
          <p:nvPr/>
        </p:nvGrpSpPr>
        <p:grpSpPr>
          <a:xfrm>
            <a:off x="533400" y="4030028"/>
            <a:ext cx="4869180" cy="1610678"/>
            <a:chOff x="533400" y="4030028"/>
            <a:chExt cx="4869180" cy="1610678"/>
          </a:xfrm>
        </p:grpSpPr>
        <p:sp>
          <p:nvSpPr>
            <p:cNvPr id="14" name="Rectangle 14"/>
            <p:cNvSpPr/>
            <p:nvPr/>
          </p:nvSpPr>
          <p:spPr>
            <a:xfrm>
              <a:off x="533400" y="4030028"/>
              <a:ext cx="4869180" cy="1610678"/>
            </a:xfrm>
            <a:prstGeom prst="roundRect">
              <a:avLst>
                <a:gd name="adj" fmla="val 827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4163378"/>
              <a:ext cx="47625" cy="1343978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69620" y="4228148"/>
              <a:ext cx="1276350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37057" y="426243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暗纹的条数与间距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381" y="4588669"/>
              <a:ext cx="420738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相邻两个主极大之间 k′ 能取 N − 1 个值，所以有 N −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条暗纹；暗纹间距 = 主极大间距/N。</a:t>
              </a:r>
            </a:p>
          </p:txBody>
        </p:sp>
      </p:grpSp>
      <p:grpSp>
        <p:nvGrpSpPr>
          <p:cNvPr id="60" name="g_ph4"/>
          <p:cNvGrpSpPr/>
          <p:nvPr/>
        </p:nvGrpSpPr>
        <p:grpSpPr>
          <a:xfrm>
            <a:off x="6251693" y="2031206"/>
            <a:ext cx="4705013" cy="1714500"/>
            <a:chOff x="6251693" y="2031206"/>
            <a:chExt cx="4705013" cy="1714500"/>
          </a:xfrm>
        </p:grpSpPr>
        <p:sp>
          <p:nvSpPr>
            <p:cNvPr id="20" name="Freeform 20"/>
            <p:cNvSpPr/>
            <p:nvPr/>
          </p:nvSpPr>
          <p:spPr>
            <a:xfrm>
              <a:off x="6468428" y="2956560"/>
              <a:ext cx="413385" cy="9525"/>
            </a:xfrm>
            <a:custGeom>
              <a:avLst/>
              <a:gdLst/>
              <a:ahLst/>
              <a:cxnLst/>
              <a:rect l="l" t="t" r="r" b="b"/>
              <a:pathLst>
                <a:path w="413385" h="9525">
                  <a:moveTo>
                    <a:pt x="0" y="0"/>
                  </a:moveTo>
                  <a:lnTo>
                    <a:pt x="413385" y="0"/>
                  </a:lnTo>
                </a:path>
              </a:pathLst>
            </a:custGeom>
            <a:noFill/>
            <a:ln w="20955">
              <a:solidFill>
                <a:srgbClr val="2F4B9A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6881812" y="290893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7014210" y="2533650"/>
              <a:ext cx="9525" cy="413385"/>
            </a:xfrm>
            <a:custGeom>
              <a:avLst/>
              <a:gdLst/>
              <a:ahLst/>
              <a:cxnLst/>
              <a:rect l="l" t="t" r="r" b="b"/>
              <a:pathLst>
                <a:path w="9525" h="413385">
                  <a:moveTo>
                    <a:pt x="0" y="413385"/>
                  </a:moveTo>
                  <a:lnTo>
                    <a:pt x="0" y="0"/>
                  </a:lnTo>
                </a:path>
              </a:pathLst>
            </a:custGeom>
            <a:noFill/>
            <a:ln w="20955">
              <a:solidFill>
                <a:srgbClr val="2F4B9A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6966585" y="24384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6591300" y="2401252"/>
              <a:ext cx="413385" cy="9525"/>
            </a:xfrm>
            <a:custGeom>
              <a:avLst/>
              <a:gdLst/>
              <a:ahLst/>
              <a:cxnLst/>
              <a:rect l="l" t="t" r="r" b="b"/>
              <a:pathLst>
                <a:path w="413385" h="9525">
                  <a:moveTo>
                    <a:pt x="413385" y="0"/>
                  </a:moveTo>
                  <a:lnTo>
                    <a:pt x="0" y="0"/>
                  </a:lnTo>
                </a:path>
              </a:pathLst>
            </a:custGeom>
            <a:noFill/>
            <a:ln w="20955">
              <a:solidFill>
                <a:srgbClr val="2F4B9A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6496050" y="235362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6458902" y="2410778"/>
              <a:ext cx="9525" cy="413385"/>
            </a:xfrm>
            <a:custGeom>
              <a:avLst/>
              <a:gdLst/>
              <a:ahLst/>
              <a:cxnLst/>
              <a:rect l="l" t="t" r="r" b="b"/>
              <a:pathLst>
                <a:path w="9525" h="413385">
                  <a:moveTo>
                    <a:pt x="0" y="0"/>
                  </a:moveTo>
                  <a:lnTo>
                    <a:pt x="0" y="413385"/>
                  </a:lnTo>
                </a:path>
              </a:pathLst>
            </a:custGeom>
            <a:noFill/>
            <a:ln w="20955">
              <a:solidFill>
                <a:srgbClr val="2F4B9A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6411278" y="282416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8303895" y="2168842"/>
              <a:ext cx="441008" cy="9525"/>
            </a:xfrm>
            <a:custGeom>
              <a:avLst/>
              <a:gdLst/>
              <a:ahLst/>
              <a:cxnLst/>
              <a:rect l="l" t="t" r="r" b="b"/>
              <a:pathLst>
                <a:path w="441008" h="9525">
                  <a:moveTo>
                    <a:pt x="0" y="0"/>
                  </a:moveTo>
                  <a:lnTo>
                    <a:pt x="441008" y="0"/>
                  </a:lnTo>
                </a:path>
              </a:pathLst>
            </a:custGeom>
            <a:noFill/>
            <a:ln w="20955">
              <a:solidFill>
                <a:srgbClr val="2F4B9A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8744902" y="212121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8399145" y="2366010"/>
              <a:ext cx="441008" cy="9525"/>
            </a:xfrm>
            <a:custGeom>
              <a:avLst/>
              <a:gdLst/>
              <a:ahLst/>
              <a:cxnLst/>
              <a:rect l="l" t="t" r="r" b="b"/>
              <a:pathLst>
                <a:path w="441008" h="9525">
                  <a:moveTo>
                    <a:pt x="441008" y="0"/>
                  </a:moveTo>
                  <a:lnTo>
                    <a:pt x="0" y="0"/>
                  </a:lnTo>
                </a:path>
              </a:pathLst>
            </a:custGeom>
            <a:noFill/>
            <a:ln w="20955">
              <a:solidFill>
                <a:srgbClr val="2F4B9A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8303895" y="231838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8303895" y="2562225"/>
              <a:ext cx="441008" cy="9525"/>
            </a:xfrm>
            <a:custGeom>
              <a:avLst/>
              <a:gdLst/>
              <a:ahLst/>
              <a:cxnLst/>
              <a:rect l="l" t="t" r="r" b="b"/>
              <a:pathLst>
                <a:path w="441008" h="9525">
                  <a:moveTo>
                    <a:pt x="0" y="0"/>
                  </a:moveTo>
                  <a:lnTo>
                    <a:pt x="441008" y="0"/>
                  </a:lnTo>
                </a:path>
              </a:pathLst>
            </a:custGeom>
            <a:noFill/>
            <a:ln w="20955">
              <a:solidFill>
                <a:srgbClr val="2F4B9A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8744902" y="25146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8399145" y="2759392"/>
              <a:ext cx="441008" cy="9525"/>
            </a:xfrm>
            <a:custGeom>
              <a:avLst/>
              <a:gdLst/>
              <a:ahLst/>
              <a:cxnLst/>
              <a:rect l="l" t="t" r="r" b="b"/>
              <a:pathLst>
                <a:path w="441008" h="9525">
                  <a:moveTo>
                    <a:pt x="441008" y="0"/>
                  </a:moveTo>
                  <a:lnTo>
                    <a:pt x="0" y="0"/>
                  </a:lnTo>
                </a:path>
              </a:pathLst>
            </a:custGeom>
            <a:noFill/>
            <a:ln w="20955">
              <a:solidFill>
                <a:srgbClr val="2F4B9A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8303895" y="271176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10139362" y="2383155"/>
              <a:ext cx="412432" cy="9525"/>
            </a:xfrm>
            <a:custGeom>
              <a:avLst/>
              <a:gdLst/>
              <a:ahLst/>
              <a:cxnLst/>
              <a:rect l="l" t="t" r="r" b="b"/>
              <a:pathLst>
                <a:path w="412432" h="9525">
                  <a:moveTo>
                    <a:pt x="0" y="0"/>
                  </a:moveTo>
                  <a:lnTo>
                    <a:pt x="412432" y="0"/>
                  </a:lnTo>
                </a:path>
              </a:pathLst>
            </a:custGeom>
            <a:noFill/>
            <a:ln w="20955">
              <a:solidFill>
                <a:srgbClr val="2F4B9A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10551795" y="233553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10685145" y="2392680"/>
              <a:ext cx="9525" cy="413385"/>
            </a:xfrm>
            <a:custGeom>
              <a:avLst/>
              <a:gdLst/>
              <a:ahLst/>
              <a:cxnLst/>
              <a:rect l="l" t="t" r="r" b="b"/>
              <a:pathLst>
                <a:path w="9525" h="413385">
                  <a:moveTo>
                    <a:pt x="0" y="0"/>
                  </a:moveTo>
                  <a:lnTo>
                    <a:pt x="0" y="413385"/>
                  </a:lnTo>
                </a:path>
              </a:pathLst>
            </a:custGeom>
            <a:noFill/>
            <a:ln w="20955">
              <a:solidFill>
                <a:srgbClr val="2F4B9A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10637520" y="280606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40" name="Freeform 40"/>
            <p:cNvSpPr/>
            <p:nvPr/>
          </p:nvSpPr>
          <p:spPr>
            <a:xfrm>
              <a:off x="10262235" y="2938462"/>
              <a:ext cx="413385" cy="9525"/>
            </a:xfrm>
            <a:custGeom>
              <a:avLst/>
              <a:gdLst/>
              <a:ahLst/>
              <a:cxnLst/>
              <a:rect l="l" t="t" r="r" b="b"/>
              <a:pathLst>
                <a:path w="413385" h="9525">
                  <a:moveTo>
                    <a:pt x="413385" y="0"/>
                  </a:moveTo>
                  <a:lnTo>
                    <a:pt x="0" y="0"/>
                  </a:lnTo>
                </a:path>
              </a:pathLst>
            </a:custGeom>
            <a:noFill/>
            <a:ln w="20955">
              <a:solidFill>
                <a:srgbClr val="2F4B9A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10166985" y="289083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10129838" y="2516505"/>
              <a:ext cx="9525" cy="412433"/>
            </a:xfrm>
            <a:custGeom>
              <a:avLst/>
              <a:gdLst/>
              <a:ahLst/>
              <a:cxnLst/>
              <a:rect l="l" t="t" r="r" b="b"/>
              <a:pathLst>
                <a:path w="9525" h="412433">
                  <a:moveTo>
                    <a:pt x="0" y="412433"/>
                  </a:moveTo>
                  <a:lnTo>
                    <a:pt x="0" y="0"/>
                  </a:lnTo>
                </a:path>
              </a:pathLst>
            </a:custGeom>
            <a:noFill/>
            <a:ln w="20955">
              <a:solidFill>
                <a:srgbClr val="2F4B9A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10082212" y="242125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699443" y="2774156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851843" y="2622709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699443" y="2470309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547043" y="2622709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251693" y="3315176"/>
              <a:ext cx="9687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δ = λ/4，Δφ = π/2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534910" y="2031206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534910" y="2228374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534910" y="2425541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534910" y="2622709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152113" y="3315176"/>
              <a:ext cx="83887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δ = λ/2，Δφ = π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371330" y="2452211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522778" y="2604611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371330" y="2757011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218930" y="2604611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859230" y="3315176"/>
              <a:ext cx="109747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δ = 3λ/4，Δφ = 3π/2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132048" y="3583781"/>
              <a:ext cx="287899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 = 4 时 0 级与 1 级主极大之间的三个极小：合矢量都为零</a:t>
              </a:r>
            </a:p>
          </p:txBody>
        </p:sp>
      </p:grpSp>
      <p:grpSp>
        <p:nvGrpSpPr>
          <p:cNvPr id="85" name="c2-table-2"/>
          <p:cNvGrpSpPr/>
          <p:nvPr/>
        </p:nvGrpSpPr>
        <p:grpSpPr>
          <a:xfrm>
            <a:off x="5707380" y="3942398"/>
            <a:ext cx="5951220" cy="1697355"/>
            <a:chOff x="5707380" y="3942398"/>
            <a:chExt cx="5951220" cy="1697355"/>
          </a:xfrm>
        </p:grpSpPr>
        <p:sp>
          <p:nvSpPr>
            <p:cNvPr id="61" name="Rectangle 61"/>
            <p:cNvSpPr/>
            <p:nvPr/>
          </p:nvSpPr>
          <p:spPr>
            <a:xfrm>
              <a:off x="5707380" y="3942398"/>
              <a:ext cx="5951220" cy="42481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965180" y="407098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k′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751430" y="4070985"/>
              <a:ext cx="11256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相邻缝光程差 δ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609663" y="4070985"/>
              <a:ext cx="7410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相位差 Δφ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385599" y="4070985"/>
              <a:ext cx="6410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 个矢量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5809869" y="449580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524244" y="4495800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λ/4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309229" y="4495800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π/2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857041" y="449580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围成正方形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5707380" y="478631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5707380" y="4791075"/>
              <a:ext cx="595122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5809869" y="491966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524244" y="4919662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2λ/4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309229" y="491966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π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857041" y="4919662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两两反向抵消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5707380" y="521112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5809869" y="534447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6524244" y="5344478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3λ/4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8309229" y="5344478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3π/2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9857041" y="5344478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反向围成正方形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5707380" y="3942398"/>
              <a:ext cx="5951220" cy="1697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2" name="Rectangle 82"/>
            <p:cNvSpPr/>
            <p:nvPr/>
          </p:nvSpPr>
          <p:spPr>
            <a:xfrm>
              <a:off x="6416992" y="3942398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8201978" y="3942398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4" name="Rectangle 84"/>
            <p:cNvSpPr/>
            <p:nvPr/>
          </p:nvSpPr>
          <p:spPr>
            <a:xfrm>
              <a:off x="9749790" y="3942398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92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86" name="Rectangle 86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90" name="Group 90"/>
            <p:cNvGrpSpPr/>
            <p:nvPr/>
          </p:nvGrpSpPr>
          <p:grpSpPr>
            <a:xfrm>
              <a:off x="738188" y="6011228"/>
              <a:ext cx="200026" cy="200026"/>
              <a:chOff x="738188" y="6011228"/>
              <a:chExt cx="200026" cy="200026"/>
            </a:xfrm>
          </p:grpSpPr>
          <p:sp>
            <p:nvSpPr>
              <p:cNvPr id="87" name="Freeform 87"/>
              <p:cNvSpPr/>
              <p:nvPr/>
            </p:nvSpPr>
            <p:spPr>
              <a:xfrm>
                <a:off x="738188" y="601122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8" name="Freeform 88"/>
              <p:cNvSpPr/>
              <p:nvPr/>
            </p:nvSpPr>
            <p:spPr>
              <a:xfrm>
                <a:off x="838200" y="6077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9" name="Freeform 89"/>
              <p:cNvSpPr/>
              <p:nvPr/>
            </p:nvSpPr>
            <p:spPr>
              <a:xfrm>
                <a:off x="827088" y="611124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91" name="TextBox 91"/>
            <p:cNvSpPr txBox="1"/>
            <p:nvPr/>
          </p:nvSpPr>
          <p:spPr>
            <a:xfrm>
              <a:off x="1040511" y="6011704"/>
              <a:ext cx="688885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原课件以 N = 4 为例：在 0 级与 1 级主极大之间 k′ 取 1、2、3，对应三个极小。</a:t>
              </a:r>
            </a:p>
          </p:txBody>
        </p:sp>
      </p:grpSp>
      <p:grpSp>
        <p:nvGrpSpPr>
          <p:cNvPr id="9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3" name="TextBox 93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第8章 光的衍射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28686" cy="909257"/>
            <a:chOff x="520446" y="342900"/>
            <a:chExt cx="652868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光的衍射 · 光栅衍射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2868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次极大很弱：N 越大，光强越向主极大集中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2" name="g_n4curve"/>
          <p:cNvGrpSpPr/>
          <p:nvPr/>
        </p:nvGrpSpPr>
        <p:grpSpPr>
          <a:xfrm>
            <a:off x="854392" y="2020252"/>
            <a:ext cx="5505450" cy="3759042"/>
            <a:chOff x="854392" y="2020252"/>
            <a:chExt cx="5505450" cy="3759042"/>
          </a:xfrm>
        </p:grpSpPr>
        <p:sp>
          <p:nvSpPr>
            <p:cNvPr id="7" name="Freeform 7"/>
            <p:cNvSpPr/>
            <p:nvPr/>
          </p:nvSpPr>
          <p:spPr>
            <a:xfrm>
              <a:off x="854392" y="3385185"/>
              <a:ext cx="5410200" cy="9525"/>
            </a:xfrm>
            <a:custGeom>
              <a:avLst/>
              <a:gdLst/>
              <a:ahLst/>
              <a:cxnLst/>
              <a:rect l="l" t="t" r="r" b="b"/>
              <a:pathLst>
                <a:path w="5410200" h="9525">
                  <a:moveTo>
                    <a:pt x="0" y="0"/>
                  </a:moveTo>
                  <a:lnTo>
                    <a:pt x="541020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6264592" y="333756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904875" y="2020252"/>
              <a:ext cx="5366385" cy="1364932"/>
            </a:xfrm>
            <a:custGeom>
              <a:avLst/>
              <a:gdLst/>
              <a:ahLst/>
              <a:cxnLst/>
              <a:rect l="l" t="t" r="r" b="b"/>
              <a:pathLst>
                <a:path w="5366385" h="1364932">
                  <a:moveTo>
                    <a:pt x="3810" y="1272540"/>
                  </a:moveTo>
                  <a:lnTo>
                    <a:pt x="0" y="1270635"/>
                  </a:lnTo>
                  <a:lnTo>
                    <a:pt x="6668" y="1274445"/>
                  </a:lnTo>
                  <a:lnTo>
                    <a:pt x="12382" y="1278255"/>
                  </a:lnTo>
                  <a:lnTo>
                    <a:pt x="18098" y="1283018"/>
                  </a:lnTo>
                  <a:lnTo>
                    <a:pt x="23812" y="1288732"/>
                  </a:lnTo>
                  <a:lnTo>
                    <a:pt x="28575" y="1294448"/>
                  </a:lnTo>
                  <a:lnTo>
                    <a:pt x="35243" y="1300163"/>
                  </a:lnTo>
                  <a:lnTo>
                    <a:pt x="40957" y="1306830"/>
                  </a:lnTo>
                  <a:lnTo>
                    <a:pt x="46673" y="1313498"/>
                  </a:lnTo>
                  <a:lnTo>
                    <a:pt x="52388" y="1320165"/>
                  </a:lnTo>
                  <a:lnTo>
                    <a:pt x="57150" y="1326832"/>
                  </a:lnTo>
                  <a:lnTo>
                    <a:pt x="63818" y="1333500"/>
                  </a:lnTo>
                  <a:lnTo>
                    <a:pt x="69532" y="1340168"/>
                  </a:lnTo>
                  <a:lnTo>
                    <a:pt x="75248" y="1345882"/>
                  </a:lnTo>
                  <a:lnTo>
                    <a:pt x="80962" y="1350645"/>
                  </a:lnTo>
                  <a:lnTo>
                    <a:pt x="86677" y="1356360"/>
                  </a:lnTo>
                  <a:lnTo>
                    <a:pt x="92393" y="1360170"/>
                  </a:lnTo>
                  <a:lnTo>
                    <a:pt x="98107" y="1363028"/>
                  </a:lnTo>
                  <a:lnTo>
                    <a:pt x="103823" y="1364932"/>
                  </a:lnTo>
                  <a:lnTo>
                    <a:pt x="109538" y="1364932"/>
                  </a:lnTo>
                  <a:lnTo>
                    <a:pt x="115252" y="1364932"/>
                  </a:lnTo>
                  <a:lnTo>
                    <a:pt x="120968" y="1362075"/>
                  </a:lnTo>
                  <a:lnTo>
                    <a:pt x="126682" y="1358265"/>
                  </a:lnTo>
                  <a:lnTo>
                    <a:pt x="132398" y="1353502"/>
                  </a:lnTo>
                  <a:lnTo>
                    <a:pt x="138112" y="1345882"/>
                  </a:lnTo>
                  <a:lnTo>
                    <a:pt x="143827" y="1336357"/>
                  </a:lnTo>
                  <a:lnTo>
                    <a:pt x="149543" y="1325880"/>
                  </a:lnTo>
                  <a:lnTo>
                    <a:pt x="155257" y="1312545"/>
                  </a:lnTo>
                  <a:lnTo>
                    <a:pt x="160973" y="1297305"/>
                  </a:lnTo>
                  <a:lnTo>
                    <a:pt x="166688" y="1280160"/>
                  </a:lnTo>
                  <a:lnTo>
                    <a:pt x="172402" y="1260157"/>
                  </a:lnTo>
                  <a:lnTo>
                    <a:pt x="178118" y="1239202"/>
                  </a:lnTo>
                  <a:lnTo>
                    <a:pt x="183832" y="1214438"/>
                  </a:lnTo>
                  <a:lnTo>
                    <a:pt x="189548" y="1188720"/>
                  </a:lnTo>
                  <a:lnTo>
                    <a:pt x="195262" y="1161098"/>
                  </a:lnTo>
                  <a:lnTo>
                    <a:pt x="200977" y="1130618"/>
                  </a:lnTo>
                  <a:lnTo>
                    <a:pt x="206693" y="1098232"/>
                  </a:lnTo>
                  <a:lnTo>
                    <a:pt x="212407" y="1063943"/>
                  </a:lnTo>
                  <a:lnTo>
                    <a:pt x="218123" y="1028700"/>
                  </a:lnTo>
                  <a:lnTo>
                    <a:pt x="223838" y="990600"/>
                  </a:lnTo>
                  <a:lnTo>
                    <a:pt x="229552" y="951548"/>
                  </a:lnTo>
                  <a:lnTo>
                    <a:pt x="235268" y="911543"/>
                  </a:lnTo>
                  <a:lnTo>
                    <a:pt x="240982" y="869632"/>
                  </a:lnTo>
                  <a:lnTo>
                    <a:pt x="246698" y="826770"/>
                  </a:lnTo>
                  <a:lnTo>
                    <a:pt x="252412" y="782955"/>
                  </a:lnTo>
                  <a:lnTo>
                    <a:pt x="258127" y="738188"/>
                  </a:lnTo>
                  <a:lnTo>
                    <a:pt x="263842" y="693420"/>
                  </a:lnTo>
                  <a:lnTo>
                    <a:pt x="269558" y="647700"/>
                  </a:lnTo>
                  <a:lnTo>
                    <a:pt x="275273" y="602932"/>
                  </a:lnTo>
                  <a:lnTo>
                    <a:pt x="280988" y="557213"/>
                  </a:lnTo>
                  <a:lnTo>
                    <a:pt x="286702" y="512445"/>
                  </a:lnTo>
                  <a:lnTo>
                    <a:pt x="292418" y="467677"/>
                  </a:lnTo>
                  <a:lnTo>
                    <a:pt x="298132" y="424815"/>
                  </a:lnTo>
                  <a:lnTo>
                    <a:pt x="303848" y="381952"/>
                  </a:lnTo>
                  <a:lnTo>
                    <a:pt x="309562" y="340043"/>
                  </a:lnTo>
                  <a:lnTo>
                    <a:pt x="315277" y="300990"/>
                  </a:lnTo>
                  <a:lnTo>
                    <a:pt x="320992" y="262890"/>
                  </a:lnTo>
                  <a:lnTo>
                    <a:pt x="326708" y="226695"/>
                  </a:lnTo>
                  <a:lnTo>
                    <a:pt x="332423" y="192405"/>
                  </a:lnTo>
                  <a:lnTo>
                    <a:pt x="338138" y="160973"/>
                  </a:lnTo>
                  <a:lnTo>
                    <a:pt x="343852" y="131445"/>
                  </a:lnTo>
                  <a:lnTo>
                    <a:pt x="349567" y="104775"/>
                  </a:lnTo>
                  <a:lnTo>
                    <a:pt x="355283" y="80962"/>
                  </a:lnTo>
                  <a:lnTo>
                    <a:pt x="360998" y="60008"/>
                  </a:lnTo>
                  <a:lnTo>
                    <a:pt x="366712" y="41910"/>
                  </a:lnTo>
                  <a:lnTo>
                    <a:pt x="372427" y="26670"/>
                  </a:lnTo>
                  <a:lnTo>
                    <a:pt x="378142" y="15240"/>
                  </a:lnTo>
                  <a:lnTo>
                    <a:pt x="383858" y="6668"/>
                  </a:lnTo>
                  <a:lnTo>
                    <a:pt x="389573" y="1905"/>
                  </a:lnTo>
                  <a:lnTo>
                    <a:pt x="395288" y="0"/>
                  </a:lnTo>
                  <a:lnTo>
                    <a:pt x="401002" y="1905"/>
                  </a:lnTo>
                  <a:lnTo>
                    <a:pt x="406717" y="6668"/>
                  </a:lnTo>
                  <a:lnTo>
                    <a:pt x="412433" y="15240"/>
                  </a:lnTo>
                  <a:lnTo>
                    <a:pt x="418148" y="26670"/>
                  </a:lnTo>
                  <a:lnTo>
                    <a:pt x="423862" y="41910"/>
                  </a:lnTo>
                  <a:lnTo>
                    <a:pt x="429577" y="60008"/>
                  </a:lnTo>
                  <a:lnTo>
                    <a:pt x="435292" y="80962"/>
                  </a:lnTo>
                  <a:lnTo>
                    <a:pt x="441008" y="104775"/>
                  </a:lnTo>
                  <a:lnTo>
                    <a:pt x="446723" y="131445"/>
                  </a:lnTo>
                  <a:lnTo>
                    <a:pt x="452438" y="160973"/>
                  </a:lnTo>
                  <a:lnTo>
                    <a:pt x="458152" y="192405"/>
                  </a:lnTo>
                  <a:lnTo>
                    <a:pt x="463867" y="226695"/>
                  </a:lnTo>
                  <a:lnTo>
                    <a:pt x="469583" y="262890"/>
                  </a:lnTo>
                  <a:lnTo>
                    <a:pt x="475298" y="300990"/>
                  </a:lnTo>
                  <a:lnTo>
                    <a:pt x="481012" y="340043"/>
                  </a:lnTo>
                  <a:lnTo>
                    <a:pt x="486727" y="381952"/>
                  </a:lnTo>
                  <a:lnTo>
                    <a:pt x="492442" y="424815"/>
                  </a:lnTo>
                  <a:lnTo>
                    <a:pt x="498158" y="467677"/>
                  </a:lnTo>
                  <a:lnTo>
                    <a:pt x="503873" y="512445"/>
                  </a:lnTo>
                  <a:lnTo>
                    <a:pt x="509588" y="557213"/>
                  </a:lnTo>
                  <a:lnTo>
                    <a:pt x="515302" y="602932"/>
                  </a:lnTo>
                  <a:lnTo>
                    <a:pt x="521017" y="647700"/>
                  </a:lnTo>
                  <a:lnTo>
                    <a:pt x="526733" y="693420"/>
                  </a:lnTo>
                  <a:lnTo>
                    <a:pt x="532448" y="738188"/>
                  </a:lnTo>
                  <a:lnTo>
                    <a:pt x="538162" y="782955"/>
                  </a:lnTo>
                  <a:lnTo>
                    <a:pt x="544830" y="826770"/>
                  </a:lnTo>
                  <a:lnTo>
                    <a:pt x="549592" y="869632"/>
                  </a:lnTo>
                  <a:lnTo>
                    <a:pt x="555308" y="911543"/>
                  </a:lnTo>
                  <a:lnTo>
                    <a:pt x="561022" y="951548"/>
                  </a:lnTo>
                  <a:lnTo>
                    <a:pt x="566738" y="990600"/>
                  </a:lnTo>
                  <a:lnTo>
                    <a:pt x="573405" y="1028700"/>
                  </a:lnTo>
                  <a:lnTo>
                    <a:pt x="578167" y="1063943"/>
                  </a:lnTo>
                  <a:lnTo>
                    <a:pt x="583883" y="1098232"/>
                  </a:lnTo>
                  <a:lnTo>
                    <a:pt x="589598" y="1130618"/>
                  </a:lnTo>
                  <a:lnTo>
                    <a:pt x="595312" y="1161098"/>
                  </a:lnTo>
                  <a:lnTo>
                    <a:pt x="601980" y="1188720"/>
                  </a:lnTo>
                  <a:lnTo>
                    <a:pt x="606742" y="1214438"/>
                  </a:lnTo>
                  <a:lnTo>
                    <a:pt x="612458" y="1239202"/>
                  </a:lnTo>
                  <a:lnTo>
                    <a:pt x="618172" y="1260157"/>
                  </a:lnTo>
                  <a:lnTo>
                    <a:pt x="623888" y="1280160"/>
                  </a:lnTo>
                  <a:lnTo>
                    <a:pt x="630555" y="1297305"/>
                  </a:lnTo>
                  <a:lnTo>
                    <a:pt x="635317" y="1312545"/>
                  </a:lnTo>
                  <a:lnTo>
                    <a:pt x="641033" y="1325880"/>
                  </a:lnTo>
                  <a:lnTo>
                    <a:pt x="647700" y="1336357"/>
                  </a:lnTo>
                  <a:lnTo>
                    <a:pt x="652462" y="1345882"/>
                  </a:lnTo>
                  <a:lnTo>
                    <a:pt x="659130" y="1353502"/>
                  </a:lnTo>
                  <a:lnTo>
                    <a:pt x="663892" y="1358265"/>
                  </a:lnTo>
                  <a:lnTo>
                    <a:pt x="669608" y="1362075"/>
                  </a:lnTo>
                  <a:lnTo>
                    <a:pt x="676275" y="1364932"/>
                  </a:lnTo>
                  <a:lnTo>
                    <a:pt x="681038" y="1364932"/>
                  </a:lnTo>
                  <a:lnTo>
                    <a:pt x="687705" y="1364932"/>
                  </a:lnTo>
                  <a:lnTo>
                    <a:pt x="692467" y="1363028"/>
                  </a:lnTo>
                  <a:lnTo>
                    <a:pt x="698183" y="1360170"/>
                  </a:lnTo>
                  <a:lnTo>
                    <a:pt x="704850" y="1356360"/>
                  </a:lnTo>
                  <a:lnTo>
                    <a:pt x="709612" y="1350645"/>
                  </a:lnTo>
                  <a:lnTo>
                    <a:pt x="716280" y="1345882"/>
                  </a:lnTo>
                  <a:lnTo>
                    <a:pt x="721995" y="1340168"/>
                  </a:lnTo>
                  <a:lnTo>
                    <a:pt x="726758" y="1333500"/>
                  </a:lnTo>
                  <a:lnTo>
                    <a:pt x="733425" y="1326832"/>
                  </a:lnTo>
                  <a:lnTo>
                    <a:pt x="738188" y="1320165"/>
                  </a:lnTo>
                  <a:lnTo>
                    <a:pt x="744855" y="1313498"/>
                  </a:lnTo>
                  <a:lnTo>
                    <a:pt x="750570" y="1306830"/>
                  </a:lnTo>
                  <a:lnTo>
                    <a:pt x="755333" y="1300163"/>
                  </a:lnTo>
                  <a:lnTo>
                    <a:pt x="762000" y="1294448"/>
                  </a:lnTo>
                  <a:lnTo>
                    <a:pt x="766762" y="1288732"/>
                  </a:lnTo>
                  <a:lnTo>
                    <a:pt x="772478" y="1283018"/>
                  </a:lnTo>
                  <a:lnTo>
                    <a:pt x="779145" y="1278255"/>
                  </a:lnTo>
                  <a:lnTo>
                    <a:pt x="783908" y="1274445"/>
                  </a:lnTo>
                  <a:lnTo>
                    <a:pt x="790575" y="1270635"/>
                  </a:lnTo>
                  <a:lnTo>
                    <a:pt x="795338" y="1267778"/>
                  </a:lnTo>
                  <a:lnTo>
                    <a:pt x="801052" y="1265872"/>
                  </a:lnTo>
                  <a:lnTo>
                    <a:pt x="807720" y="1264920"/>
                  </a:lnTo>
                  <a:lnTo>
                    <a:pt x="812483" y="1263968"/>
                  </a:lnTo>
                  <a:lnTo>
                    <a:pt x="819150" y="1264920"/>
                  </a:lnTo>
                  <a:lnTo>
                    <a:pt x="824865" y="1264920"/>
                  </a:lnTo>
                  <a:lnTo>
                    <a:pt x="829628" y="1266825"/>
                  </a:lnTo>
                  <a:lnTo>
                    <a:pt x="836295" y="1268730"/>
                  </a:lnTo>
                  <a:lnTo>
                    <a:pt x="841058" y="1272540"/>
                  </a:lnTo>
                  <a:lnTo>
                    <a:pt x="847725" y="1276350"/>
                  </a:lnTo>
                  <a:lnTo>
                    <a:pt x="853440" y="1280160"/>
                  </a:lnTo>
                  <a:lnTo>
                    <a:pt x="858202" y="1283970"/>
                  </a:lnTo>
                  <a:lnTo>
                    <a:pt x="864870" y="1289685"/>
                  </a:lnTo>
                  <a:lnTo>
                    <a:pt x="869633" y="1294448"/>
                  </a:lnTo>
                  <a:lnTo>
                    <a:pt x="876300" y="1300163"/>
                  </a:lnTo>
                  <a:lnTo>
                    <a:pt x="882015" y="1305878"/>
                  </a:lnTo>
                  <a:lnTo>
                    <a:pt x="886778" y="1312545"/>
                  </a:lnTo>
                  <a:lnTo>
                    <a:pt x="893445" y="1318260"/>
                  </a:lnTo>
                  <a:lnTo>
                    <a:pt x="898208" y="1323975"/>
                  </a:lnTo>
                  <a:lnTo>
                    <a:pt x="904875" y="1329690"/>
                  </a:lnTo>
                  <a:lnTo>
                    <a:pt x="910590" y="1335405"/>
                  </a:lnTo>
                  <a:lnTo>
                    <a:pt x="915352" y="1340168"/>
                  </a:lnTo>
                  <a:lnTo>
                    <a:pt x="922020" y="1344930"/>
                  </a:lnTo>
                  <a:lnTo>
                    <a:pt x="927735" y="1349693"/>
                  </a:lnTo>
                  <a:lnTo>
                    <a:pt x="933450" y="1353502"/>
                  </a:lnTo>
                  <a:lnTo>
                    <a:pt x="939165" y="1357313"/>
                  </a:lnTo>
                  <a:lnTo>
                    <a:pt x="943928" y="1360170"/>
                  </a:lnTo>
                  <a:lnTo>
                    <a:pt x="950595" y="1362075"/>
                  </a:lnTo>
                  <a:lnTo>
                    <a:pt x="956310" y="1363980"/>
                  </a:lnTo>
                  <a:lnTo>
                    <a:pt x="962025" y="1364932"/>
                  </a:lnTo>
                  <a:lnTo>
                    <a:pt x="967740" y="1364932"/>
                  </a:lnTo>
                  <a:lnTo>
                    <a:pt x="972502" y="1364932"/>
                  </a:lnTo>
                  <a:lnTo>
                    <a:pt x="979170" y="1363980"/>
                  </a:lnTo>
                  <a:lnTo>
                    <a:pt x="984885" y="1362075"/>
                  </a:lnTo>
                  <a:lnTo>
                    <a:pt x="990600" y="1360170"/>
                  </a:lnTo>
                  <a:lnTo>
                    <a:pt x="996315" y="1357313"/>
                  </a:lnTo>
                  <a:lnTo>
                    <a:pt x="1002030" y="1353502"/>
                  </a:lnTo>
                  <a:lnTo>
                    <a:pt x="1007745" y="1349693"/>
                  </a:lnTo>
                  <a:lnTo>
                    <a:pt x="1013460" y="1344930"/>
                  </a:lnTo>
                  <a:lnTo>
                    <a:pt x="1019175" y="1340168"/>
                  </a:lnTo>
                  <a:lnTo>
                    <a:pt x="1024890" y="1335405"/>
                  </a:lnTo>
                  <a:lnTo>
                    <a:pt x="1030605" y="1329690"/>
                  </a:lnTo>
                  <a:lnTo>
                    <a:pt x="1036320" y="1323975"/>
                  </a:lnTo>
                  <a:lnTo>
                    <a:pt x="1042035" y="1318260"/>
                  </a:lnTo>
                  <a:lnTo>
                    <a:pt x="1047750" y="1312545"/>
                  </a:lnTo>
                  <a:lnTo>
                    <a:pt x="1053465" y="1305878"/>
                  </a:lnTo>
                  <a:lnTo>
                    <a:pt x="1059180" y="1300163"/>
                  </a:lnTo>
                  <a:lnTo>
                    <a:pt x="1064895" y="1294448"/>
                  </a:lnTo>
                  <a:lnTo>
                    <a:pt x="1070610" y="1289685"/>
                  </a:lnTo>
                  <a:lnTo>
                    <a:pt x="1076325" y="1283970"/>
                  </a:lnTo>
                  <a:lnTo>
                    <a:pt x="1082040" y="1280160"/>
                  </a:lnTo>
                  <a:lnTo>
                    <a:pt x="1087755" y="1276350"/>
                  </a:lnTo>
                  <a:lnTo>
                    <a:pt x="1093470" y="1272540"/>
                  </a:lnTo>
                  <a:lnTo>
                    <a:pt x="1099185" y="1268730"/>
                  </a:lnTo>
                  <a:lnTo>
                    <a:pt x="1104900" y="1266825"/>
                  </a:lnTo>
                  <a:lnTo>
                    <a:pt x="1110615" y="1264920"/>
                  </a:lnTo>
                  <a:lnTo>
                    <a:pt x="1116330" y="1264920"/>
                  </a:lnTo>
                  <a:lnTo>
                    <a:pt x="1122045" y="1263968"/>
                  </a:lnTo>
                  <a:lnTo>
                    <a:pt x="1127760" y="1264920"/>
                  </a:lnTo>
                  <a:lnTo>
                    <a:pt x="1133475" y="1265872"/>
                  </a:lnTo>
                  <a:lnTo>
                    <a:pt x="1139190" y="1267778"/>
                  </a:lnTo>
                  <a:lnTo>
                    <a:pt x="1144905" y="1270635"/>
                  </a:lnTo>
                  <a:lnTo>
                    <a:pt x="1150620" y="1274445"/>
                  </a:lnTo>
                  <a:lnTo>
                    <a:pt x="1156335" y="1278255"/>
                  </a:lnTo>
                  <a:lnTo>
                    <a:pt x="1162050" y="1283018"/>
                  </a:lnTo>
                  <a:lnTo>
                    <a:pt x="1167765" y="1288732"/>
                  </a:lnTo>
                  <a:lnTo>
                    <a:pt x="1173480" y="1294448"/>
                  </a:lnTo>
                  <a:lnTo>
                    <a:pt x="1179195" y="1300163"/>
                  </a:lnTo>
                  <a:lnTo>
                    <a:pt x="1184910" y="1306830"/>
                  </a:lnTo>
                  <a:lnTo>
                    <a:pt x="1190625" y="1313498"/>
                  </a:lnTo>
                  <a:lnTo>
                    <a:pt x="1196340" y="1320165"/>
                  </a:lnTo>
                  <a:lnTo>
                    <a:pt x="1202055" y="1326832"/>
                  </a:lnTo>
                  <a:lnTo>
                    <a:pt x="1207770" y="1333500"/>
                  </a:lnTo>
                  <a:lnTo>
                    <a:pt x="1213485" y="1340168"/>
                  </a:lnTo>
                  <a:lnTo>
                    <a:pt x="1219200" y="1345882"/>
                  </a:lnTo>
                  <a:lnTo>
                    <a:pt x="1224915" y="1350645"/>
                  </a:lnTo>
                  <a:lnTo>
                    <a:pt x="1230630" y="1356360"/>
                  </a:lnTo>
                  <a:lnTo>
                    <a:pt x="1236345" y="1360170"/>
                  </a:lnTo>
                  <a:lnTo>
                    <a:pt x="1242060" y="1363028"/>
                  </a:lnTo>
                  <a:lnTo>
                    <a:pt x="1247775" y="1364932"/>
                  </a:lnTo>
                  <a:lnTo>
                    <a:pt x="1253490" y="1364932"/>
                  </a:lnTo>
                  <a:lnTo>
                    <a:pt x="1259205" y="1364932"/>
                  </a:lnTo>
                  <a:lnTo>
                    <a:pt x="1264920" y="1362075"/>
                  </a:lnTo>
                  <a:lnTo>
                    <a:pt x="1270635" y="1358265"/>
                  </a:lnTo>
                  <a:lnTo>
                    <a:pt x="1276350" y="1353502"/>
                  </a:lnTo>
                  <a:lnTo>
                    <a:pt x="1282065" y="1345882"/>
                  </a:lnTo>
                  <a:lnTo>
                    <a:pt x="1287780" y="1336357"/>
                  </a:lnTo>
                  <a:lnTo>
                    <a:pt x="1293495" y="1325880"/>
                  </a:lnTo>
                  <a:lnTo>
                    <a:pt x="1299210" y="1312545"/>
                  </a:lnTo>
                  <a:lnTo>
                    <a:pt x="1304925" y="1297305"/>
                  </a:lnTo>
                  <a:lnTo>
                    <a:pt x="1310640" y="1280160"/>
                  </a:lnTo>
                  <a:lnTo>
                    <a:pt x="1316355" y="1260157"/>
                  </a:lnTo>
                  <a:lnTo>
                    <a:pt x="1322070" y="1239202"/>
                  </a:lnTo>
                  <a:lnTo>
                    <a:pt x="1327785" y="1214438"/>
                  </a:lnTo>
                  <a:lnTo>
                    <a:pt x="1333500" y="1188720"/>
                  </a:lnTo>
                  <a:lnTo>
                    <a:pt x="1339215" y="1161098"/>
                  </a:lnTo>
                  <a:lnTo>
                    <a:pt x="1344930" y="1130618"/>
                  </a:lnTo>
                  <a:lnTo>
                    <a:pt x="1350645" y="1098232"/>
                  </a:lnTo>
                  <a:lnTo>
                    <a:pt x="1356360" y="1063943"/>
                  </a:lnTo>
                  <a:lnTo>
                    <a:pt x="1362075" y="1028700"/>
                  </a:lnTo>
                  <a:lnTo>
                    <a:pt x="1367790" y="990600"/>
                  </a:lnTo>
                  <a:lnTo>
                    <a:pt x="1373505" y="951548"/>
                  </a:lnTo>
                  <a:lnTo>
                    <a:pt x="1379220" y="911543"/>
                  </a:lnTo>
                  <a:lnTo>
                    <a:pt x="1384935" y="869632"/>
                  </a:lnTo>
                  <a:lnTo>
                    <a:pt x="1390650" y="826770"/>
                  </a:lnTo>
                  <a:lnTo>
                    <a:pt x="1396365" y="782955"/>
                  </a:lnTo>
                  <a:lnTo>
                    <a:pt x="1402080" y="738188"/>
                  </a:lnTo>
                  <a:lnTo>
                    <a:pt x="1407795" y="693420"/>
                  </a:lnTo>
                  <a:lnTo>
                    <a:pt x="1413510" y="647700"/>
                  </a:lnTo>
                  <a:lnTo>
                    <a:pt x="1419225" y="602932"/>
                  </a:lnTo>
                  <a:lnTo>
                    <a:pt x="1424940" y="557213"/>
                  </a:lnTo>
                  <a:lnTo>
                    <a:pt x="1430655" y="512445"/>
                  </a:lnTo>
                  <a:lnTo>
                    <a:pt x="1436370" y="467677"/>
                  </a:lnTo>
                  <a:lnTo>
                    <a:pt x="1442085" y="424815"/>
                  </a:lnTo>
                  <a:lnTo>
                    <a:pt x="1447800" y="381952"/>
                  </a:lnTo>
                  <a:lnTo>
                    <a:pt x="1453515" y="340043"/>
                  </a:lnTo>
                  <a:lnTo>
                    <a:pt x="1459230" y="300990"/>
                  </a:lnTo>
                  <a:lnTo>
                    <a:pt x="1464945" y="262890"/>
                  </a:lnTo>
                  <a:lnTo>
                    <a:pt x="1470660" y="226695"/>
                  </a:lnTo>
                  <a:lnTo>
                    <a:pt x="1476375" y="192405"/>
                  </a:lnTo>
                  <a:lnTo>
                    <a:pt x="1482090" y="160973"/>
                  </a:lnTo>
                  <a:lnTo>
                    <a:pt x="1487805" y="131445"/>
                  </a:lnTo>
                  <a:lnTo>
                    <a:pt x="1493520" y="104775"/>
                  </a:lnTo>
                  <a:lnTo>
                    <a:pt x="1499235" y="80962"/>
                  </a:lnTo>
                  <a:lnTo>
                    <a:pt x="1504950" y="60008"/>
                  </a:lnTo>
                  <a:lnTo>
                    <a:pt x="1510665" y="41910"/>
                  </a:lnTo>
                  <a:lnTo>
                    <a:pt x="1516380" y="26670"/>
                  </a:lnTo>
                  <a:lnTo>
                    <a:pt x="1522095" y="15240"/>
                  </a:lnTo>
                  <a:lnTo>
                    <a:pt x="1527810" y="6668"/>
                  </a:lnTo>
                  <a:lnTo>
                    <a:pt x="1533525" y="1905"/>
                  </a:lnTo>
                  <a:lnTo>
                    <a:pt x="1539240" y="0"/>
                  </a:lnTo>
                  <a:lnTo>
                    <a:pt x="1544955" y="1905"/>
                  </a:lnTo>
                  <a:lnTo>
                    <a:pt x="1550670" y="6668"/>
                  </a:lnTo>
                  <a:lnTo>
                    <a:pt x="1556385" y="15240"/>
                  </a:lnTo>
                  <a:lnTo>
                    <a:pt x="1563053" y="26670"/>
                  </a:lnTo>
                  <a:lnTo>
                    <a:pt x="1567815" y="41910"/>
                  </a:lnTo>
                  <a:lnTo>
                    <a:pt x="1573530" y="60008"/>
                  </a:lnTo>
                  <a:lnTo>
                    <a:pt x="1579245" y="80962"/>
                  </a:lnTo>
                  <a:lnTo>
                    <a:pt x="1584960" y="104775"/>
                  </a:lnTo>
                  <a:lnTo>
                    <a:pt x="1591628" y="131445"/>
                  </a:lnTo>
                  <a:lnTo>
                    <a:pt x="1596390" y="160973"/>
                  </a:lnTo>
                  <a:lnTo>
                    <a:pt x="1602105" y="192405"/>
                  </a:lnTo>
                  <a:lnTo>
                    <a:pt x="1607820" y="226695"/>
                  </a:lnTo>
                  <a:lnTo>
                    <a:pt x="1613535" y="262890"/>
                  </a:lnTo>
                  <a:lnTo>
                    <a:pt x="1620203" y="300990"/>
                  </a:lnTo>
                  <a:lnTo>
                    <a:pt x="1624965" y="340043"/>
                  </a:lnTo>
                  <a:lnTo>
                    <a:pt x="1630680" y="381952"/>
                  </a:lnTo>
                  <a:lnTo>
                    <a:pt x="1636395" y="424815"/>
                  </a:lnTo>
                  <a:lnTo>
                    <a:pt x="1642110" y="467677"/>
                  </a:lnTo>
                  <a:lnTo>
                    <a:pt x="1648778" y="512445"/>
                  </a:lnTo>
                  <a:lnTo>
                    <a:pt x="1653540" y="557213"/>
                  </a:lnTo>
                  <a:lnTo>
                    <a:pt x="1659255" y="602932"/>
                  </a:lnTo>
                  <a:lnTo>
                    <a:pt x="1665922" y="647700"/>
                  </a:lnTo>
                  <a:lnTo>
                    <a:pt x="1670685" y="693420"/>
                  </a:lnTo>
                  <a:lnTo>
                    <a:pt x="1677353" y="738188"/>
                  </a:lnTo>
                  <a:lnTo>
                    <a:pt x="1682115" y="782955"/>
                  </a:lnTo>
                  <a:lnTo>
                    <a:pt x="1687830" y="826770"/>
                  </a:lnTo>
                  <a:lnTo>
                    <a:pt x="1694497" y="869632"/>
                  </a:lnTo>
                  <a:lnTo>
                    <a:pt x="1699260" y="911543"/>
                  </a:lnTo>
                  <a:lnTo>
                    <a:pt x="1705928" y="951548"/>
                  </a:lnTo>
                  <a:lnTo>
                    <a:pt x="1710690" y="990600"/>
                  </a:lnTo>
                  <a:lnTo>
                    <a:pt x="1716405" y="1028700"/>
                  </a:lnTo>
                  <a:lnTo>
                    <a:pt x="1723072" y="1063943"/>
                  </a:lnTo>
                  <a:lnTo>
                    <a:pt x="1727835" y="1098232"/>
                  </a:lnTo>
                  <a:lnTo>
                    <a:pt x="1734503" y="1130618"/>
                  </a:lnTo>
                  <a:lnTo>
                    <a:pt x="1739265" y="1161098"/>
                  </a:lnTo>
                  <a:lnTo>
                    <a:pt x="1744980" y="1188720"/>
                  </a:lnTo>
                  <a:lnTo>
                    <a:pt x="1751647" y="1214438"/>
                  </a:lnTo>
                  <a:lnTo>
                    <a:pt x="1756410" y="1239202"/>
                  </a:lnTo>
                  <a:lnTo>
                    <a:pt x="1763078" y="1260157"/>
                  </a:lnTo>
                  <a:lnTo>
                    <a:pt x="1768792" y="1280160"/>
                  </a:lnTo>
                  <a:lnTo>
                    <a:pt x="1773555" y="1297305"/>
                  </a:lnTo>
                  <a:lnTo>
                    <a:pt x="1780222" y="1312545"/>
                  </a:lnTo>
                  <a:lnTo>
                    <a:pt x="1784985" y="1325880"/>
                  </a:lnTo>
                  <a:lnTo>
                    <a:pt x="1791653" y="1336357"/>
                  </a:lnTo>
                  <a:lnTo>
                    <a:pt x="1797368" y="1345882"/>
                  </a:lnTo>
                  <a:lnTo>
                    <a:pt x="1802130" y="1353502"/>
                  </a:lnTo>
                  <a:lnTo>
                    <a:pt x="1808797" y="1358265"/>
                  </a:lnTo>
                  <a:lnTo>
                    <a:pt x="1813560" y="1362075"/>
                  </a:lnTo>
                  <a:lnTo>
                    <a:pt x="1820228" y="1364932"/>
                  </a:lnTo>
                  <a:lnTo>
                    <a:pt x="1825942" y="1364932"/>
                  </a:lnTo>
                  <a:lnTo>
                    <a:pt x="1830705" y="1364932"/>
                  </a:lnTo>
                  <a:lnTo>
                    <a:pt x="1837372" y="1363028"/>
                  </a:lnTo>
                  <a:lnTo>
                    <a:pt x="1843088" y="1360170"/>
                  </a:lnTo>
                  <a:lnTo>
                    <a:pt x="1848803" y="1356360"/>
                  </a:lnTo>
                  <a:lnTo>
                    <a:pt x="1854518" y="1350645"/>
                  </a:lnTo>
                  <a:lnTo>
                    <a:pt x="1859280" y="1345882"/>
                  </a:lnTo>
                  <a:lnTo>
                    <a:pt x="1865947" y="1340168"/>
                  </a:lnTo>
                  <a:lnTo>
                    <a:pt x="1871662" y="1333500"/>
                  </a:lnTo>
                  <a:lnTo>
                    <a:pt x="1876425" y="1326832"/>
                  </a:lnTo>
                  <a:lnTo>
                    <a:pt x="1883092" y="1320165"/>
                  </a:lnTo>
                  <a:lnTo>
                    <a:pt x="1887855" y="1313498"/>
                  </a:lnTo>
                  <a:lnTo>
                    <a:pt x="1894522" y="1306830"/>
                  </a:lnTo>
                  <a:lnTo>
                    <a:pt x="1900238" y="1300163"/>
                  </a:lnTo>
                  <a:lnTo>
                    <a:pt x="1905000" y="1294448"/>
                  </a:lnTo>
                  <a:lnTo>
                    <a:pt x="1911668" y="1288732"/>
                  </a:lnTo>
                  <a:lnTo>
                    <a:pt x="1916430" y="1283018"/>
                  </a:lnTo>
                  <a:lnTo>
                    <a:pt x="1923097" y="1278255"/>
                  </a:lnTo>
                  <a:lnTo>
                    <a:pt x="1928812" y="1274445"/>
                  </a:lnTo>
                  <a:lnTo>
                    <a:pt x="1933575" y="1270635"/>
                  </a:lnTo>
                  <a:lnTo>
                    <a:pt x="1940242" y="1267778"/>
                  </a:lnTo>
                  <a:lnTo>
                    <a:pt x="1945958" y="1265872"/>
                  </a:lnTo>
                  <a:lnTo>
                    <a:pt x="1951672" y="1264920"/>
                  </a:lnTo>
                  <a:lnTo>
                    <a:pt x="1957388" y="1263968"/>
                  </a:lnTo>
                  <a:lnTo>
                    <a:pt x="1962150" y="1264920"/>
                  </a:lnTo>
                  <a:lnTo>
                    <a:pt x="1968818" y="1264920"/>
                  </a:lnTo>
                  <a:lnTo>
                    <a:pt x="1974532" y="1266825"/>
                  </a:lnTo>
                  <a:lnTo>
                    <a:pt x="1980247" y="1268730"/>
                  </a:lnTo>
                  <a:lnTo>
                    <a:pt x="1985962" y="1272540"/>
                  </a:lnTo>
                  <a:lnTo>
                    <a:pt x="1990725" y="1276350"/>
                  </a:lnTo>
                  <a:lnTo>
                    <a:pt x="1997392" y="1280160"/>
                  </a:lnTo>
                  <a:lnTo>
                    <a:pt x="2003108" y="1283970"/>
                  </a:lnTo>
                  <a:lnTo>
                    <a:pt x="2008822" y="1289685"/>
                  </a:lnTo>
                  <a:lnTo>
                    <a:pt x="2014538" y="1294448"/>
                  </a:lnTo>
                  <a:lnTo>
                    <a:pt x="2019300" y="1300163"/>
                  </a:lnTo>
                  <a:lnTo>
                    <a:pt x="2025968" y="1305878"/>
                  </a:lnTo>
                  <a:lnTo>
                    <a:pt x="2031682" y="1312545"/>
                  </a:lnTo>
                  <a:lnTo>
                    <a:pt x="2037397" y="1318260"/>
                  </a:lnTo>
                  <a:lnTo>
                    <a:pt x="2043112" y="1323975"/>
                  </a:lnTo>
                  <a:lnTo>
                    <a:pt x="2048828" y="1329690"/>
                  </a:lnTo>
                  <a:lnTo>
                    <a:pt x="2054542" y="1335405"/>
                  </a:lnTo>
                  <a:lnTo>
                    <a:pt x="2060258" y="1340168"/>
                  </a:lnTo>
                  <a:lnTo>
                    <a:pt x="2065972" y="1344930"/>
                  </a:lnTo>
                  <a:lnTo>
                    <a:pt x="2071688" y="1349693"/>
                  </a:lnTo>
                  <a:lnTo>
                    <a:pt x="2077403" y="1353502"/>
                  </a:lnTo>
                  <a:lnTo>
                    <a:pt x="2083118" y="1357313"/>
                  </a:lnTo>
                  <a:lnTo>
                    <a:pt x="2088832" y="1360170"/>
                  </a:lnTo>
                  <a:lnTo>
                    <a:pt x="2094547" y="1362075"/>
                  </a:lnTo>
                  <a:lnTo>
                    <a:pt x="2100262" y="1363980"/>
                  </a:lnTo>
                  <a:lnTo>
                    <a:pt x="2105978" y="1364932"/>
                  </a:lnTo>
                  <a:lnTo>
                    <a:pt x="2111692" y="1364932"/>
                  </a:lnTo>
                  <a:lnTo>
                    <a:pt x="2117408" y="1364932"/>
                  </a:lnTo>
                  <a:lnTo>
                    <a:pt x="2123122" y="1363980"/>
                  </a:lnTo>
                  <a:lnTo>
                    <a:pt x="2128838" y="1362075"/>
                  </a:lnTo>
                  <a:lnTo>
                    <a:pt x="2134552" y="1360170"/>
                  </a:lnTo>
                  <a:lnTo>
                    <a:pt x="2140268" y="1357313"/>
                  </a:lnTo>
                  <a:lnTo>
                    <a:pt x="2145982" y="1353502"/>
                  </a:lnTo>
                  <a:lnTo>
                    <a:pt x="2151698" y="1349693"/>
                  </a:lnTo>
                  <a:lnTo>
                    <a:pt x="2157412" y="1344930"/>
                  </a:lnTo>
                  <a:lnTo>
                    <a:pt x="2163128" y="1340168"/>
                  </a:lnTo>
                  <a:lnTo>
                    <a:pt x="2168842" y="1335405"/>
                  </a:lnTo>
                  <a:lnTo>
                    <a:pt x="2174558" y="1329690"/>
                  </a:lnTo>
                  <a:lnTo>
                    <a:pt x="2180272" y="1323975"/>
                  </a:lnTo>
                  <a:lnTo>
                    <a:pt x="2185988" y="1318260"/>
                  </a:lnTo>
                  <a:lnTo>
                    <a:pt x="2191702" y="1312545"/>
                  </a:lnTo>
                  <a:lnTo>
                    <a:pt x="2197418" y="1305878"/>
                  </a:lnTo>
                  <a:lnTo>
                    <a:pt x="2203132" y="1300163"/>
                  </a:lnTo>
                  <a:lnTo>
                    <a:pt x="2208848" y="1294448"/>
                  </a:lnTo>
                  <a:lnTo>
                    <a:pt x="2214562" y="1289685"/>
                  </a:lnTo>
                  <a:lnTo>
                    <a:pt x="2220278" y="1283970"/>
                  </a:lnTo>
                  <a:lnTo>
                    <a:pt x="2225992" y="1280160"/>
                  </a:lnTo>
                  <a:lnTo>
                    <a:pt x="2231708" y="1276350"/>
                  </a:lnTo>
                  <a:lnTo>
                    <a:pt x="2237422" y="1272540"/>
                  </a:lnTo>
                  <a:lnTo>
                    <a:pt x="2243138" y="1268730"/>
                  </a:lnTo>
                  <a:lnTo>
                    <a:pt x="2248852" y="1266825"/>
                  </a:lnTo>
                  <a:lnTo>
                    <a:pt x="2254568" y="1264920"/>
                  </a:lnTo>
                  <a:lnTo>
                    <a:pt x="2260282" y="1264920"/>
                  </a:lnTo>
                  <a:lnTo>
                    <a:pt x="2265998" y="1263968"/>
                  </a:lnTo>
                  <a:lnTo>
                    <a:pt x="2271712" y="1264920"/>
                  </a:lnTo>
                  <a:lnTo>
                    <a:pt x="2277428" y="1265872"/>
                  </a:lnTo>
                  <a:lnTo>
                    <a:pt x="2283142" y="1267778"/>
                  </a:lnTo>
                  <a:lnTo>
                    <a:pt x="2288858" y="1270635"/>
                  </a:lnTo>
                  <a:lnTo>
                    <a:pt x="2294572" y="1274445"/>
                  </a:lnTo>
                  <a:lnTo>
                    <a:pt x="2300288" y="1278255"/>
                  </a:lnTo>
                  <a:lnTo>
                    <a:pt x="2306002" y="1283018"/>
                  </a:lnTo>
                  <a:lnTo>
                    <a:pt x="2311718" y="1288732"/>
                  </a:lnTo>
                  <a:lnTo>
                    <a:pt x="2317432" y="1294448"/>
                  </a:lnTo>
                  <a:lnTo>
                    <a:pt x="2323148" y="1300163"/>
                  </a:lnTo>
                  <a:lnTo>
                    <a:pt x="2328862" y="1306830"/>
                  </a:lnTo>
                  <a:lnTo>
                    <a:pt x="2334578" y="1313498"/>
                  </a:lnTo>
                  <a:lnTo>
                    <a:pt x="2340292" y="1320165"/>
                  </a:lnTo>
                  <a:lnTo>
                    <a:pt x="2346008" y="1326832"/>
                  </a:lnTo>
                  <a:lnTo>
                    <a:pt x="2351722" y="1333500"/>
                  </a:lnTo>
                  <a:lnTo>
                    <a:pt x="2357438" y="1340168"/>
                  </a:lnTo>
                  <a:lnTo>
                    <a:pt x="2363152" y="1345882"/>
                  </a:lnTo>
                  <a:lnTo>
                    <a:pt x="2368868" y="1350645"/>
                  </a:lnTo>
                  <a:lnTo>
                    <a:pt x="2374582" y="1356360"/>
                  </a:lnTo>
                  <a:lnTo>
                    <a:pt x="2380298" y="1360170"/>
                  </a:lnTo>
                  <a:lnTo>
                    <a:pt x="2386012" y="1363028"/>
                  </a:lnTo>
                  <a:lnTo>
                    <a:pt x="2391728" y="1364932"/>
                  </a:lnTo>
                  <a:lnTo>
                    <a:pt x="2397442" y="1364932"/>
                  </a:lnTo>
                  <a:lnTo>
                    <a:pt x="2403158" y="1364932"/>
                  </a:lnTo>
                  <a:lnTo>
                    <a:pt x="2408872" y="1362075"/>
                  </a:lnTo>
                  <a:lnTo>
                    <a:pt x="2414588" y="1358265"/>
                  </a:lnTo>
                  <a:lnTo>
                    <a:pt x="2420302" y="1353502"/>
                  </a:lnTo>
                  <a:lnTo>
                    <a:pt x="2426018" y="1345882"/>
                  </a:lnTo>
                  <a:lnTo>
                    <a:pt x="2431732" y="1336357"/>
                  </a:lnTo>
                  <a:lnTo>
                    <a:pt x="2437448" y="1325880"/>
                  </a:lnTo>
                  <a:lnTo>
                    <a:pt x="2443162" y="1312545"/>
                  </a:lnTo>
                  <a:lnTo>
                    <a:pt x="2448878" y="1297305"/>
                  </a:lnTo>
                  <a:lnTo>
                    <a:pt x="2454592" y="1280160"/>
                  </a:lnTo>
                  <a:lnTo>
                    <a:pt x="2460308" y="1260157"/>
                  </a:lnTo>
                  <a:lnTo>
                    <a:pt x="2466022" y="1239202"/>
                  </a:lnTo>
                  <a:lnTo>
                    <a:pt x="2471738" y="1214438"/>
                  </a:lnTo>
                  <a:lnTo>
                    <a:pt x="2477452" y="1188720"/>
                  </a:lnTo>
                  <a:lnTo>
                    <a:pt x="2483168" y="1161098"/>
                  </a:lnTo>
                  <a:lnTo>
                    <a:pt x="2488882" y="1130618"/>
                  </a:lnTo>
                  <a:lnTo>
                    <a:pt x="2494598" y="1098232"/>
                  </a:lnTo>
                  <a:lnTo>
                    <a:pt x="2500312" y="1063943"/>
                  </a:lnTo>
                  <a:lnTo>
                    <a:pt x="2506980" y="1028700"/>
                  </a:lnTo>
                  <a:lnTo>
                    <a:pt x="2511742" y="990600"/>
                  </a:lnTo>
                  <a:lnTo>
                    <a:pt x="2517458" y="951548"/>
                  </a:lnTo>
                  <a:lnTo>
                    <a:pt x="2523172" y="911543"/>
                  </a:lnTo>
                  <a:lnTo>
                    <a:pt x="2528888" y="869632"/>
                  </a:lnTo>
                  <a:lnTo>
                    <a:pt x="2535555" y="826770"/>
                  </a:lnTo>
                  <a:lnTo>
                    <a:pt x="2540318" y="782955"/>
                  </a:lnTo>
                  <a:lnTo>
                    <a:pt x="2546032" y="738188"/>
                  </a:lnTo>
                  <a:lnTo>
                    <a:pt x="2551748" y="693420"/>
                  </a:lnTo>
                  <a:lnTo>
                    <a:pt x="2557462" y="647700"/>
                  </a:lnTo>
                  <a:lnTo>
                    <a:pt x="2564130" y="602932"/>
                  </a:lnTo>
                  <a:lnTo>
                    <a:pt x="2568892" y="557213"/>
                  </a:lnTo>
                  <a:lnTo>
                    <a:pt x="2574608" y="512445"/>
                  </a:lnTo>
                  <a:lnTo>
                    <a:pt x="2580322" y="467677"/>
                  </a:lnTo>
                  <a:lnTo>
                    <a:pt x="2586038" y="424815"/>
                  </a:lnTo>
                  <a:lnTo>
                    <a:pt x="2592705" y="381952"/>
                  </a:lnTo>
                  <a:lnTo>
                    <a:pt x="2597468" y="340043"/>
                  </a:lnTo>
                  <a:lnTo>
                    <a:pt x="2603182" y="300990"/>
                  </a:lnTo>
                  <a:lnTo>
                    <a:pt x="2609850" y="262890"/>
                  </a:lnTo>
                  <a:lnTo>
                    <a:pt x="2614612" y="226695"/>
                  </a:lnTo>
                  <a:lnTo>
                    <a:pt x="2620328" y="192405"/>
                  </a:lnTo>
                  <a:lnTo>
                    <a:pt x="2626042" y="160973"/>
                  </a:lnTo>
                  <a:lnTo>
                    <a:pt x="2631758" y="131445"/>
                  </a:lnTo>
                  <a:lnTo>
                    <a:pt x="2638425" y="104775"/>
                  </a:lnTo>
                  <a:lnTo>
                    <a:pt x="2643188" y="80962"/>
                  </a:lnTo>
                  <a:lnTo>
                    <a:pt x="2648902" y="60008"/>
                  </a:lnTo>
                  <a:lnTo>
                    <a:pt x="2654618" y="41910"/>
                  </a:lnTo>
                  <a:lnTo>
                    <a:pt x="2660332" y="26670"/>
                  </a:lnTo>
                  <a:lnTo>
                    <a:pt x="2667000" y="15240"/>
                  </a:lnTo>
                  <a:lnTo>
                    <a:pt x="2671762" y="6668"/>
                  </a:lnTo>
                  <a:lnTo>
                    <a:pt x="2677478" y="1905"/>
                  </a:lnTo>
                  <a:lnTo>
                    <a:pt x="2684145" y="0"/>
                  </a:lnTo>
                  <a:lnTo>
                    <a:pt x="2688908" y="1905"/>
                  </a:lnTo>
                  <a:lnTo>
                    <a:pt x="2695575" y="6668"/>
                  </a:lnTo>
                  <a:lnTo>
                    <a:pt x="2700338" y="15240"/>
                  </a:lnTo>
                  <a:lnTo>
                    <a:pt x="2706052" y="26670"/>
                  </a:lnTo>
                  <a:lnTo>
                    <a:pt x="2712720" y="41910"/>
                  </a:lnTo>
                  <a:lnTo>
                    <a:pt x="2717482" y="60008"/>
                  </a:lnTo>
                  <a:lnTo>
                    <a:pt x="2724150" y="80962"/>
                  </a:lnTo>
                  <a:lnTo>
                    <a:pt x="2728912" y="104775"/>
                  </a:lnTo>
                  <a:lnTo>
                    <a:pt x="2734628" y="131445"/>
                  </a:lnTo>
                  <a:lnTo>
                    <a:pt x="2741295" y="160973"/>
                  </a:lnTo>
                  <a:lnTo>
                    <a:pt x="2746058" y="192405"/>
                  </a:lnTo>
                  <a:lnTo>
                    <a:pt x="2752725" y="226695"/>
                  </a:lnTo>
                  <a:lnTo>
                    <a:pt x="2757488" y="262890"/>
                  </a:lnTo>
                  <a:lnTo>
                    <a:pt x="2763202" y="300990"/>
                  </a:lnTo>
                  <a:lnTo>
                    <a:pt x="2769870" y="340043"/>
                  </a:lnTo>
                  <a:lnTo>
                    <a:pt x="2774632" y="381952"/>
                  </a:lnTo>
                  <a:lnTo>
                    <a:pt x="2781300" y="424815"/>
                  </a:lnTo>
                  <a:lnTo>
                    <a:pt x="2787015" y="467677"/>
                  </a:lnTo>
                  <a:lnTo>
                    <a:pt x="2791778" y="512445"/>
                  </a:lnTo>
                  <a:lnTo>
                    <a:pt x="2798445" y="557213"/>
                  </a:lnTo>
                  <a:lnTo>
                    <a:pt x="2803208" y="602932"/>
                  </a:lnTo>
                  <a:lnTo>
                    <a:pt x="2809875" y="647700"/>
                  </a:lnTo>
                  <a:lnTo>
                    <a:pt x="2815590" y="693420"/>
                  </a:lnTo>
                  <a:lnTo>
                    <a:pt x="2820352" y="738188"/>
                  </a:lnTo>
                  <a:lnTo>
                    <a:pt x="2827020" y="782955"/>
                  </a:lnTo>
                  <a:lnTo>
                    <a:pt x="2831782" y="826770"/>
                  </a:lnTo>
                  <a:lnTo>
                    <a:pt x="2838450" y="869632"/>
                  </a:lnTo>
                  <a:lnTo>
                    <a:pt x="2844165" y="911543"/>
                  </a:lnTo>
                  <a:lnTo>
                    <a:pt x="2848928" y="951548"/>
                  </a:lnTo>
                  <a:lnTo>
                    <a:pt x="2855595" y="990600"/>
                  </a:lnTo>
                  <a:lnTo>
                    <a:pt x="2860358" y="1028700"/>
                  </a:lnTo>
                  <a:lnTo>
                    <a:pt x="2867025" y="1063943"/>
                  </a:lnTo>
                  <a:lnTo>
                    <a:pt x="2872740" y="1098232"/>
                  </a:lnTo>
                  <a:lnTo>
                    <a:pt x="2877502" y="1130618"/>
                  </a:lnTo>
                  <a:lnTo>
                    <a:pt x="2884170" y="1161098"/>
                  </a:lnTo>
                  <a:lnTo>
                    <a:pt x="2889885" y="1188720"/>
                  </a:lnTo>
                  <a:lnTo>
                    <a:pt x="2895600" y="1214438"/>
                  </a:lnTo>
                  <a:lnTo>
                    <a:pt x="2901315" y="1239202"/>
                  </a:lnTo>
                  <a:lnTo>
                    <a:pt x="2906078" y="1260157"/>
                  </a:lnTo>
                  <a:lnTo>
                    <a:pt x="2912745" y="1280160"/>
                  </a:lnTo>
                  <a:lnTo>
                    <a:pt x="2918460" y="1297305"/>
                  </a:lnTo>
                  <a:lnTo>
                    <a:pt x="2924175" y="1312545"/>
                  </a:lnTo>
                  <a:lnTo>
                    <a:pt x="2929890" y="1325880"/>
                  </a:lnTo>
                  <a:lnTo>
                    <a:pt x="2934652" y="1336357"/>
                  </a:lnTo>
                  <a:lnTo>
                    <a:pt x="2941320" y="1345882"/>
                  </a:lnTo>
                  <a:lnTo>
                    <a:pt x="2947035" y="1353502"/>
                  </a:lnTo>
                  <a:lnTo>
                    <a:pt x="2952750" y="1358265"/>
                  </a:lnTo>
                  <a:lnTo>
                    <a:pt x="2958465" y="1362075"/>
                  </a:lnTo>
                  <a:lnTo>
                    <a:pt x="2964180" y="1364932"/>
                  </a:lnTo>
                  <a:lnTo>
                    <a:pt x="2969895" y="1364932"/>
                  </a:lnTo>
                  <a:lnTo>
                    <a:pt x="2975610" y="1364932"/>
                  </a:lnTo>
                  <a:lnTo>
                    <a:pt x="2980372" y="1363028"/>
                  </a:lnTo>
                  <a:lnTo>
                    <a:pt x="2987040" y="1360170"/>
                  </a:lnTo>
                  <a:lnTo>
                    <a:pt x="2992755" y="1356360"/>
                  </a:lnTo>
                  <a:lnTo>
                    <a:pt x="2998470" y="1350645"/>
                  </a:lnTo>
                  <a:lnTo>
                    <a:pt x="3004185" y="1345882"/>
                  </a:lnTo>
                  <a:lnTo>
                    <a:pt x="3008948" y="1340168"/>
                  </a:lnTo>
                  <a:lnTo>
                    <a:pt x="3015615" y="1333500"/>
                  </a:lnTo>
                  <a:lnTo>
                    <a:pt x="3021330" y="1326832"/>
                  </a:lnTo>
                  <a:lnTo>
                    <a:pt x="3027045" y="1320165"/>
                  </a:lnTo>
                  <a:lnTo>
                    <a:pt x="3032760" y="1313498"/>
                  </a:lnTo>
                  <a:lnTo>
                    <a:pt x="3037522" y="1306830"/>
                  </a:lnTo>
                  <a:lnTo>
                    <a:pt x="3044190" y="1300163"/>
                  </a:lnTo>
                  <a:lnTo>
                    <a:pt x="3049905" y="1294448"/>
                  </a:lnTo>
                  <a:lnTo>
                    <a:pt x="3055620" y="1288732"/>
                  </a:lnTo>
                  <a:lnTo>
                    <a:pt x="3061335" y="1283018"/>
                  </a:lnTo>
                  <a:lnTo>
                    <a:pt x="3067050" y="1278255"/>
                  </a:lnTo>
                  <a:lnTo>
                    <a:pt x="3072765" y="1274445"/>
                  </a:lnTo>
                  <a:lnTo>
                    <a:pt x="3078480" y="1270635"/>
                  </a:lnTo>
                  <a:lnTo>
                    <a:pt x="3084195" y="1267778"/>
                  </a:lnTo>
                  <a:lnTo>
                    <a:pt x="3089910" y="1265872"/>
                  </a:lnTo>
                  <a:lnTo>
                    <a:pt x="3095625" y="1264920"/>
                  </a:lnTo>
                  <a:lnTo>
                    <a:pt x="3101340" y="1263968"/>
                  </a:lnTo>
                  <a:lnTo>
                    <a:pt x="3107055" y="1264920"/>
                  </a:lnTo>
                  <a:lnTo>
                    <a:pt x="3112770" y="1264920"/>
                  </a:lnTo>
                  <a:lnTo>
                    <a:pt x="3118485" y="1266825"/>
                  </a:lnTo>
                  <a:lnTo>
                    <a:pt x="3124200" y="1268730"/>
                  </a:lnTo>
                  <a:lnTo>
                    <a:pt x="3129915" y="1272540"/>
                  </a:lnTo>
                  <a:lnTo>
                    <a:pt x="3135630" y="1276350"/>
                  </a:lnTo>
                  <a:lnTo>
                    <a:pt x="3141345" y="1280160"/>
                  </a:lnTo>
                  <a:lnTo>
                    <a:pt x="3147060" y="1283970"/>
                  </a:lnTo>
                  <a:lnTo>
                    <a:pt x="3152775" y="1289685"/>
                  </a:lnTo>
                  <a:lnTo>
                    <a:pt x="3158490" y="1294448"/>
                  </a:lnTo>
                  <a:lnTo>
                    <a:pt x="3164205" y="1300163"/>
                  </a:lnTo>
                  <a:lnTo>
                    <a:pt x="3169920" y="1305878"/>
                  </a:lnTo>
                  <a:lnTo>
                    <a:pt x="3175635" y="1312545"/>
                  </a:lnTo>
                  <a:lnTo>
                    <a:pt x="3181350" y="1318260"/>
                  </a:lnTo>
                  <a:lnTo>
                    <a:pt x="3187065" y="1323975"/>
                  </a:lnTo>
                  <a:lnTo>
                    <a:pt x="3192780" y="1329690"/>
                  </a:lnTo>
                  <a:lnTo>
                    <a:pt x="3198495" y="1335405"/>
                  </a:lnTo>
                  <a:lnTo>
                    <a:pt x="3204210" y="1340168"/>
                  </a:lnTo>
                  <a:lnTo>
                    <a:pt x="3209925" y="1344930"/>
                  </a:lnTo>
                  <a:lnTo>
                    <a:pt x="3215640" y="1349693"/>
                  </a:lnTo>
                  <a:lnTo>
                    <a:pt x="3221355" y="1353502"/>
                  </a:lnTo>
                  <a:lnTo>
                    <a:pt x="3227070" y="1357313"/>
                  </a:lnTo>
                  <a:lnTo>
                    <a:pt x="3232785" y="1360170"/>
                  </a:lnTo>
                  <a:lnTo>
                    <a:pt x="3238500" y="1362075"/>
                  </a:lnTo>
                  <a:lnTo>
                    <a:pt x="3244215" y="1363980"/>
                  </a:lnTo>
                  <a:lnTo>
                    <a:pt x="3249930" y="1364932"/>
                  </a:lnTo>
                  <a:lnTo>
                    <a:pt x="3255645" y="1364932"/>
                  </a:lnTo>
                  <a:lnTo>
                    <a:pt x="3261360" y="1364932"/>
                  </a:lnTo>
                  <a:lnTo>
                    <a:pt x="3267075" y="1363980"/>
                  </a:lnTo>
                  <a:lnTo>
                    <a:pt x="3272790" y="1362075"/>
                  </a:lnTo>
                  <a:lnTo>
                    <a:pt x="3278505" y="1360170"/>
                  </a:lnTo>
                  <a:lnTo>
                    <a:pt x="3284220" y="1357313"/>
                  </a:lnTo>
                  <a:lnTo>
                    <a:pt x="3289935" y="1353502"/>
                  </a:lnTo>
                  <a:lnTo>
                    <a:pt x="3295650" y="1349693"/>
                  </a:lnTo>
                  <a:lnTo>
                    <a:pt x="3301365" y="1344930"/>
                  </a:lnTo>
                  <a:lnTo>
                    <a:pt x="3307080" y="1340168"/>
                  </a:lnTo>
                  <a:lnTo>
                    <a:pt x="3312795" y="1335405"/>
                  </a:lnTo>
                  <a:lnTo>
                    <a:pt x="3318510" y="1329690"/>
                  </a:lnTo>
                  <a:lnTo>
                    <a:pt x="3324225" y="1323975"/>
                  </a:lnTo>
                  <a:lnTo>
                    <a:pt x="3329940" y="1318260"/>
                  </a:lnTo>
                  <a:lnTo>
                    <a:pt x="3335655" y="1312545"/>
                  </a:lnTo>
                  <a:lnTo>
                    <a:pt x="3341370" y="1305878"/>
                  </a:lnTo>
                  <a:lnTo>
                    <a:pt x="3347085" y="1300163"/>
                  </a:lnTo>
                  <a:lnTo>
                    <a:pt x="3352800" y="1294448"/>
                  </a:lnTo>
                  <a:lnTo>
                    <a:pt x="3358515" y="1289685"/>
                  </a:lnTo>
                  <a:lnTo>
                    <a:pt x="3364230" y="1283970"/>
                  </a:lnTo>
                  <a:lnTo>
                    <a:pt x="3369945" y="1280160"/>
                  </a:lnTo>
                  <a:lnTo>
                    <a:pt x="3375660" y="1276350"/>
                  </a:lnTo>
                  <a:lnTo>
                    <a:pt x="3381375" y="1272540"/>
                  </a:lnTo>
                  <a:lnTo>
                    <a:pt x="3387090" y="1268730"/>
                  </a:lnTo>
                  <a:lnTo>
                    <a:pt x="3392805" y="1266825"/>
                  </a:lnTo>
                  <a:lnTo>
                    <a:pt x="3398520" y="1264920"/>
                  </a:lnTo>
                  <a:lnTo>
                    <a:pt x="3404235" y="1264920"/>
                  </a:lnTo>
                  <a:lnTo>
                    <a:pt x="3409950" y="1263968"/>
                  </a:lnTo>
                  <a:lnTo>
                    <a:pt x="3415665" y="1264920"/>
                  </a:lnTo>
                  <a:lnTo>
                    <a:pt x="3421380" y="1265872"/>
                  </a:lnTo>
                  <a:lnTo>
                    <a:pt x="3427095" y="1267778"/>
                  </a:lnTo>
                  <a:lnTo>
                    <a:pt x="3432810" y="1270635"/>
                  </a:lnTo>
                  <a:lnTo>
                    <a:pt x="3438525" y="1274445"/>
                  </a:lnTo>
                  <a:lnTo>
                    <a:pt x="3444240" y="1278255"/>
                  </a:lnTo>
                  <a:lnTo>
                    <a:pt x="3449955" y="1283018"/>
                  </a:lnTo>
                  <a:lnTo>
                    <a:pt x="3455670" y="1288732"/>
                  </a:lnTo>
                  <a:lnTo>
                    <a:pt x="3461385" y="1294448"/>
                  </a:lnTo>
                  <a:lnTo>
                    <a:pt x="3467100" y="1300163"/>
                  </a:lnTo>
                  <a:lnTo>
                    <a:pt x="3472815" y="1306830"/>
                  </a:lnTo>
                  <a:lnTo>
                    <a:pt x="3478530" y="1313498"/>
                  </a:lnTo>
                  <a:lnTo>
                    <a:pt x="3484245" y="1320165"/>
                  </a:lnTo>
                  <a:lnTo>
                    <a:pt x="3489960" y="1326832"/>
                  </a:lnTo>
                  <a:lnTo>
                    <a:pt x="3495675" y="1333500"/>
                  </a:lnTo>
                  <a:lnTo>
                    <a:pt x="3501390" y="1340168"/>
                  </a:lnTo>
                  <a:lnTo>
                    <a:pt x="3507105" y="1345882"/>
                  </a:lnTo>
                  <a:lnTo>
                    <a:pt x="3512820" y="1350645"/>
                  </a:lnTo>
                  <a:lnTo>
                    <a:pt x="3518535" y="1356360"/>
                  </a:lnTo>
                  <a:lnTo>
                    <a:pt x="3525202" y="1360170"/>
                  </a:lnTo>
                  <a:lnTo>
                    <a:pt x="3529965" y="1363028"/>
                  </a:lnTo>
                  <a:lnTo>
                    <a:pt x="3535680" y="1364932"/>
                  </a:lnTo>
                  <a:lnTo>
                    <a:pt x="3541395" y="1364932"/>
                  </a:lnTo>
                  <a:lnTo>
                    <a:pt x="3547110" y="1364932"/>
                  </a:lnTo>
                  <a:lnTo>
                    <a:pt x="3553778" y="1362075"/>
                  </a:lnTo>
                  <a:lnTo>
                    <a:pt x="3558540" y="1358265"/>
                  </a:lnTo>
                  <a:lnTo>
                    <a:pt x="3564255" y="1353502"/>
                  </a:lnTo>
                  <a:lnTo>
                    <a:pt x="3569970" y="1345882"/>
                  </a:lnTo>
                  <a:lnTo>
                    <a:pt x="3575685" y="1336357"/>
                  </a:lnTo>
                  <a:lnTo>
                    <a:pt x="3582352" y="1325880"/>
                  </a:lnTo>
                  <a:lnTo>
                    <a:pt x="3587115" y="1312545"/>
                  </a:lnTo>
                  <a:lnTo>
                    <a:pt x="3592830" y="1297305"/>
                  </a:lnTo>
                  <a:lnTo>
                    <a:pt x="3598545" y="1280160"/>
                  </a:lnTo>
                  <a:lnTo>
                    <a:pt x="3604260" y="1260157"/>
                  </a:lnTo>
                  <a:lnTo>
                    <a:pt x="3610928" y="1239202"/>
                  </a:lnTo>
                  <a:lnTo>
                    <a:pt x="3615690" y="1214438"/>
                  </a:lnTo>
                  <a:lnTo>
                    <a:pt x="3621405" y="1188720"/>
                  </a:lnTo>
                  <a:lnTo>
                    <a:pt x="3628072" y="1161098"/>
                  </a:lnTo>
                  <a:lnTo>
                    <a:pt x="3632835" y="1130618"/>
                  </a:lnTo>
                  <a:lnTo>
                    <a:pt x="3639502" y="1098232"/>
                  </a:lnTo>
                  <a:lnTo>
                    <a:pt x="3644265" y="1063943"/>
                  </a:lnTo>
                  <a:lnTo>
                    <a:pt x="3649980" y="1028700"/>
                  </a:lnTo>
                  <a:lnTo>
                    <a:pt x="3656648" y="990600"/>
                  </a:lnTo>
                  <a:lnTo>
                    <a:pt x="3661410" y="951548"/>
                  </a:lnTo>
                  <a:lnTo>
                    <a:pt x="3668078" y="911543"/>
                  </a:lnTo>
                  <a:lnTo>
                    <a:pt x="3672840" y="869632"/>
                  </a:lnTo>
                  <a:lnTo>
                    <a:pt x="3678555" y="826770"/>
                  </a:lnTo>
                  <a:lnTo>
                    <a:pt x="3685222" y="782955"/>
                  </a:lnTo>
                  <a:lnTo>
                    <a:pt x="3689985" y="738188"/>
                  </a:lnTo>
                  <a:lnTo>
                    <a:pt x="3696652" y="693420"/>
                  </a:lnTo>
                  <a:lnTo>
                    <a:pt x="3701415" y="647700"/>
                  </a:lnTo>
                  <a:lnTo>
                    <a:pt x="3707130" y="602932"/>
                  </a:lnTo>
                  <a:lnTo>
                    <a:pt x="3713798" y="557213"/>
                  </a:lnTo>
                  <a:lnTo>
                    <a:pt x="3718560" y="512445"/>
                  </a:lnTo>
                  <a:lnTo>
                    <a:pt x="3724275" y="467677"/>
                  </a:lnTo>
                  <a:lnTo>
                    <a:pt x="3730942" y="424815"/>
                  </a:lnTo>
                  <a:lnTo>
                    <a:pt x="3735705" y="381952"/>
                  </a:lnTo>
                  <a:lnTo>
                    <a:pt x="3742372" y="340043"/>
                  </a:lnTo>
                  <a:lnTo>
                    <a:pt x="3747135" y="300990"/>
                  </a:lnTo>
                  <a:lnTo>
                    <a:pt x="3752850" y="262890"/>
                  </a:lnTo>
                  <a:lnTo>
                    <a:pt x="3759518" y="226695"/>
                  </a:lnTo>
                  <a:lnTo>
                    <a:pt x="3764280" y="192405"/>
                  </a:lnTo>
                  <a:lnTo>
                    <a:pt x="3770948" y="160973"/>
                  </a:lnTo>
                  <a:lnTo>
                    <a:pt x="3775710" y="131445"/>
                  </a:lnTo>
                  <a:lnTo>
                    <a:pt x="3781425" y="104775"/>
                  </a:lnTo>
                  <a:lnTo>
                    <a:pt x="3788092" y="80962"/>
                  </a:lnTo>
                  <a:lnTo>
                    <a:pt x="3792855" y="60008"/>
                  </a:lnTo>
                  <a:lnTo>
                    <a:pt x="3799522" y="41910"/>
                  </a:lnTo>
                  <a:lnTo>
                    <a:pt x="3805238" y="26670"/>
                  </a:lnTo>
                  <a:lnTo>
                    <a:pt x="3810000" y="15240"/>
                  </a:lnTo>
                  <a:lnTo>
                    <a:pt x="3816668" y="6668"/>
                  </a:lnTo>
                  <a:lnTo>
                    <a:pt x="3821430" y="1905"/>
                  </a:lnTo>
                  <a:lnTo>
                    <a:pt x="3828098" y="0"/>
                  </a:lnTo>
                  <a:lnTo>
                    <a:pt x="3833812" y="1905"/>
                  </a:lnTo>
                  <a:lnTo>
                    <a:pt x="3838575" y="6668"/>
                  </a:lnTo>
                  <a:lnTo>
                    <a:pt x="3845242" y="15240"/>
                  </a:lnTo>
                  <a:lnTo>
                    <a:pt x="3850005" y="26670"/>
                  </a:lnTo>
                  <a:lnTo>
                    <a:pt x="3856672" y="41910"/>
                  </a:lnTo>
                  <a:lnTo>
                    <a:pt x="3862388" y="60008"/>
                  </a:lnTo>
                  <a:lnTo>
                    <a:pt x="3867150" y="80962"/>
                  </a:lnTo>
                  <a:lnTo>
                    <a:pt x="3873818" y="104775"/>
                  </a:lnTo>
                  <a:lnTo>
                    <a:pt x="3878580" y="131445"/>
                  </a:lnTo>
                  <a:lnTo>
                    <a:pt x="3885248" y="160973"/>
                  </a:lnTo>
                  <a:lnTo>
                    <a:pt x="3890962" y="192405"/>
                  </a:lnTo>
                  <a:lnTo>
                    <a:pt x="3895725" y="226695"/>
                  </a:lnTo>
                  <a:lnTo>
                    <a:pt x="3902392" y="262890"/>
                  </a:lnTo>
                  <a:lnTo>
                    <a:pt x="3908108" y="300990"/>
                  </a:lnTo>
                  <a:lnTo>
                    <a:pt x="3913822" y="340043"/>
                  </a:lnTo>
                  <a:lnTo>
                    <a:pt x="3919538" y="381952"/>
                  </a:lnTo>
                  <a:lnTo>
                    <a:pt x="3924300" y="424815"/>
                  </a:lnTo>
                  <a:lnTo>
                    <a:pt x="3930968" y="467677"/>
                  </a:lnTo>
                  <a:lnTo>
                    <a:pt x="3936682" y="512445"/>
                  </a:lnTo>
                  <a:lnTo>
                    <a:pt x="3942398" y="557213"/>
                  </a:lnTo>
                  <a:lnTo>
                    <a:pt x="3948112" y="602932"/>
                  </a:lnTo>
                  <a:lnTo>
                    <a:pt x="3952875" y="647700"/>
                  </a:lnTo>
                  <a:lnTo>
                    <a:pt x="3959542" y="693420"/>
                  </a:lnTo>
                  <a:lnTo>
                    <a:pt x="3965258" y="738188"/>
                  </a:lnTo>
                  <a:lnTo>
                    <a:pt x="3970972" y="782955"/>
                  </a:lnTo>
                  <a:lnTo>
                    <a:pt x="3976688" y="826770"/>
                  </a:lnTo>
                  <a:lnTo>
                    <a:pt x="3981450" y="869632"/>
                  </a:lnTo>
                  <a:lnTo>
                    <a:pt x="3988118" y="911543"/>
                  </a:lnTo>
                  <a:lnTo>
                    <a:pt x="3993832" y="951548"/>
                  </a:lnTo>
                  <a:lnTo>
                    <a:pt x="3999548" y="990600"/>
                  </a:lnTo>
                  <a:lnTo>
                    <a:pt x="4005262" y="1028700"/>
                  </a:lnTo>
                  <a:lnTo>
                    <a:pt x="4010978" y="1063943"/>
                  </a:lnTo>
                  <a:lnTo>
                    <a:pt x="4016693" y="1098232"/>
                  </a:lnTo>
                  <a:lnTo>
                    <a:pt x="4022407" y="1130618"/>
                  </a:lnTo>
                  <a:lnTo>
                    <a:pt x="4028122" y="1161098"/>
                  </a:lnTo>
                  <a:lnTo>
                    <a:pt x="4033838" y="1188720"/>
                  </a:lnTo>
                  <a:lnTo>
                    <a:pt x="4039552" y="1214438"/>
                  </a:lnTo>
                  <a:lnTo>
                    <a:pt x="4045268" y="1239202"/>
                  </a:lnTo>
                  <a:lnTo>
                    <a:pt x="4050982" y="1260157"/>
                  </a:lnTo>
                  <a:lnTo>
                    <a:pt x="4056698" y="1280160"/>
                  </a:lnTo>
                  <a:lnTo>
                    <a:pt x="4062412" y="1297305"/>
                  </a:lnTo>
                  <a:lnTo>
                    <a:pt x="4068128" y="1312545"/>
                  </a:lnTo>
                  <a:lnTo>
                    <a:pt x="4073843" y="1325880"/>
                  </a:lnTo>
                  <a:lnTo>
                    <a:pt x="4079557" y="1336357"/>
                  </a:lnTo>
                  <a:lnTo>
                    <a:pt x="4085272" y="1345882"/>
                  </a:lnTo>
                  <a:lnTo>
                    <a:pt x="4090988" y="1353502"/>
                  </a:lnTo>
                  <a:lnTo>
                    <a:pt x="4096702" y="1358265"/>
                  </a:lnTo>
                  <a:lnTo>
                    <a:pt x="4102418" y="1362075"/>
                  </a:lnTo>
                  <a:lnTo>
                    <a:pt x="4108132" y="1364932"/>
                  </a:lnTo>
                  <a:lnTo>
                    <a:pt x="4113848" y="1364932"/>
                  </a:lnTo>
                  <a:lnTo>
                    <a:pt x="4119562" y="1364932"/>
                  </a:lnTo>
                  <a:lnTo>
                    <a:pt x="4125278" y="1363028"/>
                  </a:lnTo>
                  <a:lnTo>
                    <a:pt x="4130993" y="1360170"/>
                  </a:lnTo>
                  <a:lnTo>
                    <a:pt x="4136707" y="1356360"/>
                  </a:lnTo>
                  <a:lnTo>
                    <a:pt x="4142422" y="1350645"/>
                  </a:lnTo>
                  <a:lnTo>
                    <a:pt x="4148138" y="1345882"/>
                  </a:lnTo>
                  <a:lnTo>
                    <a:pt x="4153852" y="1340168"/>
                  </a:lnTo>
                  <a:lnTo>
                    <a:pt x="4159568" y="1333500"/>
                  </a:lnTo>
                  <a:lnTo>
                    <a:pt x="4165282" y="1326832"/>
                  </a:lnTo>
                  <a:lnTo>
                    <a:pt x="4170998" y="1320165"/>
                  </a:lnTo>
                  <a:lnTo>
                    <a:pt x="4176712" y="1313498"/>
                  </a:lnTo>
                  <a:lnTo>
                    <a:pt x="4182428" y="1306830"/>
                  </a:lnTo>
                  <a:lnTo>
                    <a:pt x="4188143" y="1300163"/>
                  </a:lnTo>
                  <a:lnTo>
                    <a:pt x="4193857" y="1294448"/>
                  </a:lnTo>
                  <a:lnTo>
                    <a:pt x="4199572" y="1288732"/>
                  </a:lnTo>
                  <a:lnTo>
                    <a:pt x="4205288" y="1283018"/>
                  </a:lnTo>
                  <a:lnTo>
                    <a:pt x="4211002" y="1278255"/>
                  </a:lnTo>
                  <a:lnTo>
                    <a:pt x="4216718" y="1274445"/>
                  </a:lnTo>
                  <a:lnTo>
                    <a:pt x="4222432" y="1270635"/>
                  </a:lnTo>
                  <a:lnTo>
                    <a:pt x="4228148" y="1267778"/>
                  </a:lnTo>
                  <a:lnTo>
                    <a:pt x="4233862" y="1265872"/>
                  </a:lnTo>
                  <a:lnTo>
                    <a:pt x="4239578" y="1264920"/>
                  </a:lnTo>
                  <a:lnTo>
                    <a:pt x="4245292" y="1263968"/>
                  </a:lnTo>
                  <a:lnTo>
                    <a:pt x="4251008" y="1264920"/>
                  </a:lnTo>
                  <a:lnTo>
                    <a:pt x="4256722" y="1264920"/>
                  </a:lnTo>
                  <a:lnTo>
                    <a:pt x="4262438" y="1266825"/>
                  </a:lnTo>
                  <a:lnTo>
                    <a:pt x="4268152" y="1268730"/>
                  </a:lnTo>
                  <a:lnTo>
                    <a:pt x="4273868" y="1272540"/>
                  </a:lnTo>
                  <a:lnTo>
                    <a:pt x="4279582" y="1276350"/>
                  </a:lnTo>
                  <a:lnTo>
                    <a:pt x="4285298" y="1280160"/>
                  </a:lnTo>
                  <a:lnTo>
                    <a:pt x="4291012" y="1283970"/>
                  </a:lnTo>
                  <a:lnTo>
                    <a:pt x="4296728" y="1289685"/>
                  </a:lnTo>
                  <a:lnTo>
                    <a:pt x="4302442" y="1294448"/>
                  </a:lnTo>
                  <a:lnTo>
                    <a:pt x="4308158" y="1300163"/>
                  </a:lnTo>
                  <a:lnTo>
                    <a:pt x="4313872" y="1305878"/>
                  </a:lnTo>
                  <a:lnTo>
                    <a:pt x="4319588" y="1312545"/>
                  </a:lnTo>
                  <a:lnTo>
                    <a:pt x="4325302" y="1318260"/>
                  </a:lnTo>
                  <a:lnTo>
                    <a:pt x="4331018" y="1323975"/>
                  </a:lnTo>
                  <a:lnTo>
                    <a:pt x="4336732" y="1329690"/>
                  </a:lnTo>
                  <a:lnTo>
                    <a:pt x="4342448" y="1335405"/>
                  </a:lnTo>
                  <a:lnTo>
                    <a:pt x="4348162" y="1340168"/>
                  </a:lnTo>
                  <a:lnTo>
                    <a:pt x="4353878" y="1344930"/>
                  </a:lnTo>
                  <a:lnTo>
                    <a:pt x="4359592" y="1349693"/>
                  </a:lnTo>
                  <a:lnTo>
                    <a:pt x="4365308" y="1353502"/>
                  </a:lnTo>
                  <a:lnTo>
                    <a:pt x="4371022" y="1357313"/>
                  </a:lnTo>
                  <a:lnTo>
                    <a:pt x="4376738" y="1360170"/>
                  </a:lnTo>
                  <a:lnTo>
                    <a:pt x="4382452" y="1362075"/>
                  </a:lnTo>
                  <a:lnTo>
                    <a:pt x="4388168" y="1363980"/>
                  </a:lnTo>
                  <a:lnTo>
                    <a:pt x="4393882" y="1364932"/>
                  </a:lnTo>
                  <a:lnTo>
                    <a:pt x="4399598" y="1364932"/>
                  </a:lnTo>
                  <a:lnTo>
                    <a:pt x="4405312" y="1364932"/>
                  </a:lnTo>
                  <a:lnTo>
                    <a:pt x="4411028" y="1363980"/>
                  </a:lnTo>
                  <a:lnTo>
                    <a:pt x="4416742" y="1362075"/>
                  </a:lnTo>
                  <a:lnTo>
                    <a:pt x="4422458" y="1360170"/>
                  </a:lnTo>
                  <a:lnTo>
                    <a:pt x="4428172" y="1357313"/>
                  </a:lnTo>
                  <a:lnTo>
                    <a:pt x="4433888" y="1353502"/>
                  </a:lnTo>
                  <a:lnTo>
                    <a:pt x="4439602" y="1349693"/>
                  </a:lnTo>
                  <a:lnTo>
                    <a:pt x="4445318" y="1344930"/>
                  </a:lnTo>
                  <a:lnTo>
                    <a:pt x="4451032" y="1340168"/>
                  </a:lnTo>
                  <a:lnTo>
                    <a:pt x="4456748" y="1335405"/>
                  </a:lnTo>
                  <a:lnTo>
                    <a:pt x="4462462" y="1329690"/>
                  </a:lnTo>
                  <a:lnTo>
                    <a:pt x="4468178" y="1323975"/>
                  </a:lnTo>
                  <a:lnTo>
                    <a:pt x="4473892" y="1318260"/>
                  </a:lnTo>
                  <a:lnTo>
                    <a:pt x="4479608" y="1312545"/>
                  </a:lnTo>
                  <a:lnTo>
                    <a:pt x="4485322" y="1305878"/>
                  </a:lnTo>
                  <a:lnTo>
                    <a:pt x="4491038" y="1300163"/>
                  </a:lnTo>
                  <a:lnTo>
                    <a:pt x="4496752" y="1294448"/>
                  </a:lnTo>
                  <a:lnTo>
                    <a:pt x="4502468" y="1289685"/>
                  </a:lnTo>
                  <a:lnTo>
                    <a:pt x="4508182" y="1283970"/>
                  </a:lnTo>
                  <a:lnTo>
                    <a:pt x="4513898" y="1280160"/>
                  </a:lnTo>
                  <a:lnTo>
                    <a:pt x="4519612" y="1276350"/>
                  </a:lnTo>
                  <a:lnTo>
                    <a:pt x="4525328" y="1272540"/>
                  </a:lnTo>
                  <a:lnTo>
                    <a:pt x="4531042" y="1268730"/>
                  </a:lnTo>
                  <a:lnTo>
                    <a:pt x="4536758" y="1266825"/>
                  </a:lnTo>
                  <a:lnTo>
                    <a:pt x="4543425" y="1264920"/>
                  </a:lnTo>
                  <a:lnTo>
                    <a:pt x="4548188" y="1264920"/>
                  </a:lnTo>
                  <a:lnTo>
                    <a:pt x="4553902" y="1263968"/>
                  </a:lnTo>
                  <a:lnTo>
                    <a:pt x="4559618" y="1264920"/>
                  </a:lnTo>
                  <a:lnTo>
                    <a:pt x="4565332" y="1265872"/>
                  </a:lnTo>
                  <a:lnTo>
                    <a:pt x="4572000" y="1267778"/>
                  </a:lnTo>
                  <a:lnTo>
                    <a:pt x="4576762" y="1270635"/>
                  </a:lnTo>
                  <a:lnTo>
                    <a:pt x="4582478" y="1274445"/>
                  </a:lnTo>
                  <a:lnTo>
                    <a:pt x="4588192" y="1278255"/>
                  </a:lnTo>
                  <a:lnTo>
                    <a:pt x="4593908" y="1283018"/>
                  </a:lnTo>
                  <a:lnTo>
                    <a:pt x="4600575" y="1288732"/>
                  </a:lnTo>
                  <a:lnTo>
                    <a:pt x="4605338" y="1294448"/>
                  </a:lnTo>
                  <a:lnTo>
                    <a:pt x="4611052" y="1300163"/>
                  </a:lnTo>
                  <a:lnTo>
                    <a:pt x="4616768" y="1306830"/>
                  </a:lnTo>
                  <a:lnTo>
                    <a:pt x="4622482" y="1313498"/>
                  </a:lnTo>
                  <a:lnTo>
                    <a:pt x="4629150" y="1320165"/>
                  </a:lnTo>
                  <a:lnTo>
                    <a:pt x="4633912" y="1326832"/>
                  </a:lnTo>
                  <a:lnTo>
                    <a:pt x="4639628" y="1333500"/>
                  </a:lnTo>
                  <a:lnTo>
                    <a:pt x="4646295" y="1340168"/>
                  </a:lnTo>
                  <a:lnTo>
                    <a:pt x="4651058" y="1345882"/>
                  </a:lnTo>
                  <a:lnTo>
                    <a:pt x="4657725" y="1350645"/>
                  </a:lnTo>
                  <a:lnTo>
                    <a:pt x="4662488" y="1356360"/>
                  </a:lnTo>
                  <a:lnTo>
                    <a:pt x="4668202" y="1360170"/>
                  </a:lnTo>
                  <a:lnTo>
                    <a:pt x="4674870" y="1363028"/>
                  </a:lnTo>
                  <a:lnTo>
                    <a:pt x="4679632" y="1364932"/>
                  </a:lnTo>
                  <a:lnTo>
                    <a:pt x="4686300" y="1364932"/>
                  </a:lnTo>
                  <a:lnTo>
                    <a:pt x="4691062" y="1364932"/>
                  </a:lnTo>
                  <a:lnTo>
                    <a:pt x="4696778" y="1362075"/>
                  </a:lnTo>
                  <a:lnTo>
                    <a:pt x="4703445" y="1358265"/>
                  </a:lnTo>
                  <a:lnTo>
                    <a:pt x="4708208" y="1353502"/>
                  </a:lnTo>
                  <a:lnTo>
                    <a:pt x="4714875" y="1345882"/>
                  </a:lnTo>
                  <a:lnTo>
                    <a:pt x="4719638" y="1336357"/>
                  </a:lnTo>
                  <a:lnTo>
                    <a:pt x="4725352" y="1325880"/>
                  </a:lnTo>
                  <a:lnTo>
                    <a:pt x="4732020" y="1312545"/>
                  </a:lnTo>
                  <a:lnTo>
                    <a:pt x="4736782" y="1297305"/>
                  </a:lnTo>
                  <a:lnTo>
                    <a:pt x="4743450" y="1280160"/>
                  </a:lnTo>
                  <a:lnTo>
                    <a:pt x="4749165" y="1260157"/>
                  </a:lnTo>
                  <a:lnTo>
                    <a:pt x="4753928" y="1239202"/>
                  </a:lnTo>
                  <a:lnTo>
                    <a:pt x="4760595" y="1214438"/>
                  </a:lnTo>
                  <a:lnTo>
                    <a:pt x="4765358" y="1188720"/>
                  </a:lnTo>
                  <a:lnTo>
                    <a:pt x="4772025" y="1161098"/>
                  </a:lnTo>
                  <a:lnTo>
                    <a:pt x="4777740" y="1130618"/>
                  </a:lnTo>
                  <a:lnTo>
                    <a:pt x="4782502" y="1098232"/>
                  </a:lnTo>
                  <a:lnTo>
                    <a:pt x="4789170" y="1063943"/>
                  </a:lnTo>
                  <a:lnTo>
                    <a:pt x="4793932" y="1028700"/>
                  </a:lnTo>
                  <a:lnTo>
                    <a:pt x="4800600" y="990600"/>
                  </a:lnTo>
                  <a:lnTo>
                    <a:pt x="4806315" y="951548"/>
                  </a:lnTo>
                  <a:lnTo>
                    <a:pt x="4811078" y="911543"/>
                  </a:lnTo>
                  <a:lnTo>
                    <a:pt x="4817745" y="869632"/>
                  </a:lnTo>
                  <a:lnTo>
                    <a:pt x="4823460" y="826770"/>
                  </a:lnTo>
                  <a:lnTo>
                    <a:pt x="4829175" y="782955"/>
                  </a:lnTo>
                  <a:lnTo>
                    <a:pt x="4834890" y="738188"/>
                  </a:lnTo>
                  <a:lnTo>
                    <a:pt x="4839652" y="693420"/>
                  </a:lnTo>
                  <a:lnTo>
                    <a:pt x="4846320" y="647700"/>
                  </a:lnTo>
                  <a:lnTo>
                    <a:pt x="4852035" y="602932"/>
                  </a:lnTo>
                  <a:lnTo>
                    <a:pt x="4856798" y="557213"/>
                  </a:lnTo>
                  <a:lnTo>
                    <a:pt x="4863465" y="512445"/>
                  </a:lnTo>
                  <a:lnTo>
                    <a:pt x="4868228" y="467677"/>
                  </a:lnTo>
                  <a:lnTo>
                    <a:pt x="4874895" y="424815"/>
                  </a:lnTo>
                  <a:lnTo>
                    <a:pt x="4880610" y="381952"/>
                  </a:lnTo>
                  <a:lnTo>
                    <a:pt x="4885372" y="340043"/>
                  </a:lnTo>
                  <a:lnTo>
                    <a:pt x="4892040" y="300990"/>
                  </a:lnTo>
                  <a:lnTo>
                    <a:pt x="4896802" y="262890"/>
                  </a:lnTo>
                  <a:lnTo>
                    <a:pt x="4903470" y="226695"/>
                  </a:lnTo>
                  <a:lnTo>
                    <a:pt x="4909185" y="192405"/>
                  </a:lnTo>
                  <a:lnTo>
                    <a:pt x="4913948" y="160973"/>
                  </a:lnTo>
                  <a:lnTo>
                    <a:pt x="4920615" y="131445"/>
                  </a:lnTo>
                  <a:lnTo>
                    <a:pt x="4926330" y="104775"/>
                  </a:lnTo>
                  <a:lnTo>
                    <a:pt x="4932045" y="80962"/>
                  </a:lnTo>
                  <a:lnTo>
                    <a:pt x="4937760" y="60008"/>
                  </a:lnTo>
                  <a:lnTo>
                    <a:pt x="4942522" y="41910"/>
                  </a:lnTo>
                  <a:lnTo>
                    <a:pt x="4949190" y="26670"/>
                  </a:lnTo>
                  <a:lnTo>
                    <a:pt x="4954905" y="15240"/>
                  </a:lnTo>
                  <a:lnTo>
                    <a:pt x="4960620" y="6668"/>
                  </a:lnTo>
                  <a:lnTo>
                    <a:pt x="4966335" y="1905"/>
                  </a:lnTo>
                  <a:lnTo>
                    <a:pt x="4971098" y="0"/>
                  </a:lnTo>
                  <a:lnTo>
                    <a:pt x="4977765" y="1905"/>
                  </a:lnTo>
                  <a:lnTo>
                    <a:pt x="4983480" y="6668"/>
                  </a:lnTo>
                  <a:lnTo>
                    <a:pt x="4989195" y="15240"/>
                  </a:lnTo>
                  <a:lnTo>
                    <a:pt x="4994910" y="26670"/>
                  </a:lnTo>
                  <a:lnTo>
                    <a:pt x="4999672" y="41910"/>
                  </a:lnTo>
                  <a:lnTo>
                    <a:pt x="5006340" y="60008"/>
                  </a:lnTo>
                  <a:lnTo>
                    <a:pt x="5012055" y="80962"/>
                  </a:lnTo>
                  <a:lnTo>
                    <a:pt x="5017770" y="104775"/>
                  </a:lnTo>
                  <a:lnTo>
                    <a:pt x="5023485" y="131445"/>
                  </a:lnTo>
                  <a:lnTo>
                    <a:pt x="5029200" y="160973"/>
                  </a:lnTo>
                  <a:lnTo>
                    <a:pt x="5034915" y="192405"/>
                  </a:lnTo>
                  <a:lnTo>
                    <a:pt x="5040630" y="226695"/>
                  </a:lnTo>
                  <a:lnTo>
                    <a:pt x="5046345" y="262890"/>
                  </a:lnTo>
                  <a:lnTo>
                    <a:pt x="5052060" y="300990"/>
                  </a:lnTo>
                  <a:lnTo>
                    <a:pt x="5057775" y="340043"/>
                  </a:lnTo>
                  <a:lnTo>
                    <a:pt x="5063490" y="381952"/>
                  </a:lnTo>
                  <a:lnTo>
                    <a:pt x="5069205" y="424815"/>
                  </a:lnTo>
                  <a:lnTo>
                    <a:pt x="5074920" y="467677"/>
                  </a:lnTo>
                  <a:lnTo>
                    <a:pt x="5080635" y="512445"/>
                  </a:lnTo>
                  <a:lnTo>
                    <a:pt x="5086350" y="557213"/>
                  </a:lnTo>
                  <a:lnTo>
                    <a:pt x="5092065" y="602932"/>
                  </a:lnTo>
                  <a:lnTo>
                    <a:pt x="5097780" y="647700"/>
                  </a:lnTo>
                  <a:lnTo>
                    <a:pt x="5103495" y="693420"/>
                  </a:lnTo>
                  <a:lnTo>
                    <a:pt x="5109210" y="738188"/>
                  </a:lnTo>
                  <a:lnTo>
                    <a:pt x="5114925" y="782955"/>
                  </a:lnTo>
                  <a:lnTo>
                    <a:pt x="5120640" y="826770"/>
                  </a:lnTo>
                  <a:lnTo>
                    <a:pt x="5126355" y="869632"/>
                  </a:lnTo>
                  <a:lnTo>
                    <a:pt x="5132070" y="911543"/>
                  </a:lnTo>
                  <a:lnTo>
                    <a:pt x="5137785" y="951548"/>
                  </a:lnTo>
                  <a:lnTo>
                    <a:pt x="5143500" y="990600"/>
                  </a:lnTo>
                  <a:lnTo>
                    <a:pt x="5149215" y="1028700"/>
                  </a:lnTo>
                  <a:lnTo>
                    <a:pt x="5154930" y="1063943"/>
                  </a:lnTo>
                  <a:lnTo>
                    <a:pt x="5160645" y="1098232"/>
                  </a:lnTo>
                  <a:lnTo>
                    <a:pt x="5166360" y="1130618"/>
                  </a:lnTo>
                  <a:lnTo>
                    <a:pt x="5172075" y="1161098"/>
                  </a:lnTo>
                  <a:lnTo>
                    <a:pt x="5177790" y="1188720"/>
                  </a:lnTo>
                  <a:lnTo>
                    <a:pt x="5183505" y="1214438"/>
                  </a:lnTo>
                  <a:lnTo>
                    <a:pt x="5189220" y="1239202"/>
                  </a:lnTo>
                  <a:lnTo>
                    <a:pt x="5194935" y="1260157"/>
                  </a:lnTo>
                  <a:lnTo>
                    <a:pt x="5200650" y="1280160"/>
                  </a:lnTo>
                  <a:lnTo>
                    <a:pt x="5206365" y="1297305"/>
                  </a:lnTo>
                  <a:lnTo>
                    <a:pt x="5212080" y="1312545"/>
                  </a:lnTo>
                  <a:lnTo>
                    <a:pt x="5217795" y="1325880"/>
                  </a:lnTo>
                  <a:lnTo>
                    <a:pt x="5223510" y="1336357"/>
                  </a:lnTo>
                  <a:lnTo>
                    <a:pt x="5229225" y="1345882"/>
                  </a:lnTo>
                  <a:lnTo>
                    <a:pt x="5234940" y="1353502"/>
                  </a:lnTo>
                  <a:lnTo>
                    <a:pt x="5240655" y="1358265"/>
                  </a:lnTo>
                  <a:lnTo>
                    <a:pt x="5246370" y="1362075"/>
                  </a:lnTo>
                  <a:lnTo>
                    <a:pt x="5252085" y="1364932"/>
                  </a:lnTo>
                  <a:lnTo>
                    <a:pt x="5257800" y="1364932"/>
                  </a:lnTo>
                  <a:lnTo>
                    <a:pt x="5263515" y="1364932"/>
                  </a:lnTo>
                  <a:lnTo>
                    <a:pt x="5269230" y="1363028"/>
                  </a:lnTo>
                  <a:lnTo>
                    <a:pt x="5274945" y="1360170"/>
                  </a:lnTo>
                  <a:lnTo>
                    <a:pt x="5280660" y="1356360"/>
                  </a:lnTo>
                  <a:lnTo>
                    <a:pt x="5286375" y="1350645"/>
                  </a:lnTo>
                  <a:lnTo>
                    <a:pt x="5292090" y="1345882"/>
                  </a:lnTo>
                  <a:lnTo>
                    <a:pt x="5297805" y="1340168"/>
                  </a:lnTo>
                  <a:lnTo>
                    <a:pt x="5303520" y="1333500"/>
                  </a:lnTo>
                  <a:lnTo>
                    <a:pt x="5309235" y="1326832"/>
                  </a:lnTo>
                  <a:lnTo>
                    <a:pt x="5314950" y="1320165"/>
                  </a:lnTo>
                  <a:lnTo>
                    <a:pt x="5320665" y="1313498"/>
                  </a:lnTo>
                  <a:lnTo>
                    <a:pt x="5326380" y="1306830"/>
                  </a:lnTo>
                  <a:lnTo>
                    <a:pt x="5332095" y="1300163"/>
                  </a:lnTo>
                  <a:lnTo>
                    <a:pt x="5337810" y="1294448"/>
                  </a:lnTo>
                  <a:lnTo>
                    <a:pt x="5343525" y="1288732"/>
                  </a:lnTo>
                  <a:lnTo>
                    <a:pt x="5349240" y="1283018"/>
                  </a:lnTo>
                  <a:lnTo>
                    <a:pt x="5354955" y="1278255"/>
                  </a:lnTo>
                  <a:lnTo>
                    <a:pt x="5360670" y="1274445"/>
                  </a:lnTo>
                  <a:lnTo>
                    <a:pt x="5366385" y="1270635"/>
                  </a:lnTo>
                  <a:lnTo>
                    <a:pt x="5363528" y="127254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300162" y="3345180"/>
              <a:ext cx="9525" cy="80010"/>
            </a:xfrm>
            <a:custGeom>
              <a:avLst/>
              <a:gdLst/>
              <a:ahLst/>
              <a:cxnLst/>
              <a:rect l="l" t="t" r="r" b="b"/>
              <a:pathLst>
                <a:path w="9525" h="80010">
                  <a:moveTo>
                    <a:pt x="0" y="0"/>
                  </a:moveTo>
                  <a:lnTo>
                    <a:pt x="0" y="8001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2444115" y="3345180"/>
              <a:ext cx="9525" cy="80010"/>
            </a:xfrm>
            <a:custGeom>
              <a:avLst/>
              <a:gdLst/>
              <a:ahLst/>
              <a:cxnLst/>
              <a:rect l="l" t="t" r="r" b="b"/>
              <a:pathLst>
                <a:path w="9525" h="80010">
                  <a:moveTo>
                    <a:pt x="0" y="0"/>
                  </a:moveTo>
                  <a:lnTo>
                    <a:pt x="0" y="8001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589020" y="3345180"/>
              <a:ext cx="9525" cy="80010"/>
            </a:xfrm>
            <a:custGeom>
              <a:avLst/>
              <a:gdLst/>
              <a:ahLst/>
              <a:cxnLst/>
              <a:rect l="l" t="t" r="r" b="b"/>
              <a:pathLst>
                <a:path w="9525" h="80010">
                  <a:moveTo>
                    <a:pt x="0" y="0"/>
                  </a:moveTo>
                  <a:lnTo>
                    <a:pt x="0" y="8001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4732972" y="3345180"/>
              <a:ext cx="9525" cy="80010"/>
            </a:xfrm>
            <a:custGeom>
              <a:avLst/>
              <a:gdLst/>
              <a:ahLst/>
              <a:cxnLst/>
              <a:rect l="l" t="t" r="r" b="b"/>
              <a:pathLst>
                <a:path w="9525" h="80010">
                  <a:moveTo>
                    <a:pt x="0" y="0"/>
                  </a:moveTo>
                  <a:lnTo>
                    <a:pt x="0" y="8001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5875972" y="3345180"/>
              <a:ext cx="9525" cy="80010"/>
            </a:xfrm>
            <a:custGeom>
              <a:avLst/>
              <a:gdLst/>
              <a:ahLst/>
              <a:cxnLst/>
              <a:rect l="l" t="t" r="r" b="b"/>
              <a:pathLst>
                <a:path w="9525" h="80010">
                  <a:moveTo>
                    <a:pt x="0" y="0"/>
                  </a:moveTo>
                  <a:lnTo>
                    <a:pt x="0" y="8001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854392" y="5371148"/>
              <a:ext cx="5410200" cy="9525"/>
            </a:xfrm>
            <a:custGeom>
              <a:avLst/>
              <a:gdLst/>
              <a:ahLst/>
              <a:cxnLst/>
              <a:rect l="l" t="t" r="r" b="b"/>
              <a:pathLst>
                <a:path w="5410200" h="9525">
                  <a:moveTo>
                    <a:pt x="0" y="0"/>
                  </a:moveTo>
                  <a:lnTo>
                    <a:pt x="541020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6264592" y="532352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904875" y="4006215"/>
              <a:ext cx="5366385" cy="1364932"/>
            </a:xfrm>
            <a:custGeom>
              <a:avLst/>
              <a:gdLst/>
              <a:ahLst/>
              <a:cxnLst/>
              <a:rect l="l" t="t" r="r" b="b"/>
              <a:pathLst>
                <a:path w="5366385" h="1364932">
                  <a:moveTo>
                    <a:pt x="4762" y="1347788"/>
                  </a:moveTo>
                  <a:lnTo>
                    <a:pt x="0" y="1347788"/>
                  </a:lnTo>
                  <a:lnTo>
                    <a:pt x="6668" y="1348740"/>
                  </a:lnTo>
                  <a:lnTo>
                    <a:pt x="12382" y="1350645"/>
                  </a:lnTo>
                  <a:lnTo>
                    <a:pt x="18098" y="1352550"/>
                  </a:lnTo>
                  <a:lnTo>
                    <a:pt x="23812" y="1355407"/>
                  </a:lnTo>
                  <a:lnTo>
                    <a:pt x="28575" y="1358265"/>
                  </a:lnTo>
                  <a:lnTo>
                    <a:pt x="35243" y="1361122"/>
                  </a:lnTo>
                  <a:lnTo>
                    <a:pt x="40957" y="1363028"/>
                  </a:lnTo>
                  <a:lnTo>
                    <a:pt x="46673" y="1363980"/>
                  </a:lnTo>
                  <a:lnTo>
                    <a:pt x="52388" y="1364932"/>
                  </a:lnTo>
                  <a:lnTo>
                    <a:pt x="57150" y="1363980"/>
                  </a:lnTo>
                  <a:lnTo>
                    <a:pt x="63818" y="1363028"/>
                  </a:lnTo>
                  <a:lnTo>
                    <a:pt x="69532" y="1360170"/>
                  </a:lnTo>
                  <a:lnTo>
                    <a:pt x="75248" y="1357312"/>
                  </a:lnTo>
                  <a:lnTo>
                    <a:pt x="80962" y="1353503"/>
                  </a:lnTo>
                  <a:lnTo>
                    <a:pt x="86677" y="1348740"/>
                  </a:lnTo>
                  <a:lnTo>
                    <a:pt x="92393" y="1344930"/>
                  </a:lnTo>
                  <a:lnTo>
                    <a:pt x="98107" y="1342072"/>
                  </a:lnTo>
                  <a:lnTo>
                    <a:pt x="103823" y="1339215"/>
                  </a:lnTo>
                  <a:lnTo>
                    <a:pt x="109538" y="1337310"/>
                  </a:lnTo>
                  <a:lnTo>
                    <a:pt x="115252" y="1337310"/>
                  </a:lnTo>
                  <a:lnTo>
                    <a:pt x="120968" y="1338262"/>
                  </a:lnTo>
                  <a:lnTo>
                    <a:pt x="126682" y="1341120"/>
                  </a:lnTo>
                  <a:lnTo>
                    <a:pt x="132398" y="1343978"/>
                  </a:lnTo>
                  <a:lnTo>
                    <a:pt x="138112" y="1348740"/>
                  </a:lnTo>
                  <a:lnTo>
                    <a:pt x="143827" y="1353503"/>
                  </a:lnTo>
                  <a:lnTo>
                    <a:pt x="149543" y="1358265"/>
                  </a:lnTo>
                  <a:lnTo>
                    <a:pt x="155257" y="1361122"/>
                  </a:lnTo>
                  <a:lnTo>
                    <a:pt x="160973" y="1363980"/>
                  </a:lnTo>
                  <a:lnTo>
                    <a:pt x="166688" y="1364932"/>
                  </a:lnTo>
                  <a:lnTo>
                    <a:pt x="172402" y="1363980"/>
                  </a:lnTo>
                  <a:lnTo>
                    <a:pt x="178118" y="1361122"/>
                  </a:lnTo>
                  <a:lnTo>
                    <a:pt x="183832" y="1355407"/>
                  </a:lnTo>
                  <a:lnTo>
                    <a:pt x="189548" y="1348740"/>
                  </a:lnTo>
                  <a:lnTo>
                    <a:pt x="195262" y="1340167"/>
                  </a:lnTo>
                  <a:lnTo>
                    <a:pt x="200977" y="1330642"/>
                  </a:lnTo>
                  <a:lnTo>
                    <a:pt x="206693" y="1321117"/>
                  </a:lnTo>
                  <a:lnTo>
                    <a:pt x="212407" y="1311592"/>
                  </a:lnTo>
                  <a:lnTo>
                    <a:pt x="218123" y="1303972"/>
                  </a:lnTo>
                  <a:lnTo>
                    <a:pt x="223838" y="1299210"/>
                  </a:lnTo>
                  <a:lnTo>
                    <a:pt x="229552" y="1296353"/>
                  </a:lnTo>
                  <a:lnTo>
                    <a:pt x="235268" y="1296353"/>
                  </a:lnTo>
                  <a:lnTo>
                    <a:pt x="240982" y="1301115"/>
                  </a:lnTo>
                  <a:lnTo>
                    <a:pt x="246698" y="1307782"/>
                  </a:lnTo>
                  <a:lnTo>
                    <a:pt x="252412" y="1318260"/>
                  </a:lnTo>
                  <a:lnTo>
                    <a:pt x="258127" y="1329690"/>
                  </a:lnTo>
                  <a:lnTo>
                    <a:pt x="263842" y="1342072"/>
                  </a:lnTo>
                  <a:lnTo>
                    <a:pt x="269558" y="1353503"/>
                  </a:lnTo>
                  <a:lnTo>
                    <a:pt x="275273" y="1362075"/>
                  </a:lnTo>
                  <a:lnTo>
                    <a:pt x="280988" y="1364932"/>
                  </a:lnTo>
                  <a:lnTo>
                    <a:pt x="286702" y="1361122"/>
                  </a:lnTo>
                  <a:lnTo>
                    <a:pt x="292418" y="1347788"/>
                  </a:lnTo>
                  <a:lnTo>
                    <a:pt x="298132" y="1324928"/>
                  </a:lnTo>
                  <a:lnTo>
                    <a:pt x="303848" y="1288732"/>
                  </a:lnTo>
                  <a:lnTo>
                    <a:pt x="309562" y="1240155"/>
                  </a:lnTo>
                  <a:lnTo>
                    <a:pt x="315277" y="1177290"/>
                  </a:lnTo>
                  <a:lnTo>
                    <a:pt x="320992" y="1101090"/>
                  </a:lnTo>
                  <a:lnTo>
                    <a:pt x="326708" y="1013460"/>
                  </a:lnTo>
                  <a:lnTo>
                    <a:pt x="332423" y="914400"/>
                  </a:lnTo>
                  <a:lnTo>
                    <a:pt x="338138" y="807720"/>
                  </a:lnTo>
                  <a:lnTo>
                    <a:pt x="343852" y="694372"/>
                  </a:lnTo>
                  <a:lnTo>
                    <a:pt x="349567" y="579120"/>
                  </a:lnTo>
                  <a:lnTo>
                    <a:pt x="355283" y="464820"/>
                  </a:lnTo>
                  <a:lnTo>
                    <a:pt x="360998" y="356235"/>
                  </a:lnTo>
                  <a:lnTo>
                    <a:pt x="366712" y="256222"/>
                  </a:lnTo>
                  <a:lnTo>
                    <a:pt x="372427" y="168592"/>
                  </a:lnTo>
                  <a:lnTo>
                    <a:pt x="378142" y="97155"/>
                  </a:lnTo>
                  <a:lnTo>
                    <a:pt x="383858" y="43815"/>
                  </a:lnTo>
                  <a:lnTo>
                    <a:pt x="389573" y="11430"/>
                  </a:lnTo>
                  <a:lnTo>
                    <a:pt x="395288" y="0"/>
                  </a:lnTo>
                  <a:lnTo>
                    <a:pt x="401002" y="11430"/>
                  </a:lnTo>
                  <a:lnTo>
                    <a:pt x="406717" y="43815"/>
                  </a:lnTo>
                  <a:lnTo>
                    <a:pt x="412433" y="97155"/>
                  </a:lnTo>
                  <a:lnTo>
                    <a:pt x="418148" y="168592"/>
                  </a:lnTo>
                  <a:lnTo>
                    <a:pt x="423862" y="256222"/>
                  </a:lnTo>
                  <a:lnTo>
                    <a:pt x="429577" y="356235"/>
                  </a:lnTo>
                  <a:lnTo>
                    <a:pt x="435292" y="464820"/>
                  </a:lnTo>
                  <a:lnTo>
                    <a:pt x="441008" y="579120"/>
                  </a:lnTo>
                  <a:lnTo>
                    <a:pt x="446723" y="694372"/>
                  </a:lnTo>
                  <a:lnTo>
                    <a:pt x="452438" y="807720"/>
                  </a:lnTo>
                  <a:lnTo>
                    <a:pt x="458152" y="914400"/>
                  </a:lnTo>
                  <a:lnTo>
                    <a:pt x="463867" y="1013460"/>
                  </a:lnTo>
                  <a:lnTo>
                    <a:pt x="469583" y="1101090"/>
                  </a:lnTo>
                  <a:lnTo>
                    <a:pt x="475298" y="1177290"/>
                  </a:lnTo>
                  <a:lnTo>
                    <a:pt x="481012" y="1240155"/>
                  </a:lnTo>
                  <a:lnTo>
                    <a:pt x="486727" y="1288732"/>
                  </a:lnTo>
                  <a:lnTo>
                    <a:pt x="492442" y="1324928"/>
                  </a:lnTo>
                  <a:lnTo>
                    <a:pt x="498158" y="1347788"/>
                  </a:lnTo>
                  <a:lnTo>
                    <a:pt x="503873" y="1361122"/>
                  </a:lnTo>
                  <a:lnTo>
                    <a:pt x="509588" y="1364932"/>
                  </a:lnTo>
                  <a:lnTo>
                    <a:pt x="515302" y="1362075"/>
                  </a:lnTo>
                  <a:lnTo>
                    <a:pt x="521017" y="1353503"/>
                  </a:lnTo>
                  <a:lnTo>
                    <a:pt x="526733" y="1342072"/>
                  </a:lnTo>
                  <a:lnTo>
                    <a:pt x="532448" y="1329690"/>
                  </a:lnTo>
                  <a:lnTo>
                    <a:pt x="538162" y="1318260"/>
                  </a:lnTo>
                  <a:lnTo>
                    <a:pt x="544830" y="1307782"/>
                  </a:lnTo>
                  <a:lnTo>
                    <a:pt x="549592" y="1301115"/>
                  </a:lnTo>
                  <a:lnTo>
                    <a:pt x="555308" y="1296353"/>
                  </a:lnTo>
                  <a:lnTo>
                    <a:pt x="561022" y="1296353"/>
                  </a:lnTo>
                  <a:lnTo>
                    <a:pt x="566738" y="1299210"/>
                  </a:lnTo>
                  <a:lnTo>
                    <a:pt x="573405" y="1303972"/>
                  </a:lnTo>
                  <a:lnTo>
                    <a:pt x="578167" y="1311592"/>
                  </a:lnTo>
                  <a:lnTo>
                    <a:pt x="583883" y="1321117"/>
                  </a:lnTo>
                  <a:lnTo>
                    <a:pt x="589598" y="1330642"/>
                  </a:lnTo>
                  <a:lnTo>
                    <a:pt x="595312" y="1340167"/>
                  </a:lnTo>
                  <a:lnTo>
                    <a:pt x="601980" y="1348740"/>
                  </a:lnTo>
                  <a:lnTo>
                    <a:pt x="606742" y="1355407"/>
                  </a:lnTo>
                  <a:lnTo>
                    <a:pt x="612458" y="1361122"/>
                  </a:lnTo>
                  <a:lnTo>
                    <a:pt x="618172" y="1363980"/>
                  </a:lnTo>
                  <a:lnTo>
                    <a:pt x="623888" y="1364932"/>
                  </a:lnTo>
                  <a:lnTo>
                    <a:pt x="630555" y="1363980"/>
                  </a:lnTo>
                  <a:lnTo>
                    <a:pt x="635317" y="1361122"/>
                  </a:lnTo>
                  <a:lnTo>
                    <a:pt x="641033" y="1358265"/>
                  </a:lnTo>
                  <a:lnTo>
                    <a:pt x="647700" y="1353503"/>
                  </a:lnTo>
                  <a:lnTo>
                    <a:pt x="652462" y="1348740"/>
                  </a:lnTo>
                  <a:lnTo>
                    <a:pt x="659130" y="1343978"/>
                  </a:lnTo>
                  <a:lnTo>
                    <a:pt x="663892" y="1341120"/>
                  </a:lnTo>
                  <a:lnTo>
                    <a:pt x="669608" y="1338262"/>
                  </a:lnTo>
                  <a:lnTo>
                    <a:pt x="676275" y="1337310"/>
                  </a:lnTo>
                  <a:lnTo>
                    <a:pt x="681038" y="1337310"/>
                  </a:lnTo>
                  <a:lnTo>
                    <a:pt x="687705" y="1339215"/>
                  </a:lnTo>
                  <a:lnTo>
                    <a:pt x="692467" y="1342072"/>
                  </a:lnTo>
                  <a:lnTo>
                    <a:pt x="698183" y="1344930"/>
                  </a:lnTo>
                  <a:lnTo>
                    <a:pt x="704850" y="1348740"/>
                  </a:lnTo>
                  <a:lnTo>
                    <a:pt x="709612" y="1353503"/>
                  </a:lnTo>
                  <a:lnTo>
                    <a:pt x="716280" y="1357312"/>
                  </a:lnTo>
                  <a:lnTo>
                    <a:pt x="721995" y="1360170"/>
                  </a:lnTo>
                  <a:lnTo>
                    <a:pt x="726758" y="1363028"/>
                  </a:lnTo>
                  <a:lnTo>
                    <a:pt x="733425" y="1363980"/>
                  </a:lnTo>
                  <a:lnTo>
                    <a:pt x="738188" y="1364932"/>
                  </a:lnTo>
                  <a:lnTo>
                    <a:pt x="744855" y="1363980"/>
                  </a:lnTo>
                  <a:lnTo>
                    <a:pt x="750570" y="1363028"/>
                  </a:lnTo>
                  <a:lnTo>
                    <a:pt x="755333" y="1361122"/>
                  </a:lnTo>
                  <a:lnTo>
                    <a:pt x="762000" y="1358265"/>
                  </a:lnTo>
                  <a:lnTo>
                    <a:pt x="766762" y="1355407"/>
                  </a:lnTo>
                  <a:lnTo>
                    <a:pt x="772478" y="1352550"/>
                  </a:lnTo>
                  <a:lnTo>
                    <a:pt x="779145" y="1350645"/>
                  </a:lnTo>
                  <a:lnTo>
                    <a:pt x="783908" y="1348740"/>
                  </a:lnTo>
                  <a:lnTo>
                    <a:pt x="790575" y="1347788"/>
                  </a:lnTo>
                  <a:lnTo>
                    <a:pt x="795338" y="1347788"/>
                  </a:lnTo>
                  <a:lnTo>
                    <a:pt x="801052" y="1348740"/>
                  </a:lnTo>
                  <a:lnTo>
                    <a:pt x="807720" y="1349692"/>
                  </a:lnTo>
                  <a:lnTo>
                    <a:pt x="812483" y="1351597"/>
                  </a:lnTo>
                  <a:lnTo>
                    <a:pt x="819150" y="1354455"/>
                  </a:lnTo>
                  <a:lnTo>
                    <a:pt x="824865" y="1357312"/>
                  </a:lnTo>
                  <a:lnTo>
                    <a:pt x="829628" y="1359217"/>
                  </a:lnTo>
                  <a:lnTo>
                    <a:pt x="836295" y="1362075"/>
                  </a:lnTo>
                  <a:lnTo>
                    <a:pt x="841058" y="1363028"/>
                  </a:lnTo>
                  <a:lnTo>
                    <a:pt x="847725" y="1364932"/>
                  </a:lnTo>
                  <a:lnTo>
                    <a:pt x="853440" y="1364932"/>
                  </a:lnTo>
                  <a:lnTo>
                    <a:pt x="858202" y="1364932"/>
                  </a:lnTo>
                  <a:lnTo>
                    <a:pt x="864870" y="1363028"/>
                  </a:lnTo>
                  <a:lnTo>
                    <a:pt x="869633" y="1362075"/>
                  </a:lnTo>
                  <a:lnTo>
                    <a:pt x="876300" y="1360170"/>
                  </a:lnTo>
                  <a:lnTo>
                    <a:pt x="882015" y="1358265"/>
                  </a:lnTo>
                  <a:lnTo>
                    <a:pt x="886778" y="1355407"/>
                  </a:lnTo>
                  <a:lnTo>
                    <a:pt x="893445" y="1353503"/>
                  </a:lnTo>
                  <a:lnTo>
                    <a:pt x="898208" y="1351597"/>
                  </a:lnTo>
                  <a:lnTo>
                    <a:pt x="904875" y="1351597"/>
                  </a:lnTo>
                  <a:lnTo>
                    <a:pt x="910590" y="1350645"/>
                  </a:lnTo>
                  <a:lnTo>
                    <a:pt x="915352" y="1351597"/>
                  </a:lnTo>
                  <a:lnTo>
                    <a:pt x="922020" y="1352550"/>
                  </a:lnTo>
                  <a:lnTo>
                    <a:pt x="927735" y="1354455"/>
                  </a:lnTo>
                  <a:lnTo>
                    <a:pt x="933450" y="1355407"/>
                  </a:lnTo>
                  <a:lnTo>
                    <a:pt x="939165" y="1358265"/>
                  </a:lnTo>
                  <a:lnTo>
                    <a:pt x="943928" y="1360170"/>
                  </a:lnTo>
                  <a:lnTo>
                    <a:pt x="950595" y="1362075"/>
                  </a:lnTo>
                  <a:lnTo>
                    <a:pt x="956310" y="1363980"/>
                  </a:lnTo>
                  <a:lnTo>
                    <a:pt x="962025" y="1364932"/>
                  </a:lnTo>
                  <a:lnTo>
                    <a:pt x="967740" y="1364932"/>
                  </a:lnTo>
                  <a:lnTo>
                    <a:pt x="972502" y="1364932"/>
                  </a:lnTo>
                  <a:lnTo>
                    <a:pt x="979170" y="1363980"/>
                  </a:lnTo>
                  <a:lnTo>
                    <a:pt x="984885" y="1362075"/>
                  </a:lnTo>
                  <a:lnTo>
                    <a:pt x="990600" y="1360170"/>
                  </a:lnTo>
                  <a:lnTo>
                    <a:pt x="996315" y="1358265"/>
                  </a:lnTo>
                  <a:lnTo>
                    <a:pt x="1002030" y="1355407"/>
                  </a:lnTo>
                  <a:lnTo>
                    <a:pt x="1007745" y="1354455"/>
                  </a:lnTo>
                  <a:lnTo>
                    <a:pt x="1013460" y="1352550"/>
                  </a:lnTo>
                  <a:lnTo>
                    <a:pt x="1019175" y="1351597"/>
                  </a:lnTo>
                  <a:lnTo>
                    <a:pt x="1024890" y="1350645"/>
                  </a:lnTo>
                  <a:lnTo>
                    <a:pt x="1030605" y="1351597"/>
                  </a:lnTo>
                  <a:lnTo>
                    <a:pt x="1036320" y="1351597"/>
                  </a:lnTo>
                  <a:lnTo>
                    <a:pt x="1042035" y="1353503"/>
                  </a:lnTo>
                  <a:lnTo>
                    <a:pt x="1047750" y="1355407"/>
                  </a:lnTo>
                  <a:lnTo>
                    <a:pt x="1053465" y="1358265"/>
                  </a:lnTo>
                  <a:lnTo>
                    <a:pt x="1059180" y="1360170"/>
                  </a:lnTo>
                  <a:lnTo>
                    <a:pt x="1064895" y="1362075"/>
                  </a:lnTo>
                  <a:lnTo>
                    <a:pt x="1070610" y="1363028"/>
                  </a:lnTo>
                  <a:lnTo>
                    <a:pt x="1076325" y="1364932"/>
                  </a:lnTo>
                  <a:lnTo>
                    <a:pt x="1082040" y="1364932"/>
                  </a:lnTo>
                  <a:lnTo>
                    <a:pt x="1087755" y="1364932"/>
                  </a:lnTo>
                  <a:lnTo>
                    <a:pt x="1093470" y="1363028"/>
                  </a:lnTo>
                  <a:lnTo>
                    <a:pt x="1099185" y="1362075"/>
                  </a:lnTo>
                  <a:lnTo>
                    <a:pt x="1104900" y="1359217"/>
                  </a:lnTo>
                  <a:lnTo>
                    <a:pt x="1110615" y="1357312"/>
                  </a:lnTo>
                  <a:lnTo>
                    <a:pt x="1116330" y="1354455"/>
                  </a:lnTo>
                  <a:lnTo>
                    <a:pt x="1122045" y="1351597"/>
                  </a:lnTo>
                  <a:lnTo>
                    <a:pt x="1127760" y="1349692"/>
                  </a:lnTo>
                  <a:lnTo>
                    <a:pt x="1133475" y="1348740"/>
                  </a:lnTo>
                  <a:lnTo>
                    <a:pt x="1139190" y="1347788"/>
                  </a:lnTo>
                  <a:lnTo>
                    <a:pt x="1144905" y="1347788"/>
                  </a:lnTo>
                  <a:lnTo>
                    <a:pt x="1150620" y="1348740"/>
                  </a:lnTo>
                  <a:lnTo>
                    <a:pt x="1156335" y="1350645"/>
                  </a:lnTo>
                  <a:lnTo>
                    <a:pt x="1162050" y="1352550"/>
                  </a:lnTo>
                  <a:lnTo>
                    <a:pt x="1167765" y="1355407"/>
                  </a:lnTo>
                  <a:lnTo>
                    <a:pt x="1173480" y="1358265"/>
                  </a:lnTo>
                  <a:lnTo>
                    <a:pt x="1179195" y="1361122"/>
                  </a:lnTo>
                  <a:lnTo>
                    <a:pt x="1184910" y="1363028"/>
                  </a:lnTo>
                  <a:lnTo>
                    <a:pt x="1190625" y="1363980"/>
                  </a:lnTo>
                  <a:lnTo>
                    <a:pt x="1196340" y="1364932"/>
                  </a:lnTo>
                  <a:lnTo>
                    <a:pt x="1202055" y="1363980"/>
                  </a:lnTo>
                  <a:lnTo>
                    <a:pt x="1207770" y="1363028"/>
                  </a:lnTo>
                  <a:lnTo>
                    <a:pt x="1213485" y="1360170"/>
                  </a:lnTo>
                  <a:lnTo>
                    <a:pt x="1219200" y="1357312"/>
                  </a:lnTo>
                  <a:lnTo>
                    <a:pt x="1224915" y="1353503"/>
                  </a:lnTo>
                  <a:lnTo>
                    <a:pt x="1230630" y="1348740"/>
                  </a:lnTo>
                  <a:lnTo>
                    <a:pt x="1236345" y="1344930"/>
                  </a:lnTo>
                  <a:lnTo>
                    <a:pt x="1242060" y="1342072"/>
                  </a:lnTo>
                  <a:lnTo>
                    <a:pt x="1247775" y="1339215"/>
                  </a:lnTo>
                  <a:lnTo>
                    <a:pt x="1253490" y="1337310"/>
                  </a:lnTo>
                  <a:lnTo>
                    <a:pt x="1259205" y="1337310"/>
                  </a:lnTo>
                  <a:lnTo>
                    <a:pt x="1264920" y="1338262"/>
                  </a:lnTo>
                  <a:lnTo>
                    <a:pt x="1270635" y="1341120"/>
                  </a:lnTo>
                  <a:lnTo>
                    <a:pt x="1276350" y="1343978"/>
                  </a:lnTo>
                  <a:lnTo>
                    <a:pt x="1282065" y="1348740"/>
                  </a:lnTo>
                  <a:lnTo>
                    <a:pt x="1287780" y="1353503"/>
                  </a:lnTo>
                  <a:lnTo>
                    <a:pt x="1293495" y="1358265"/>
                  </a:lnTo>
                  <a:lnTo>
                    <a:pt x="1299210" y="1361122"/>
                  </a:lnTo>
                  <a:lnTo>
                    <a:pt x="1304925" y="1363980"/>
                  </a:lnTo>
                  <a:lnTo>
                    <a:pt x="1310640" y="1364932"/>
                  </a:lnTo>
                  <a:lnTo>
                    <a:pt x="1316355" y="1363980"/>
                  </a:lnTo>
                  <a:lnTo>
                    <a:pt x="1322070" y="1361122"/>
                  </a:lnTo>
                  <a:lnTo>
                    <a:pt x="1327785" y="1355407"/>
                  </a:lnTo>
                  <a:lnTo>
                    <a:pt x="1333500" y="1348740"/>
                  </a:lnTo>
                  <a:lnTo>
                    <a:pt x="1339215" y="1340167"/>
                  </a:lnTo>
                  <a:lnTo>
                    <a:pt x="1344930" y="1330642"/>
                  </a:lnTo>
                  <a:lnTo>
                    <a:pt x="1350645" y="1321117"/>
                  </a:lnTo>
                  <a:lnTo>
                    <a:pt x="1356360" y="1311592"/>
                  </a:lnTo>
                  <a:lnTo>
                    <a:pt x="1362075" y="1303972"/>
                  </a:lnTo>
                  <a:lnTo>
                    <a:pt x="1367790" y="1299210"/>
                  </a:lnTo>
                  <a:lnTo>
                    <a:pt x="1373505" y="1296353"/>
                  </a:lnTo>
                  <a:lnTo>
                    <a:pt x="1379220" y="1296353"/>
                  </a:lnTo>
                  <a:lnTo>
                    <a:pt x="1384935" y="1301115"/>
                  </a:lnTo>
                  <a:lnTo>
                    <a:pt x="1390650" y="1307782"/>
                  </a:lnTo>
                  <a:lnTo>
                    <a:pt x="1396365" y="1318260"/>
                  </a:lnTo>
                  <a:lnTo>
                    <a:pt x="1402080" y="1329690"/>
                  </a:lnTo>
                  <a:lnTo>
                    <a:pt x="1407795" y="1342072"/>
                  </a:lnTo>
                  <a:lnTo>
                    <a:pt x="1413510" y="1353503"/>
                  </a:lnTo>
                  <a:lnTo>
                    <a:pt x="1419225" y="1362075"/>
                  </a:lnTo>
                  <a:lnTo>
                    <a:pt x="1424940" y="1364932"/>
                  </a:lnTo>
                  <a:lnTo>
                    <a:pt x="1430655" y="1361122"/>
                  </a:lnTo>
                  <a:lnTo>
                    <a:pt x="1436370" y="1347788"/>
                  </a:lnTo>
                  <a:lnTo>
                    <a:pt x="1442085" y="1324928"/>
                  </a:lnTo>
                  <a:lnTo>
                    <a:pt x="1447800" y="1288732"/>
                  </a:lnTo>
                  <a:lnTo>
                    <a:pt x="1453515" y="1240155"/>
                  </a:lnTo>
                  <a:lnTo>
                    <a:pt x="1459230" y="1177290"/>
                  </a:lnTo>
                  <a:lnTo>
                    <a:pt x="1464945" y="1101090"/>
                  </a:lnTo>
                  <a:lnTo>
                    <a:pt x="1470660" y="1013460"/>
                  </a:lnTo>
                  <a:lnTo>
                    <a:pt x="1476375" y="914400"/>
                  </a:lnTo>
                  <a:lnTo>
                    <a:pt x="1482090" y="807720"/>
                  </a:lnTo>
                  <a:lnTo>
                    <a:pt x="1487805" y="694372"/>
                  </a:lnTo>
                  <a:lnTo>
                    <a:pt x="1493520" y="579120"/>
                  </a:lnTo>
                  <a:lnTo>
                    <a:pt x="1499235" y="464820"/>
                  </a:lnTo>
                  <a:lnTo>
                    <a:pt x="1504950" y="356235"/>
                  </a:lnTo>
                  <a:lnTo>
                    <a:pt x="1510665" y="256222"/>
                  </a:lnTo>
                  <a:lnTo>
                    <a:pt x="1516380" y="168592"/>
                  </a:lnTo>
                  <a:lnTo>
                    <a:pt x="1522095" y="97155"/>
                  </a:lnTo>
                  <a:lnTo>
                    <a:pt x="1527810" y="43815"/>
                  </a:lnTo>
                  <a:lnTo>
                    <a:pt x="1533525" y="11430"/>
                  </a:lnTo>
                  <a:lnTo>
                    <a:pt x="1539240" y="0"/>
                  </a:lnTo>
                  <a:lnTo>
                    <a:pt x="1544955" y="11430"/>
                  </a:lnTo>
                  <a:lnTo>
                    <a:pt x="1550670" y="43815"/>
                  </a:lnTo>
                  <a:lnTo>
                    <a:pt x="1556385" y="97155"/>
                  </a:lnTo>
                  <a:lnTo>
                    <a:pt x="1563053" y="168592"/>
                  </a:lnTo>
                  <a:lnTo>
                    <a:pt x="1567815" y="256222"/>
                  </a:lnTo>
                  <a:lnTo>
                    <a:pt x="1573530" y="356235"/>
                  </a:lnTo>
                  <a:lnTo>
                    <a:pt x="1579245" y="464820"/>
                  </a:lnTo>
                  <a:lnTo>
                    <a:pt x="1584960" y="579120"/>
                  </a:lnTo>
                  <a:lnTo>
                    <a:pt x="1591628" y="694372"/>
                  </a:lnTo>
                  <a:lnTo>
                    <a:pt x="1596390" y="807720"/>
                  </a:lnTo>
                  <a:lnTo>
                    <a:pt x="1602105" y="914400"/>
                  </a:lnTo>
                  <a:lnTo>
                    <a:pt x="1607820" y="1013460"/>
                  </a:lnTo>
                  <a:lnTo>
                    <a:pt x="1613535" y="1101090"/>
                  </a:lnTo>
                  <a:lnTo>
                    <a:pt x="1620203" y="1177290"/>
                  </a:lnTo>
                  <a:lnTo>
                    <a:pt x="1624965" y="1240155"/>
                  </a:lnTo>
                  <a:lnTo>
                    <a:pt x="1630680" y="1288732"/>
                  </a:lnTo>
                  <a:lnTo>
                    <a:pt x="1636395" y="1324928"/>
                  </a:lnTo>
                  <a:lnTo>
                    <a:pt x="1642110" y="1347788"/>
                  </a:lnTo>
                  <a:lnTo>
                    <a:pt x="1648778" y="1361122"/>
                  </a:lnTo>
                  <a:lnTo>
                    <a:pt x="1653540" y="1364932"/>
                  </a:lnTo>
                  <a:lnTo>
                    <a:pt x="1659255" y="1362075"/>
                  </a:lnTo>
                  <a:lnTo>
                    <a:pt x="1665922" y="1353503"/>
                  </a:lnTo>
                  <a:lnTo>
                    <a:pt x="1670685" y="1342072"/>
                  </a:lnTo>
                  <a:lnTo>
                    <a:pt x="1677353" y="1329690"/>
                  </a:lnTo>
                  <a:lnTo>
                    <a:pt x="1682115" y="1318260"/>
                  </a:lnTo>
                  <a:lnTo>
                    <a:pt x="1687830" y="1307782"/>
                  </a:lnTo>
                  <a:lnTo>
                    <a:pt x="1694497" y="1301115"/>
                  </a:lnTo>
                  <a:lnTo>
                    <a:pt x="1699260" y="1296353"/>
                  </a:lnTo>
                  <a:lnTo>
                    <a:pt x="1705928" y="1296353"/>
                  </a:lnTo>
                  <a:lnTo>
                    <a:pt x="1710690" y="1299210"/>
                  </a:lnTo>
                  <a:lnTo>
                    <a:pt x="1716405" y="1303972"/>
                  </a:lnTo>
                  <a:lnTo>
                    <a:pt x="1723072" y="1311592"/>
                  </a:lnTo>
                  <a:lnTo>
                    <a:pt x="1727835" y="1321117"/>
                  </a:lnTo>
                  <a:lnTo>
                    <a:pt x="1734503" y="1330642"/>
                  </a:lnTo>
                  <a:lnTo>
                    <a:pt x="1739265" y="1340167"/>
                  </a:lnTo>
                  <a:lnTo>
                    <a:pt x="1744980" y="1348740"/>
                  </a:lnTo>
                  <a:lnTo>
                    <a:pt x="1751647" y="1355407"/>
                  </a:lnTo>
                  <a:lnTo>
                    <a:pt x="1756410" y="1361122"/>
                  </a:lnTo>
                  <a:lnTo>
                    <a:pt x="1763078" y="1363980"/>
                  </a:lnTo>
                  <a:lnTo>
                    <a:pt x="1768792" y="1364932"/>
                  </a:lnTo>
                  <a:lnTo>
                    <a:pt x="1773555" y="1363980"/>
                  </a:lnTo>
                  <a:lnTo>
                    <a:pt x="1780222" y="1361122"/>
                  </a:lnTo>
                  <a:lnTo>
                    <a:pt x="1784985" y="1358265"/>
                  </a:lnTo>
                  <a:lnTo>
                    <a:pt x="1791653" y="1353503"/>
                  </a:lnTo>
                  <a:lnTo>
                    <a:pt x="1797368" y="1348740"/>
                  </a:lnTo>
                  <a:lnTo>
                    <a:pt x="1802130" y="1343978"/>
                  </a:lnTo>
                  <a:lnTo>
                    <a:pt x="1808797" y="1341120"/>
                  </a:lnTo>
                  <a:lnTo>
                    <a:pt x="1813560" y="1338262"/>
                  </a:lnTo>
                  <a:lnTo>
                    <a:pt x="1820228" y="1337310"/>
                  </a:lnTo>
                  <a:lnTo>
                    <a:pt x="1825942" y="1337310"/>
                  </a:lnTo>
                  <a:lnTo>
                    <a:pt x="1830705" y="1339215"/>
                  </a:lnTo>
                  <a:lnTo>
                    <a:pt x="1837372" y="1342072"/>
                  </a:lnTo>
                  <a:lnTo>
                    <a:pt x="1843088" y="1344930"/>
                  </a:lnTo>
                  <a:lnTo>
                    <a:pt x="1848803" y="1348740"/>
                  </a:lnTo>
                  <a:lnTo>
                    <a:pt x="1854518" y="1353503"/>
                  </a:lnTo>
                  <a:lnTo>
                    <a:pt x="1859280" y="1357312"/>
                  </a:lnTo>
                  <a:lnTo>
                    <a:pt x="1865947" y="1360170"/>
                  </a:lnTo>
                  <a:lnTo>
                    <a:pt x="1871662" y="1363028"/>
                  </a:lnTo>
                  <a:lnTo>
                    <a:pt x="1876425" y="1363980"/>
                  </a:lnTo>
                  <a:lnTo>
                    <a:pt x="1883092" y="1364932"/>
                  </a:lnTo>
                  <a:lnTo>
                    <a:pt x="1887855" y="1363980"/>
                  </a:lnTo>
                  <a:lnTo>
                    <a:pt x="1894522" y="1363028"/>
                  </a:lnTo>
                  <a:lnTo>
                    <a:pt x="1900238" y="1361122"/>
                  </a:lnTo>
                  <a:lnTo>
                    <a:pt x="1905000" y="1358265"/>
                  </a:lnTo>
                  <a:lnTo>
                    <a:pt x="1911668" y="1355407"/>
                  </a:lnTo>
                  <a:lnTo>
                    <a:pt x="1916430" y="1352550"/>
                  </a:lnTo>
                  <a:lnTo>
                    <a:pt x="1923097" y="1350645"/>
                  </a:lnTo>
                  <a:lnTo>
                    <a:pt x="1928812" y="1348740"/>
                  </a:lnTo>
                  <a:lnTo>
                    <a:pt x="1933575" y="1347788"/>
                  </a:lnTo>
                  <a:lnTo>
                    <a:pt x="1940242" y="1347788"/>
                  </a:lnTo>
                  <a:lnTo>
                    <a:pt x="1945958" y="1348740"/>
                  </a:lnTo>
                  <a:lnTo>
                    <a:pt x="1951672" y="1349692"/>
                  </a:lnTo>
                  <a:lnTo>
                    <a:pt x="1957388" y="1351597"/>
                  </a:lnTo>
                  <a:lnTo>
                    <a:pt x="1962150" y="1354455"/>
                  </a:lnTo>
                  <a:lnTo>
                    <a:pt x="1968818" y="1357312"/>
                  </a:lnTo>
                  <a:lnTo>
                    <a:pt x="1974532" y="1359217"/>
                  </a:lnTo>
                  <a:lnTo>
                    <a:pt x="1980247" y="1362075"/>
                  </a:lnTo>
                  <a:lnTo>
                    <a:pt x="1985962" y="1363028"/>
                  </a:lnTo>
                  <a:lnTo>
                    <a:pt x="1990725" y="1364932"/>
                  </a:lnTo>
                  <a:lnTo>
                    <a:pt x="1997392" y="1364932"/>
                  </a:lnTo>
                  <a:lnTo>
                    <a:pt x="2003108" y="1364932"/>
                  </a:lnTo>
                  <a:lnTo>
                    <a:pt x="2008822" y="1363028"/>
                  </a:lnTo>
                  <a:lnTo>
                    <a:pt x="2014538" y="1362075"/>
                  </a:lnTo>
                  <a:lnTo>
                    <a:pt x="2019300" y="1360170"/>
                  </a:lnTo>
                  <a:lnTo>
                    <a:pt x="2025968" y="1358265"/>
                  </a:lnTo>
                  <a:lnTo>
                    <a:pt x="2031682" y="1355407"/>
                  </a:lnTo>
                  <a:lnTo>
                    <a:pt x="2037397" y="1353503"/>
                  </a:lnTo>
                  <a:lnTo>
                    <a:pt x="2043112" y="1351597"/>
                  </a:lnTo>
                  <a:lnTo>
                    <a:pt x="2048828" y="1351597"/>
                  </a:lnTo>
                  <a:lnTo>
                    <a:pt x="2054542" y="1350645"/>
                  </a:lnTo>
                  <a:lnTo>
                    <a:pt x="2060258" y="1351597"/>
                  </a:lnTo>
                  <a:lnTo>
                    <a:pt x="2065972" y="1352550"/>
                  </a:lnTo>
                  <a:lnTo>
                    <a:pt x="2071688" y="1354455"/>
                  </a:lnTo>
                  <a:lnTo>
                    <a:pt x="2077403" y="1355407"/>
                  </a:lnTo>
                  <a:lnTo>
                    <a:pt x="2083118" y="1358265"/>
                  </a:lnTo>
                  <a:lnTo>
                    <a:pt x="2088832" y="1360170"/>
                  </a:lnTo>
                  <a:lnTo>
                    <a:pt x="2094547" y="1362075"/>
                  </a:lnTo>
                  <a:lnTo>
                    <a:pt x="2100262" y="1363980"/>
                  </a:lnTo>
                  <a:lnTo>
                    <a:pt x="2105978" y="1364932"/>
                  </a:lnTo>
                  <a:lnTo>
                    <a:pt x="2111692" y="1364932"/>
                  </a:lnTo>
                  <a:lnTo>
                    <a:pt x="2117408" y="1364932"/>
                  </a:lnTo>
                  <a:lnTo>
                    <a:pt x="2123122" y="1363980"/>
                  </a:lnTo>
                  <a:lnTo>
                    <a:pt x="2128838" y="1362075"/>
                  </a:lnTo>
                  <a:lnTo>
                    <a:pt x="2134552" y="1360170"/>
                  </a:lnTo>
                  <a:lnTo>
                    <a:pt x="2140268" y="1358265"/>
                  </a:lnTo>
                  <a:lnTo>
                    <a:pt x="2145982" y="1355407"/>
                  </a:lnTo>
                  <a:lnTo>
                    <a:pt x="2151698" y="1354455"/>
                  </a:lnTo>
                  <a:lnTo>
                    <a:pt x="2157412" y="1352550"/>
                  </a:lnTo>
                  <a:lnTo>
                    <a:pt x="2163128" y="1351597"/>
                  </a:lnTo>
                  <a:lnTo>
                    <a:pt x="2168842" y="1350645"/>
                  </a:lnTo>
                  <a:lnTo>
                    <a:pt x="2174558" y="1351597"/>
                  </a:lnTo>
                  <a:lnTo>
                    <a:pt x="2180272" y="1351597"/>
                  </a:lnTo>
                  <a:lnTo>
                    <a:pt x="2185988" y="1353503"/>
                  </a:lnTo>
                  <a:lnTo>
                    <a:pt x="2191702" y="1355407"/>
                  </a:lnTo>
                  <a:lnTo>
                    <a:pt x="2197418" y="1358265"/>
                  </a:lnTo>
                  <a:lnTo>
                    <a:pt x="2203132" y="1360170"/>
                  </a:lnTo>
                  <a:lnTo>
                    <a:pt x="2208848" y="1362075"/>
                  </a:lnTo>
                  <a:lnTo>
                    <a:pt x="2214562" y="1363028"/>
                  </a:lnTo>
                  <a:lnTo>
                    <a:pt x="2220278" y="1364932"/>
                  </a:lnTo>
                  <a:lnTo>
                    <a:pt x="2225992" y="1364932"/>
                  </a:lnTo>
                  <a:lnTo>
                    <a:pt x="2231708" y="1364932"/>
                  </a:lnTo>
                  <a:lnTo>
                    <a:pt x="2237422" y="1363028"/>
                  </a:lnTo>
                  <a:lnTo>
                    <a:pt x="2243138" y="1362075"/>
                  </a:lnTo>
                  <a:lnTo>
                    <a:pt x="2248852" y="1359217"/>
                  </a:lnTo>
                  <a:lnTo>
                    <a:pt x="2254568" y="1357312"/>
                  </a:lnTo>
                  <a:lnTo>
                    <a:pt x="2260282" y="1354455"/>
                  </a:lnTo>
                  <a:lnTo>
                    <a:pt x="2265998" y="1351597"/>
                  </a:lnTo>
                  <a:lnTo>
                    <a:pt x="2271712" y="1349692"/>
                  </a:lnTo>
                  <a:lnTo>
                    <a:pt x="2277428" y="1348740"/>
                  </a:lnTo>
                  <a:lnTo>
                    <a:pt x="2283142" y="1347788"/>
                  </a:lnTo>
                  <a:lnTo>
                    <a:pt x="2288858" y="1347788"/>
                  </a:lnTo>
                  <a:lnTo>
                    <a:pt x="2294572" y="1348740"/>
                  </a:lnTo>
                  <a:lnTo>
                    <a:pt x="2300288" y="1350645"/>
                  </a:lnTo>
                  <a:lnTo>
                    <a:pt x="2306002" y="1352550"/>
                  </a:lnTo>
                  <a:lnTo>
                    <a:pt x="2311718" y="1355407"/>
                  </a:lnTo>
                  <a:lnTo>
                    <a:pt x="2317432" y="1358265"/>
                  </a:lnTo>
                  <a:lnTo>
                    <a:pt x="2323148" y="1361122"/>
                  </a:lnTo>
                  <a:lnTo>
                    <a:pt x="2328862" y="1363028"/>
                  </a:lnTo>
                  <a:lnTo>
                    <a:pt x="2334578" y="1363980"/>
                  </a:lnTo>
                  <a:lnTo>
                    <a:pt x="2340292" y="1364932"/>
                  </a:lnTo>
                  <a:lnTo>
                    <a:pt x="2346008" y="1363980"/>
                  </a:lnTo>
                  <a:lnTo>
                    <a:pt x="2351722" y="1363028"/>
                  </a:lnTo>
                  <a:lnTo>
                    <a:pt x="2357438" y="1360170"/>
                  </a:lnTo>
                  <a:lnTo>
                    <a:pt x="2363152" y="1357312"/>
                  </a:lnTo>
                  <a:lnTo>
                    <a:pt x="2368868" y="1353503"/>
                  </a:lnTo>
                  <a:lnTo>
                    <a:pt x="2374582" y="1348740"/>
                  </a:lnTo>
                  <a:lnTo>
                    <a:pt x="2380298" y="1344930"/>
                  </a:lnTo>
                  <a:lnTo>
                    <a:pt x="2386012" y="1342072"/>
                  </a:lnTo>
                  <a:lnTo>
                    <a:pt x="2391728" y="1339215"/>
                  </a:lnTo>
                  <a:lnTo>
                    <a:pt x="2397442" y="1337310"/>
                  </a:lnTo>
                  <a:lnTo>
                    <a:pt x="2403158" y="1337310"/>
                  </a:lnTo>
                  <a:lnTo>
                    <a:pt x="2408872" y="1338262"/>
                  </a:lnTo>
                  <a:lnTo>
                    <a:pt x="2414588" y="1341120"/>
                  </a:lnTo>
                  <a:lnTo>
                    <a:pt x="2420302" y="1343978"/>
                  </a:lnTo>
                  <a:lnTo>
                    <a:pt x="2426018" y="1348740"/>
                  </a:lnTo>
                  <a:lnTo>
                    <a:pt x="2431732" y="1353503"/>
                  </a:lnTo>
                  <a:lnTo>
                    <a:pt x="2437448" y="1358265"/>
                  </a:lnTo>
                  <a:lnTo>
                    <a:pt x="2443162" y="1361122"/>
                  </a:lnTo>
                  <a:lnTo>
                    <a:pt x="2448878" y="1363980"/>
                  </a:lnTo>
                  <a:lnTo>
                    <a:pt x="2454592" y="1364932"/>
                  </a:lnTo>
                  <a:lnTo>
                    <a:pt x="2460308" y="1363980"/>
                  </a:lnTo>
                  <a:lnTo>
                    <a:pt x="2466022" y="1361122"/>
                  </a:lnTo>
                  <a:lnTo>
                    <a:pt x="2471738" y="1355407"/>
                  </a:lnTo>
                  <a:lnTo>
                    <a:pt x="2477452" y="1348740"/>
                  </a:lnTo>
                  <a:lnTo>
                    <a:pt x="2483168" y="1340167"/>
                  </a:lnTo>
                  <a:lnTo>
                    <a:pt x="2488882" y="1330642"/>
                  </a:lnTo>
                  <a:lnTo>
                    <a:pt x="2494598" y="1321117"/>
                  </a:lnTo>
                  <a:lnTo>
                    <a:pt x="2500312" y="1311592"/>
                  </a:lnTo>
                  <a:lnTo>
                    <a:pt x="2506980" y="1303972"/>
                  </a:lnTo>
                  <a:lnTo>
                    <a:pt x="2511742" y="1299210"/>
                  </a:lnTo>
                  <a:lnTo>
                    <a:pt x="2517458" y="1296353"/>
                  </a:lnTo>
                  <a:lnTo>
                    <a:pt x="2523172" y="1296353"/>
                  </a:lnTo>
                  <a:lnTo>
                    <a:pt x="2528888" y="1301115"/>
                  </a:lnTo>
                  <a:lnTo>
                    <a:pt x="2535555" y="1307782"/>
                  </a:lnTo>
                  <a:lnTo>
                    <a:pt x="2540318" y="1318260"/>
                  </a:lnTo>
                  <a:lnTo>
                    <a:pt x="2546032" y="1329690"/>
                  </a:lnTo>
                  <a:lnTo>
                    <a:pt x="2551748" y="1342072"/>
                  </a:lnTo>
                  <a:lnTo>
                    <a:pt x="2557462" y="1353503"/>
                  </a:lnTo>
                  <a:lnTo>
                    <a:pt x="2564130" y="1362075"/>
                  </a:lnTo>
                  <a:lnTo>
                    <a:pt x="2568892" y="1364932"/>
                  </a:lnTo>
                  <a:lnTo>
                    <a:pt x="2574608" y="1361122"/>
                  </a:lnTo>
                  <a:lnTo>
                    <a:pt x="2580322" y="1347788"/>
                  </a:lnTo>
                  <a:lnTo>
                    <a:pt x="2586038" y="1324928"/>
                  </a:lnTo>
                  <a:lnTo>
                    <a:pt x="2592705" y="1288732"/>
                  </a:lnTo>
                  <a:lnTo>
                    <a:pt x="2597468" y="1240155"/>
                  </a:lnTo>
                  <a:lnTo>
                    <a:pt x="2603182" y="1177290"/>
                  </a:lnTo>
                  <a:lnTo>
                    <a:pt x="2609850" y="1101090"/>
                  </a:lnTo>
                  <a:lnTo>
                    <a:pt x="2614612" y="1013460"/>
                  </a:lnTo>
                  <a:lnTo>
                    <a:pt x="2620328" y="914400"/>
                  </a:lnTo>
                  <a:lnTo>
                    <a:pt x="2626042" y="807720"/>
                  </a:lnTo>
                  <a:lnTo>
                    <a:pt x="2631758" y="694372"/>
                  </a:lnTo>
                  <a:lnTo>
                    <a:pt x="2638425" y="579120"/>
                  </a:lnTo>
                  <a:lnTo>
                    <a:pt x="2643188" y="464820"/>
                  </a:lnTo>
                  <a:lnTo>
                    <a:pt x="2648902" y="356235"/>
                  </a:lnTo>
                  <a:lnTo>
                    <a:pt x="2654618" y="256222"/>
                  </a:lnTo>
                  <a:lnTo>
                    <a:pt x="2660332" y="168592"/>
                  </a:lnTo>
                  <a:lnTo>
                    <a:pt x="2667000" y="97155"/>
                  </a:lnTo>
                  <a:lnTo>
                    <a:pt x="2671762" y="43815"/>
                  </a:lnTo>
                  <a:lnTo>
                    <a:pt x="2677478" y="11430"/>
                  </a:lnTo>
                  <a:lnTo>
                    <a:pt x="2684145" y="0"/>
                  </a:lnTo>
                  <a:lnTo>
                    <a:pt x="2688908" y="11430"/>
                  </a:lnTo>
                  <a:lnTo>
                    <a:pt x="2695575" y="43815"/>
                  </a:lnTo>
                  <a:lnTo>
                    <a:pt x="2700338" y="97155"/>
                  </a:lnTo>
                  <a:lnTo>
                    <a:pt x="2706052" y="168592"/>
                  </a:lnTo>
                  <a:lnTo>
                    <a:pt x="2712720" y="256222"/>
                  </a:lnTo>
                  <a:lnTo>
                    <a:pt x="2717482" y="356235"/>
                  </a:lnTo>
                  <a:lnTo>
                    <a:pt x="2724150" y="464820"/>
                  </a:lnTo>
                  <a:lnTo>
                    <a:pt x="2728912" y="579120"/>
                  </a:lnTo>
                  <a:lnTo>
                    <a:pt x="2734628" y="694372"/>
                  </a:lnTo>
                  <a:lnTo>
                    <a:pt x="2741295" y="807720"/>
                  </a:lnTo>
                  <a:lnTo>
                    <a:pt x="2746058" y="914400"/>
                  </a:lnTo>
                  <a:lnTo>
                    <a:pt x="2752725" y="1013460"/>
                  </a:lnTo>
                  <a:lnTo>
                    <a:pt x="2757488" y="1101090"/>
                  </a:lnTo>
                  <a:lnTo>
                    <a:pt x="2763202" y="1177290"/>
                  </a:lnTo>
                  <a:lnTo>
                    <a:pt x="2769870" y="1240155"/>
                  </a:lnTo>
                  <a:lnTo>
                    <a:pt x="2774632" y="1288732"/>
                  </a:lnTo>
                  <a:lnTo>
                    <a:pt x="2781300" y="1324928"/>
                  </a:lnTo>
                  <a:lnTo>
                    <a:pt x="2787015" y="1347788"/>
                  </a:lnTo>
                  <a:lnTo>
                    <a:pt x="2791778" y="1361122"/>
                  </a:lnTo>
                  <a:lnTo>
                    <a:pt x="2798445" y="1364932"/>
                  </a:lnTo>
                  <a:lnTo>
                    <a:pt x="2803208" y="1362075"/>
                  </a:lnTo>
                  <a:lnTo>
                    <a:pt x="2809875" y="1353503"/>
                  </a:lnTo>
                  <a:lnTo>
                    <a:pt x="2815590" y="1342072"/>
                  </a:lnTo>
                  <a:lnTo>
                    <a:pt x="2820352" y="1329690"/>
                  </a:lnTo>
                  <a:lnTo>
                    <a:pt x="2827020" y="1318260"/>
                  </a:lnTo>
                  <a:lnTo>
                    <a:pt x="2831782" y="1307782"/>
                  </a:lnTo>
                  <a:lnTo>
                    <a:pt x="2838450" y="1301115"/>
                  </a:lnTo>
                  <a:lnTo>
                    <a:pt x="2844165" y="1296353"/>
                  </a:lnTo>
                  <a:lnTo>
                    <a:pt x="2848928" y="1296353"/>
                  </a:lnTo>
                  <a:lnTo>
                    <a:pt x="2855595" y="1299210"/>
                  </a:lnTo>
                  <a:lnTo>
                    <a:pt x="2860358" y="1303972"/>
                  </a:lnTo>
                  <a:lnTo>
                    <a:pt x="2867025" y="1311592"/>
                  </a:lnTo>
                  <a:lnTo>
                    <a:pt x="2872740" y="1321117"/>
                  </a:lnTo>
                  <a:lnTo>
                    <a:pt x="2877502" y="1330642"/>
                  </a:lnTo>
                  <a:lnTo>
                    <a:pt x="2884170" y="1340167"/>
                  </a:lnTo>
                  <a:lnTo>
                    <a:pt x="2889885" y="1348740"/>
                  </a:lnTo>
                  <a:lnTo>
                    <a:pt x="2895600" y="1355407"/>
                  </a:lnTo>
                  <a:lnTo>
                    <a:pt x="2901315" y="1361122"/>
                  </a:lnTo>
                  <a:lnTo>
                    <a:pt x="2906078" y="1363980"/>
                  </a:lnTo>
                  <a:lnTo>
                    <a:pt x="2912745" y="1364932"/>
                  </a:lnTo>
                  <a:lnTo>
                    <a:pt x="2918460" y="1363980"/>
                  </a:lnTo>
                  <a:lnTo>
                    <a:pt x="2924175" y="1361122"/>
                  </a:lnTo>
                  <a:lnTo>
                    <a:pt x="2929890" y="1358265"/>
                  </a:lnTo>
                  <a:lnTo>
                    <a:pt x="2934652" y="1353503"/>
                  </a:lnTo>
                  <a:lnTo>
                    <a:pt x="2941320" y="1348740"/>
                  </a:lnTo>
                  <a:lnTo>
                    <a:pt x="2947035" y="1343978"/>
                  </a:lnTo>
                  <a:lnTo>
                    <a:pt x="2952750" y="1341120"/>
                  </a:lnTo>
                  <a:lnTo>
                    <a:pt x="2958465" y="1338262"/>
                  </a:lnTo>
                  <a:lnTo>
                    <a:pt x="2964180" y="1337310"/>
                  </a:lnTo>
                  <a:lnTo>
                    <a:pt x="2969895" y="1337310"/>
                  </a:lnTo>
                  <a:lnTo>
                    <a:pt x="2975610" y="1339215"/>
                  </a:lnTo>
                  <a:lnTo>
                    <a:pt x="2980372" y="1342072"/>
                  </a:lnTo>
                  <a:lnTo>
                    <a:pt x="2987040" y="1344930"/>
                  </a:lnTo>
                  <a:lnTo>
                    <a:pt x="2992755" y="1348740"/>
                  </a:lnTo>
                  <a:lnTo>
                    <a:pt x="2998470" y="1353503"/>
                  </a:lnTo>
                  <a:lnTo>
                    <a:pt x="3004185" y="1357312"/>
                  </a:lnTo>
                  <a:lnTo>
                    <a:pt x="3008948" y="1360170"/>
                  </a:lnTo>
                  <a:lnTo>
                    <a:pt x="3015615" y="1363028"/>
                  </a:lnTo>
                  <a:lnTo>
                    <a:pt x="3021330" y="1363980"/>
                  </a:lnTo>
                  <a:lnTo>
                    <a:pt x="3027045" y="1364932"/>
                  </a:lnTo>
                  <a:lnTo>
                    <a:pt x="3032760" y="1363980"/>
                  </a:lnTo>
                  <a:lnTo>
                    <a:pt x="3037522" y="1363028"/>
                  </a:lnTo>
                  <a:lnTo>
                    <a:pt x="3044190" y="1361122"/>
                  </a:lnTo>
                  <a:lnTo>
                    <a:pt x="3049905" y="1358265"/>
                  </a:lnTo>
                  <a:lnTo>
                    <a:pt x="3055620" y="1355407"/>
                  </a:lnTo>
                  <a:lnTo>
                    <a:pt x="3061335" y="1352550"/>
                  </a:lnTo>
                  <a:lnTo>
                    <a:pt x="3067050" y="1350645"/>
                  </a:lnTo>
                  <a:lnTo>
                    <a:pt x="3072765" y="1348740"/>
                  </a:lnTo>
                  <a:lnTo>
                    <a:pt x="3078480" y="1347788"/>
                  </a:lnTo>
                  <a:lnTo>
                    <a:pt x="3084195" y="1347788"/>
                  </a:lnTo>
                  <a:lnTo>
                    <a:pt x="3089910" y="1348740"/>
                  </a:lnTo>
                  <a:lnTo>
                    <a:pt x="3095625" y="1349692"/>
                  </a:lnTo>
                  <a:lnTo>
                    <a:pt x="3101340" y="1351597"/>
                  </a:lnTo>
                  <a:lnTo>
                    <a:pt x="3107055" y="1354455"/>
                  </a:lnTo>
                  <a:lnTo>
                    <a:pt x="3112770" y="1357312"/>
                  </a:lnTo>
                  <a:lnTo>
                    <a:pt x="3118485" y="1359217"/>
                  </a:lnTo>
                  <a:lnTo>
                    <a:pt x="3124200" y="1362075"/>
                  </a:lnTo>
                  <a:lnTo>
                    <a:pt x="3129915" y="1363028"/>
                  </a:lnTo>
                  <a:lnTo>
                    <a:pt x="3135630" y="1364932"/>
                  </a:lnTo>
                  <a:lnTo>
                    <a:pt x="3141345" y="1364932"/>
                  </a:lnTo>
                  <a:lnTo>
                    <a:pt x="3147060" y="1364932"/>
                  </a:lnTo>
                  <a:lnTo>
                    <a:pt x="3152775" y="1363028"/>
                  </a:lnTo>
                  <a:lnTo>
                    <a:pt x="3158490" y="1362075"/>
                  </a:lnTo>
                  <a:lnTo>
                    <a:pt x="3164205" y="1360170"/>
                  </a:lnTo>
                  <a:lnTo>
                    <a:pt x="3169920" y="1358265"/>
                  </a:lnTo>
                  <a:lnTo>
                    <a:pt x="3175635" y="1355407"/>
                  </a:lnTo>
                  <a:lnTo>
                    <a:pt x="3181350" y="1353503"/>
                  </a:lnTo>
                  <a:lnTo>
                    <a:pt x="3187065" y="1351597"/>
                  </a:lnTo>
                  <a:lnTo>
                    <a:pt x="3192780" y="1351597"/>
                  </a:lnTo>
                  <a:lnTo>
                    <a:pt x="3198495" y="1350645"/>
                  </a:lnTo>
                  <a:lnTo>
                    <a:pt x="3204210" y="1351597"/>
                  </a:lnTo>
                  <a:lnTo>
                    <a:pt x="3209925" y="1352550"/>
                  </a:lnTo>
                  <a:lnTo>
                    <a:pt x="3215640" y="1354455"/>
                  </a:lnTo>
                  <a:lnTo>
                    <a:pt x="3221355" y="1355407"/>
                  </a:lnTo>
                  <a:lnTo>
                    <a:pt x="3227070" y="1358265"/>
                  </a:lnTo>
                  <a:lnTo>
                    <a:pt x="3232785" y="1360170"/>
                  </a:lnTo>
                  <a:lnTo>
                    <a:pt x="3238500" y="1362075"/>
                  </a:lnTo>
                  <a:lnTo>
                    <a:pt x="3244215" y="1363980"/>
                  </a:lnTo>
                  <a:lnTo>
                    <a:pt x="3249930" y="1364932"/>
                  </a:lnTo>
                  <a:lnTo>
                    <a:pt x="3255645" y="1364932"/>
                  </a:lnTo>
                  <a:lnTo>
                    <a:pt x="3261360" y="1364932"/>
                  </a:lnTo>
                  <a:lnTo>
                    <a:pt x="3267075" y="1363980"/>
                  </a:lnTo>
                  <a:lnTo>
                    <a:pt x="3272790" y="1362075"/>
                  </a:lnTo>
                  <a:lnTo>
                    <a:pt x="3278505" y="1360170"/>
                  </a:lnTo>
                  <a:lnTo>
                    <a:pt x="3284220" y="1358265"/>
                  </a:lnTo>
                  <a:lnTo>
                    <a:pt x="3289935" y="1355407"/>
                  </a:lnTo>
                  <a:lnTo>
                    <a:pt x="3295650" y="1354455"/>
                  </a:lnTo>
                  <a:lnTo>
                    <a:pt x="3301365" y="1352550"/>
                  </a:lnTo>
                  <a:lnTo>
                    <a:pt x="3307080" y="1351597"/>
                  </a:lnTo>
                  <a:lnTo>
                    <a:pt x="3312795" y="1350645"/>
                  </a:lnTo>
                  <a:lnTo>
                    <a:pt x="3318510" y="1351597"/>
                  </a:lnTo>
                  <a:lnTo>
                    <a:pt x="3324225" y="1351597"/>
                  </a:lnTo>
                  <a:lnTo>
                    <a:pt x="3329940" y="1353503"/>
                  </a:lnTo>
                  <a:lnTo>
                    <a:pt x="3335655" y="1355407"/>
                  </a:lnTo>
                  <a:lnTo>
                    <a:pt x="3341370" y="1358265"/>
                  </a:lnTo>
                  <a:lnTo>
                    <a:pt x="3347085" y="1360170"/>
                  </a:lnTo>
                  <a:lnTo>
                    <a:pt x="3352800" y="1362075"/>
                  </a:lnTo>
                  <a:lnTo>
                    <a:pt x="3358515" y="1363028"/>
                  </a:lnTo>
                  <a:lnTo>
                    <a:pt x="3364230" y="1364932"/>
                  </a:lnTo>
                  <a:lnTo>
                    <a:pt x="3369945" y="1364932"/>
                  </a:lnTo>
                  <a:lnTo>
                    <a:pt x="3375660" y="1364932"/>
                  </a:lnTo>
                  <a:lnTo>
                    <a:pt x="3381375" y="1363028"/>
                  </a:lnTo>
                  <a:lnTo>
                    <a:pt x="3387090" y="1362075"/>
                  </a:lnTo>
                  <a:lnTo>
                    <a:pt x="3392805" y="1359217"/>
                  </a:lnTo>
                  <a:lnTo>
                    <a:pt x="3398520" y="1357312"/>
                  </a:lnTo>
                  <a:lnTo>
                    <a:pt x="3404235" y="1354455"/>
                  </a:lnTo>
                  <a:lnTo>
                    <a:pt x="3409950" y="1351597"/>
                  </a:lnTo>
                  <a:lnTo>
                    <a:pt x="3415665" y="1349692"/>
                  </a:lnTo>
                  <a:lnTo>
                    <a:pt x="3421380" y="1348740"/>
                  </a:lnTo>
                  <a:lnTo>
                    <a:pt x="3427095" y="1347788"/>
                  </a:lnTo>
                  <a:lnTo>
                    <a:pt x="3432810" y="1347788"/>
                  </a:lnTo>
                  <a:lnTo>
                    <a:pt x="3438525" y="1348740"/>
                  </a:lnTo>
                  <a:lnTo>
                    <a:pt x="3444240" y="1350645"/>
                  </a:lnTo>
                  <a:lnTo>
                    <a:pt x="3449955" y="1352550"/>
                  </a:lnTo>
                  <a:lnTo>
                    <a:pt x="3455670" y="1355407"/>
                  </a:lnTo>
                  <a:lnTo>
                    <a:pt x="3461385" y="1358265"/>
                  </a:lnTo>
                  <a:lnTo>
                    <a:pt x="3467100" y="1361122"/>
                  </a:lnTo>
                  <a:lnTo>
                    <a:pt x="3472815" y="1363028"/>
                  </a:lnTo>
                  <a:lnTo>
                    <a:pt x="3478530" y="1363980"/>
                  </a:lnTo>
                  <a:lnTo>
                    <a:pt x="3484245" y="1364932"/>
                  </a:lnTo>
                  <a:lnTo>
                    <a:pt x="3489960" y="1363980"/>
                  </a:lnTo>
                  <a:lnTo>
                    <a:pt x="3495675" y="1363028"/>
                  </a:lnTo>
                  <a:lnTo>
                    <a:pt x="3501390" y="1360170"/>
                  </a:lnTo>
                  <a:lnTo>
                    <a:pt x="3507105" y="1357312"/>
                  </a:lnTo>
                  <a:lnTo>
                    <a:pt x="3512820" y="1353503"/>
                  </a:lnTo>
                  <a:lnTo>
                    <a:pt x="3518535" y="1348740"/>
                  </a:lnTo>
                  <a:lnTo>
                    <a:pt x="3525202" y="1344930"/>
                  </a:lnTo>
                  <a:lnTo>
                    <a:pt x="3529965" y="1342072"/>
                  </a:lnTo>
                  <a:lnTo>
                    <a:pt x="3535680" y="1339215"/>
                  </a:lnTo>
                  <a:lnTo>
                    <a:pt x="3541395" y="1337310"/>
                  </a:lnTo>
                  <a:lnTo>
                    <a:pt x="3547110" y="1337310"/>
                  </a:lnTo>
                  <a:lnTo>
                    <a:pt x="3553778" y="1338262"/>
                  </a:lnTo>
                  <a:lnTo>
                    <a:pt x="3558540" y="1341120"/>
                  </a:lnTo>
                  <a:lnTo>
                    <a:pt x="3564255" y="1343978"/>
                  </a:lnTo>
                  <a:lnTo>
                    <a:pt x="3569970" y="1348740"/>
                  </a:lnTo>
                  <a:lnTo>
                    <a:pt x="3575685" y="1353503"/>
                  </a:lnTo>
                  <a:lnTo>
                    <a:pt x="3582352" y="1358265"/>
                  </a:lnTo>
                  <a:lnTo>
                    <a:pt x="3587115" y="1361122"/>
                  </a:lnTo>
                  <a:lnTo>
                    <a:pt x="3592830" y="1363980"/>
                  </a:lnTo>
                  <a:lnTo>
                    <a:pt x="3598545" y="1364932"/>
                  </a:lnTo>
                  <a:lnTo>
                    <a:pt x="3604260" y="1363980"/>
                  </a:lnTo>
                  <a:lnTo>
                    <a:pt x="3610928" y="1361122"/>
                  </a:lnTo>
                  <a:lnTo>
                    <a:pt x="3615690" y="1355407"/>
                  </a:lnTo>
                  <a:lnTo>
                    <a:pt x="3621405" y="1348740"/>
                  </a:lnTo>
                  <a:lnTo>
                    <a:pt x="3628072" y="1340167"/>
                  </a:lnTo>
                  <a:lnTo>
                    <a:pt x="3632835" y="1330642"/>
                  </a:lnTo>
                  <a:lnTo>
                    <a:pt x="3639502" y="1321117"/>
                  </a:lnTo>
                  <a:lnTo>
                    <a:pt x="3644265" y="1311592"/>
                  </a:lnTo>
                  <a:lnTo>
                    <a:pt x="3649980" y="1303972"/>
                  </a:lnTo>
                  <a:lnTo>
                    <a:pt x="3656648" y="1299210"/>
                  </a:lnTo>
                  <a:lnTo>
                    <a:pt x="3661410" y="1296353"/>
                  </a:lnTo>
                  <a:lnTo>
                    <a:pt x="3668078" y="1296353"/>
                  </a:lnTo>
                  <a:lnTo>
                    <a:pt x="3672840" y="1301115"/>
                  </a:lnTo>
                  <a:lnTo>
                    <a:pt x="3678555" y="1307782"/>
                  </a:lnTo>
                  <a:lnTo>
                    <a:pt x="3685222" y="1318260"/>
                  </a:lnTo>
                  <a:lnTo>
                    <a:pt x="3689985" y="1329690"/>
                  </a:lnTo>
                  <a:lnTo>
                    <a:pt x="3696652" y="1342072"/>
                  </a:lnTo>
                  <a:lnTo>
                    <a:pt x="3701415" y="1353503"/>
                  </a:lnTo>
                  <a:lnTo>
                    <a:pt x="3707130" y="1362075"/>
                  </a:lnTo>
                  <a:lnTo>
                    <a:pt x="3713798" y="1364932"/>
                  </a:lnTo>
                  <a:lnTo>
                    <a:pt x="3718560" y="1361122"/>
                  </a:lnTo>
                  <a:lnTo>
                    <a:pt x="3724275" y="1347788"/>
                  </a:lnTo>
                  <a:lnTo>
                    <a:pt x="3730942" y="1324928"/>
                  </a:lnTo>
                  <a:lnTo>
                    <a:pt x="3735705" y="1288732"/>
                  </a:lnTo>
                  <a:lnTo>
                    <a:pt x="3742372" y="1240155"/>
                  </a:lnTo>
                  <a:lnTo>
                    <a:pt x="3747135" y="1177290"/>
                  </a:lnTo>
                  <a:lnTo>
                    <a:pt x="3752850" y="1101090"/>
                  </a:lnTo>
                  <a:lnTo>
                    <a:pt x="3759518" y="1013460"/>
                  </a:lnTo>
                  <a:lnTo>
                    <a:pt x="3764280" y="914400"/>
                  </a:lnTo>
                  <a:lnTo>
                    <a:pt x="3770948" y="807720"/>
                  </a:lnTo>
                  <a:lnTo>
                    <a:pt x="3775710" y="694372"/>
                  </a:lnTo>
                  <a:lnTo>
                    <a:pt x="3781425" y="579120"/>
                  </a:lnTo>
                  <a:lnTo>
                    <a:pt x="3788092" y="464820"/>
                  </a:lnTo>
                  <a:lnTo>
                    <a:pt x="3792855" y="356235"/>
                  </a:lnTo>
                  <a:lnTo>
                    <a:pt x="3799522" y="256222"/>
                  </a:lnTo>
                  <a:lnTo>
                    <a:pt x="3805238" y="168592"/>
                  </a:lnTo>
                  <a:lnTo>
                    <a:pt x="3810000" y="97155"/>
                  </a:lnTo>
                  <a:lnTo>
                    <a:pt x="3816668" y="43815"/>
                  </a:lnTo>
                  <a:lnTo>
                    <a:pt x="3821430" y="11430"/>
                  </a:lnTo>
                  <a:lnTo>
                    <a:pt x="3828098" y="0"/>
                  </a:lnTo>
                  <a:lnTo>
                    <a:pt x="3833812" y="11430"/>
                  </a:lnTo>
                  <a:lnTo>
                    <a:pt x="3838575" y="43815"/>
                  </a:lnTo>
                  <a:lnTo>
                    <a:pt x="3845242" y="97155"/>
                  </a:lnTo>
                  <a:lnTo>
                    <a:pt x="3850005" y="168592"/>
                  </a:lnTo>
                  <a:lnTo>
                    <a:pt x="3856672" y="256222"/>
                  </a:lnTo>
                  <a:lnTo>
                    <a:pt x="3862388" y="356235"/>
                  </a:lnTo>
                  <a:lnTo>
                    <a:pt x="3867150" y="464820"/>
                  </a:lnTo>
                  <a:lnTo>
                    <a:pt x="3873818" y="579120"/>
                  </a:lnTo>
                  <a:lnTo>
                    <a:pt x="3878580" y="694372"/>
                  </a:lnTo>
                  <a:lnTo>
                    <a:pt x="3885248" y="807720"/>
                  </a:lnTo>
                  <a:lnTo>
                    <a:pt x="3890962" y="914400"/>
                  </a:lnTo>
                  <a:lnTo>
                    <a:pt x="3895725" y="1013460"/>
                  </a:lnTo>
                  <a:lnTo>
                    <a:pt x="3902392" y="1101090"/>
                  </a:lnTo>
                  <a:lnTo>
                    <a:pt x="3908108" y="1177290"/>
                  </a:lnTo>
                  <a:lnTo>
                    <a:pt x="3913822" y="1240155"/>
                  </a:lnTo>
                  <a:lnTo>
                    <a:pt x="3919538" y="1288732"/>
                  </a:lnTo>
                  <a:lnTo>
                    <a:pt x="3924300" y="1324928"/>
                  </a:lnTo>
                  <a:lnTo>
                    <a:pt x="3930968" y="1347788"/>
                  </a:lnTo>
                  <a:lnTo>
                    <a:pt x="3936682" y="1361122"/>
                  </a:lnTo>
                  <a:lnTo>
                    <a:pt x="3942398" y="1364932"/>
                  </a:lnTo>
                  <a:lnTo>
                    <a:pt x="3948112" y="1362075"/>
                  </a:lnTo>
                  <a:lnTo>
                    <a:pt x="3952875" y="1353503"/>
                  </a:lnTo>
                  <a:lnTo>
                    <a:pt x="3959542" y="1342072"/>
                  </a:lnTo>
                  <a:lnTo>
                    <a:pt x="3965258" y="1329690"/>
                  </a:lnTo>
                  <a:lnTo>
                    <a:pt x="3970972" y="1318260"/>
                  </a:lnTo>
                  <a:lnTo>
                    <a:pt x="3976688" y="1307782"/>
                  </a:lnTo>
                  <a:lnTo>
                    <a:pt x="3981450" y="1301115"/>
                  </a:lnTo>
                  <a:lnTo>
                    <a:pt x="3988118" y="1296353"/>
                  </a:lnTo>
                  <a:lnTo>
                    <a:pt x="3993832" y="1296353"/>
                  </a:lnTo>
                  <a:lnTo>
                    <a:pt x="3999548" y="1299210"/>
                  </a:lnTo>
                  <a:lnTo>
                    <a:pt x="4005262" y="1303972"/>
                  </a:lnTo>
                  <a:lnTo>
                    <a:pt x="4010978" y="1311592"/>
                  </a:lnTo>
                  <a:lnTo>
                    <a:pt x="4016693" y="1321117"/>
                  </a:lnTo>
                  <a:lnTo>
                    <a:pt x="4022407" y="1330642"/>
                  </a:lnTo>
                  <a:lnTo>
                    <a:pt x="4028122" y="1340167"/>
                  </a:lnTo>
                  <a:lnTo>
                    <a:pt x="4033838" y="1348740"/>
                  </a:lnTo>
                  <a:lnTo>
                    <a:pt x="4039552" y="1355407"/>
                  </a:lnTo>
                  <a:lnTo>
                    <a:pt x="4045268" y="1361122"/>
                  </a:lnTo>
                  <a:lnTo>
                    <a:pt x="4050982" y="1363980"/>
                  </a:lnTo>
                  <a:lnTo>
                    <a:pt x="4056698" y="1364932"/>
                  </a:lnTo>
                  <a:lnTo>
                    <a:pt x="4062412" y="1363980"/>
                  </a:lnTo>
                  <a:lnTo>
                    <a:pt x="4068128" y="1361122"/>
                  </a:lnTo>
                  <a:lnTo>
                    <a:pt x="4073843" y="1358265"/>
                  </a:lnTo>
                  <a:lnTo>
                    <a:pt x="4079557" y="1353503"/>
                  </a:lnTo>
                  <a:lnTo>
                    <a:pt x="4085272" y="1348740"/>
                  </a:lnTo>
                  <a:lnTo>
                    <a:pt x="4090988" y="1343978"/>
                  </a:lnTo>
                  <a:lnTo>
                    <a:pt x="4096702" y="1341120"/>
                  </a:lnTo>
                  <a:lnTo>
                    <a:pt x="4102418" y="1338262"/>
                  </a:lnTo>
                  <a:lnTo>
                    <a:pt x="4108132" y="1337310"/>
                  </a:lnTo>
                  <a:lnTo>
                    <a:pt x="4113848" y="1337310"/>
                  </a:lnTo>
                  <a:lnTo>
                    <a:pt x="4119562" y="1339215"/>
                  </a:lnTo>
                  <a:lnTo>
                    <a:pt x="4125278" y="1342072"/>
                  </a:lnTo>
                  <a:lnTo>
                    <a:pt x="4130993" y="1344930"/>
                  </a:lnTo>
                  <a:lnTo>
                    <a:pt x="4136707" y="1348740"/>
                  </a:lnTo>
                  <a:lnTo>
                    <a:pt x="4142422" y="1353503"/>
                  </a:lnTo>
                  <a:lnTo>
                    <a:pt x="4148138" y="1357312"/>
                  </a:lnTo>
                  <a:lnTo>
                    <a:pt x="4153852" y="1360170"/>
                  </a:lnTo>
                  <a:lnTo>
                    <a:pt x="4159568" y="1363028"/>
                  </a:lnTo>
                  <a:lnTo>
                    <a:pt x="4165282" y="1363980"/>
                  </a:lnTo>
                  <a:lnTo>
                    <a:pt x="4170998" y="1364932"/>
                  </a:lnTo>
                  <a:lnTo>
                    <a:pt x="4176712" y="1363980"/>
                  </a:lnTo>
                  <a:lnTo>
                    <a:pt x="4182428" y="1363028"/>
                  </a:lnTo>
                  <a:lnTo>
                    <a:pt x="4188143" y="1361122"/>
                  </a:lnTo>
                  <a:lnTo>
                    <a:pt x="4193857" y="1358265"/>
                  </a:lnTo>
                  <a:lnTo>
                    <a:pt x="4199572" y="1355407"/>
                  </a:lnTo>
                  <a:lnTo>
                    <a:pt x="4205288" y="1352550"/>
                  </a:lnTo>
                  <a:lnTo>
                    <a:pt x="4211002" y="1350645"/>
                  </a:lnTo>
                  <a:lnTo>
                    <a:pt x="4216718" y="1348740"/>
                  </a:lnTo>
                  <a:lnTo>
                    <a:pt x="4222432" y="1347788"/>
                  </a:lnTo>
                  <a:lnTo>
                    <a:pt x="4228148" y="1347788"/>
                  </a:lnTo>
                  <a:lnTo>
                    <a:pt x="4233862" y="1348740"/>
                  </a:lnTo>
                  <a:lnTo>
                    <a:pt x="4239578" y="1349692"/>
                  </a:lnTo>
                  <a:lnTo>
                    <a:pt x="4245292" y="1351597"/>
                  </a:lnTo>
                  <a:lnTo>
                    <a:pt x="4251008" y="1354455"/>
                  </a:lnTo>
                  <a:lnTo>
                    <a:pt x="4256722" y="1357312"/>
                  </a:lnTo>
                  <a:lnTo>
                    <a:pt x="4262438" y="1359217"/>
                  </a:lnTo>
                  <a:lnTo>
                    <a:pt x="4268152" y="1362075"/>
                  </a:lnTo>
                  <a:lnTo>
                    <a:pt x="4273868" y="1363028"/>
                  </a:lnTo>
                  <a:lnTo>
                    <a:pt x="4279582" y="1364932"/>
                  </a:lnTo>
                  <a:lnTo>
                    <a:pt x="4285298" y="1364932"/>
                  </a:lnTo>
                  <a:lnTo>
                    <a:pt x="4291012" y="1364932"/>
                  </a:lnTo>
                  <a:lnTo>
                    <a:pt x="4296728" y="1363028"/>
                  </a:lnTo>
                  <a:lnTo>
                    <a:pt x="4302442" y="1362075"/>
                  </a:lnTo>
                  <a:lnTo>
                    <a:pt x="4308158" y="1360170"/>
                  </a:lnTo>
                  <a:lnTo>
                    <a:pt x="4313872" y="1358265"/>
                  </a:lnTo>
                  <a:lnTo>
                    <a:pt x="4319588" y="1355407"/>
                  </a:lnTo>
                  <a:lnTo>
                    <a:pt x="4325302" y="1353503"/>
                  </a:lnTo>
                  <a:lnTo>
                    <a:pt x="4331018" y="1351597"/>
                  </a:lnTo>
                  <a:lnTo>
                    <a:pt x="4336732" y="1351597"/>
                  </a:lnTo>
                  <a:lnTo>
                    <a:pt x="4342448" y="1350645"/>
                  </a:lnTo>
                  <a:lnTo>
                    <a:pt x="4348162" y="1351597"/>
                  </a:lnTo>
                  <a:lnTo>
                    <a:pt x="4353878" y="1352550"/>
                  </a:lnTo>
                  <a:lnTo>
                    <a:pt x="4359592" y="1354455"/>
                  </a:lnTo>
                  <a:lnTo>
                    <a:pt x="4365308" y="1355407"/>
                  </a:lnTo>
                  <a:lnTo>
                    <a:pt x="4371022" y="1358265"/>
                  </a:lnTo>
                  <a:lnTo>
                    <a:pt x="4376738" y="1360170"/>
                  </a:lnTo>
                  <a:lnTo>
                    <a:pt x="4382452" y="1362075"/>
                  </a:lnTo>
                  <a:lnTo>
                    <a:pt x="4388168" y="1363980"/>
                  </a:lnTo>
                  <a:lnTo>
                    <a:pt x="4393882" y="1364932"/>
                  </a:lnTo>
                  <a:lnTo>
                    <a:pt x="4399598" y="1364932"/>
                  </a:lnTo>
                  <a:lnTo>
                    <a:pt x="4405312" y="1364932"/>
                  </a:lnTo>
                  <a:lnTo>
                    <a:pt x="4411028" y="1363980"/>
                  </a:lnTo>
                  <a:lnTo>
                    <a:pt x="4416742" y="1362075"/>
                  </a:lnTo>
                  <a:lnTo>
                    <a:pt x="4422458" y="1360170"/>
                  </a:lnTo>
                  <a:lnTo>
                    <a:pt x="4428172" y="1358265"/>
                  </a:lnTo>
                  <a:lnTo>
                    <a:pt x="4433888" y="1355407"/>
                  </a:lnTo>
                  <a:lnTo>
                    <a:pt x="4439602" y="1354455"/>
                  </a:lnTo>
                  <a:lnTo>
                    <a:pt x="4445318" y="1352550"/>
                  </a:lnTo>
                  <a:lnTo>
                    <a:pt x="4451032" y="1351597"/>
                  </a:lnTo>
                  <a:lnTo>
                    <a:pt x="4456748" y="1350645"/>
                  </a:lnTo>
                  <a:lnTo>
                    <a:pt x="4462462" y="1351597"/>
                  </a:lnTo>
                  <a:lnTo>
                    <a:pt x="4468178" y="1351597"/>
                  </a:lnTo>
                  <a:lnTo>
                    <a:pt x="4473892" y="1353503"/>
                  </a:lnTo>
                  <a:lnTo>
                    <a:pt x="4479608" y="1355407"/>
                  </a:lnTo>
                  <a:lnTo>
                    <a:pt x="4485322" y="1358265"/>
                  </a:lnTo>
                  <a:lnTo>
                    <a:pt x="4491038" y="1360170"/>
                  </a:lnTo>
                  <a:lnTo>
                    <a:pt x="4496752" y="1362075"/>
                  </a:lnTo>
                  <a:lnTo>
                    <a:pt x="4502468" y="1363028"/>
                  </a:lnTo>
                  <a:lnTo>
                    <a:pt x="4508182" y="1364932"/>
                  </a:lnTo>
                  <a:lnTo>
                    <a:pt x="4513898" y="1364932"/>
                  </a:lnTo>
                  <a:lnTo>
                    <a:pt x="4519612" y="1364932"/>
                  </a:lnTo>
                  <a:lnTo>
                    <a:pt x="4525328" y="1363028"/>
                  </a:lnTo>
                  <a:lnTo>
                    <a:pt x="4531042" y="1362075"/>
                  </a:lnTo>
                  <a:lnTo>
                    <a:pt x="4536758" y="1359217"/>
                  </a:lnTo>
                  <a:lnTo>
                    <a:pt x="4543425" y="1357312"/>
                  </a:lnTo>
                  <a:lnTo>
                    <a:pt x="4548188" y="1354455"/>
                  </a:lnTo>
                  <a:lnTo>
                    <a:pt x="4553902" y="1351597"/>
                  </a:lnTo>
                  <a:lnTo>
                    <a:pt x="4559618" y="1349692"/>
                  </a:lnTo>
                  <a:lnTo>
                    <a:pt x="4565332" y="1348740"/>
                  </a:lnTo>
                  <a:lnTo>
                    <a:pt x="4572000" y="1347788"/>
                  </a:lnTo>
                  <a:lnTo>
                    <a:pt x="4576762" y="1347788"/>
                  </a:lnTo>
                  <a:lnTo>
                    <a:pt x="4582478" y="1348740"/>
                  </a:lnTo>
                  <a:lnTo>
                    <a:pt x="4588192" y="1350645"/>
                  </a:lnTo>
                  <a:lnTo>
                    <a:pt x="4593908" y="1352550"/>
                  </a:lnTo>
                  <a:lnTo>
                    <a:pt x="4600575" y="1355407"/>
                  </a:lnTo>
                  <a:lnTo>
                    <a:pt x="4605338" y="1358265"/>
                  </a:lnTo>
                  <a:lnTo>
                    <a:pt x="4611052" y="1361122"/>
                  </a:lnTo>
                  <a:lnTo>
                    <a:pt x="4616768" y="1363028"/>
                  </a:lnTo>
                  <a:lnTo>
                    <a:pt x="4622482" y="1363980"/>
                  </a:lnTo>
                  <a:lnTo>
                    <a:pt x="4629150" y="1364932"/>
                  </a:lnTo>
                  <a:lnTo>
                    <a:pt x="4633912" y="1363980"/>
                  </a:lnTo>
                  <a:lnTo>
                    <a:pt x="4639628" y="1363028"/>
                  </a:lnTo>
                  <a:lnTo>
                    <a:pt x="4646295" y="1360170"/>
                  </a:lnTo>
                  <a:lnTo>
                    <a:pt x="4651058" y="1357312"/>
                  </a:lnTo>
                  <a:lnTo>
                    <a:pt x="4657725" y="1353503"/>
                  </a:lnTo>
                  <a:lnTo>
                    <a:pt x="4662488" y="1348740"/>
                  </a:lnTo>
                  <a:lnTo>
                    <a:pt x="4668202" y="1344930"/>
                  </a:lnTo>
                  <a:lnTo>
                    <a:pt x="4674870" y="1342072"/>
                  </a:lnTo>
                  <a:lnTo>
                    <a:pt x="4679632" y="1339215"/>
                  </a:lnTo>
                  <a:lnTo>
                    <a:pt x="4686300" y="1337310"/>
                  </a:lnTo>
                  <a:lnTo>
                    <a:pt x="4691062" y="1337310"/>
                  </a:lnTo>
                  <a:lnTo>
                    <a:pt x="4696778" y="1338262"/>
                  </a:lnTo>
                  <a:lnTo>
                    <a:pt x="4703445" y="1341120"/>
                  </a:lnTo>
                  <a:lnTo>
                    <a:pt x="4708208" y="1343978"/>
                  </a:lnTo>
                  <a:lnTo>
                    <a:pt x="4714875" y="1348740"/>
                  </a:lnTo>
                  <a:lnTo>
                    <a:pt x="4719638" y="1353503"/>
                  </a:lnTo>
                  <a:lnTo>
                    <a:pt x="4725352" y="1358265"/>
                  </a:lnTo>
                  <a:lnTo>
                    <a:pt x="4732020" y="1361122"/>
                  </a:lnTo>
                  <a:lnTo>
                    <a:pt x="4736782" y="1363980"/>
                  </a:lnTo>
                  <a:lnTo>
                    <a:pt x="4743450" y="1364932"/>
                  </a:lnTo>
                  <a:lnTo>
                    <a:pt x="4749165" y="1363980"/>
                  </a:lnTo>
                  <a:lnTo>
                    <a:pt x="4753928" y="1361122"/>
                  </a:lnTo>
                  <a:lnTo>
                    <a:pt x="4760595" y="1355407"/>
                  </a:lnTo>
                  <a:lnTo>
                    <a:pt x="4765358" y="1348740"/>
                  </a:lnTo>
                  <a:lnTo>
                    <a:pt x="4772025" y="1340167"/>
                  </a:lnTo>
                  <a:lnTo>
                    <a:pt x="4777740" y="1330642"/>
                  </a:lnTo>
                  <a:lnTo>
                    <a:pt x="4782502" y="1321117"/>
                  </a:lnTo>
                  <a:lnTo>
                    <a:pt x="4789170" y="1311592"/>
                  </a:lnTo>
                  <a:lnTo>
                    <a:pt x="4793932" y="1303972"/>
                  </a:lnTo>
                  <a:lnTo>
                    <a:pt x="4800600" y="1299210"/>
                  </a:lnTo>
                  <a:lnTo>
                    <a:pt x="4806315" y="1296353"/>
                  </a:lnTo>
                  <a:lnTo>
                    <a:pt x="4811078" y="1296353"/>
                  </a:lnTo>
                  <a:lnTo>
                    <a:pt x="4817745" y="1301115"/>
                  </a:lnTo>
                  <a:lnTo>
                    <a:pt x="4823460" y="1307782"/>
                  </a:lnTo>
                  <a:lnTo>
                    <a:pt x="4829175" y="1318260"/>
                  </a:lnTo>
                  <a:lnTo>
                    <a:pt x="4834890" y="1329690"/>
                  </a:lnTo>
                  <a:lnTo>
                    <a:pt x="4839652" y="1342072"/>
                  </a:lnTo>
                  <a:lnTo>
                    <a:pt x="4846320" y="1353503"/>
                  </a:lnTo>
                  <a:lnTo>
                    <a:pt x="4852035" y="1362075"/>
                  </a:lnTo>
                  <a:lnTo>
                    <a:pt x="4856798" y="1364932"/>
                  </a:lnTo>
                  <a:lnTo>
                    <a:pt x="4863465" y="1361122"/>
                  </a:lnTo>
                  <a:lnTo>
                    <a:pt x="4868228" y="1347788"/>
                  </a:lnTo>
                  <a:lnTo>
                    <a:pt x="4874895" y="1324928"/>
                  </a:lnTo>
                  <a:lnTo>
                    <a:pt x="4880610" y="1288732"/>
                  </a:lnTo>
                  <a:lnTo>
                    <a:pt x="4885372" y="1240155"/>
                  </a:lnTo>
                  <a:lnTo>
                    <a:pt x="4892040" y="1177290"/>
                  </a:lnTo>
                  <a:lnTo>
                    <a:pt x="4896802" y="1101090"/>
                  </a:lnTo>
                  <a:lnTo>
                    <a:pt x="4903470" y="1013460"/>
                  </a:lnTo>
                  <a:lnTo>
                    <a:pt x="4909185" y="914400"/>
                  </a:lnTo>
                  <a:lnTo>
                    <a:pt x="4913948" y="807720"/>
                  </a:lnTo>
                  <a:lnTo>
                    <a:pt x="4920615" y="694372"/>
                  </a:lnTo>
                  <a:lnTo>
                    <a:pt x="4926330" y="579120"/>
                  </a:lnTo>
                  <a:lnTo>
                    <a:pt x="4932045" y="464820"/>
                  </a:lnTo>
                  <a:lnTo>
                    <a:pt x="4937760" y="356235"/>
                  </a:lnTo>
                  <a:lnTo>
                    <a:pt x="4942522" y="256222"/>
                  </a:lnTo>
                  <a:lnTo>
                    <a:pt x="4949190" y="168592"/>
                  </a:lnTo>
                  <a:lnTo>
                    <a:pt x="4954905" y="97155"/>
                  </a:lnTo>
                  <a:lnTo>
                    <a:pt x="4960620" y="43815"/>
                  </a:lnTo>
                  <a:lnTo>
                    <a:pt x="4966335" y="11430"/>
                  </a:lnTo>
                  <a:lnTo>
                    <a:pt x="4971098" y="0"/>
                  </a:lnTo>
                  <a:lnTo>
                    <a:pt x="4977765" y="11430"/>
                  </a:lnTo>
                  <a:lnTo>
                    <a:pt x="4983480" y="43815"/>
                  </a:lnTo>
                  <a:lnTo>
                    <a:pt x="4989195" y="97155"/>
                  </a:lnTo>
                  <a:lnTo>
                    <a:pt x="4994910" y="168592"/>
                  </a:lnTo>
                  <a:lnTo>
                    <a:pt x="4999672" y="256222"/>
                  </a:lnTo>
                  <a:lnTo>
                    <a:pt x="5006340" y="356235"/>
                  </a:lnTo>
                  <a:lnTo>
                    <a:pt x="5012055" y="464820"/>
                  </a:lnTo>
                  <a:lnTo>
                    <a:pt x="5017770" y="579120"/>
                  </a:lnTo>
                  <a:lnTo>
                    <a:pt x="5023485" y="694372"/>
                  </a:lnTo>
                  <a:lnTo>
                    <a:pt x="5029200" y="807720"/>
                  </a:lnTo>
                  <a:lnTo>
                    <a:pt x="5034915" y="914400"/>
                  </a:lnTo>
                  <a:lnTo>
                    <a:pt x="5040630" y="1013460"/>
                  </a:lnTo>
                  <a:lnTo>
                    <a:pt x="5046345" y="1101090"/>
                  </a:lnTo>
                  <a:lnTo>
                    <a:pt x="5052060" y="1177290"/>
                  </a:lnTo>
                  <a:lnTo>
                    <a:pt x="5057775" y="1240155"/>
                  </a:lnTo>
                  <a:lnTo>
                    <a:pt x="5063490" y="1288732"/>
                  </a:lnTo>
                  <a:lnTo>
                    <a:pt x="5069205" y="1324928"/>
                  </a:lnTo>
                  <a:lnTo>
                    <a:pt x="5074920" y="1347788"/>
                  </a:lnTo>
                  <a:lnTo>
                    <a:pt x="5080635" y="1361122"/>
                  </a:lnTo>
                  <a:lnTo>
                    <a:pt x="5086350" y="1364932"/>
                  </a:lnTo>
                  <a:lnTo>
                    <a:pt x="5092065" y="1362075"/>
                  </a:lnTo>
                  <a:lnTo>
                    <a:pt x="5097780" y="1353503"/>
                  </a:lnTo>
                  <a:lnTo>
                    <a:pt x="5103495" y="1342072"/>
                  </a:lnTo>
                  <a:lnTo>
                    <a:pt x="5109210" y="1329690"/>
                  </a:lnTo>
                  <a:lnTo>
                    <a:pt x="5114925" y="1318260"/>
                  </a:lnTo>
                  <a:lnTo>
                    <a:pt x="5120640" y="1307782"/>
                  </a:lnTo>
                  <a:lnTo>
                    <a:pt x="5126355" y="1301115"/>
                  </a:lnTo>
                  <a:lnTo>
                    <a:pt x="5132070" y="1296353"/>
                  </a:lnTo>
                  <a:lnTo>
                    <a:pt x="5137785" y="1296353"/>
                  </a:lnTo>
                  <a:lnTo>
                    <a:pt x="5143500" y="1299210"/>
                  </a:lnTo>
                  <a:lnTo>
                    <a:pt x="5149215" y="1303972"/>
                  </a:lnTo>
                  <a:lnTo>
                    <a:pt x="5154930" y="1311592"/>
                  </a:lnTo>
                  <a:lnTo>
                    <a:pt x="5160645" y="1321117"/>
                  </a:lnTo>
                  <a:lnTo>
                    <a:pt x="5166360" y="1330642"/>
                  </a:lnTo>
                  <a:lnTo>
                    <a:pt x="5172075" y="1340167"/>
                  </a:lnTo>
                  <a:lnTo>
                    <a:pt x="5177790" y="1348740"/>
                  </a:lnTo>
                  <a:lnTo>
                    <a:pt x="5183505" y="1355407"/>
                  </a:lnTo>
                  <a:lnTo>
                    <a:pt x="5189220" y="1361122"/>
                  </a:lnTo>
                  <a:lnTo>
                    <a:pt x="5194935" y="1363980"/>
                  </a:lnTo>
                  <a:lnTo>
                    <a:pt x="5200650" y="1364932"/>
                  </a:lnTo>
                  <a:lnTo>
                    <a:pt x="5206365" y="1363980"/>
                  </a:lnTo>
                  <a:lnTo>
                    <a:pt x="5212080" y="1361122"/>
                  </a:lnTo>
                  <a:lnTo>
                    <a:pt x="5217795" y="1358265"/>
                  </a:lnTo>
                  <a:lnTo>
                    <a:pt x="5223510" y="1353503"/>
                  </a:lnTo>
                  <a:lnTo>
                    <a:pt x="5229225" y="1348740"/>
                  </a:lnTo>
                  <a:lnTo>
                    <a:pt x="5234940" y="1343978"/>
                  </a:lnTo>
                  <a:lnTo>
                    <a:pt x="5240655" y="1341120"/>
                  </a:lnTo>
                  <a:lnTo>
                    <a:pt x="5246370" y="1338262"/>
                  </a:lnTo>
                  <a:lnTo>
                    <a:pt x="5252085" y="1337310"/>
                  </a:lnTo>
                  <a:lnTo>
                    <a:pt x="5257800" y="1337310"/>
                  </a:lnTo>
                  <a:lnTo>
                    <a:pt x="5263515" y="1339215"/>
                  </a:lnTo>
                  <a:lnTo>
                    <a:pt x="5269230" y="1342072"/>
                  </a:lnTo>
                  <a:lnTo>
                    <a:pt x="5274945" y="1344930"/>
                  </a:lnTo>
                  <a:lnTo>
                    <a:pt x="5280660" y="1348740"/>
                  </a:lnTo>
                  <a:lnTo>
                    <a:pt x="5286375" y="1353503"/>
                  </a:lnTo>
                  <a:lnTo>
                    <a:pt x="5292090" y="1357312"/>
                  </a:lnTo>
                  <a:lnTo>
                    <a:pt x="5297805" y="1360170"/>
                  </a:lnTo>
                  <a:lnTo>
                    <a:pt x="5303520" y="1363028"/>
                  </a:lnTo>
                  <a:lnTo>
                    <a:pt x="5309235" y="1363980"/>
                  </a:lnTo>
                  <a:lnTo>
                    <a:pt x="5314950" y="1364932"/>
                  </a:lnTo>
                  <a:lnTo>
                    <a:pt x="5320665" y="1363980"/>
                  </a:lnTo>
                  <a:lnTo>
                    <a:pt x="5326380" y="1363028"/>
                  </a:lnTo>
                  <a:lnTo>
                    <a:pt x="5332095" y="1361122"/>
                  </a:lnTo>
                  <a:lnTo>
                    <a:pt x="5337810" y="1358265"/>
                  </a:lnTo>
                  <a:lnTo>
                    <a:pt x="5343525" y="1355407"/>
                  </a:lnTo>
                  <a:lnTo>
                    <a:pt x="5349240" y="1352550"/>
                  </a:lnTo>
                  <a:lnTo>
                    <a:pt x="5354955" y="1350645"/>
                  </a:lnTo>
                  <a:lnTo>
                    <a:pt x="5360670" y="1348740"/>
                  </a:lnTo>
                  <a:lnTo>
                    <a:pt x="5366385" y="1347788"/>
                  </a:lnTo>
                  <a:lnTo>
                    <a:pt x="5362575" y="1347788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1300162" y="5331142"/>
              <a:ext cx="9525" cy="80010"/>
            </a:xfrm>
            <a:custGeom>
              <a:avLst/>
              <a:gdLst/>
              <a:ahLst/>
              <a:cxnLst/>
              <a:rect l="l" t="t" r="r" b="b"/>
              <a:pathLst>
                <a:path w="9525" h="80010">
                  <a:moveTo>
                    <a:pt x="0" y="0"/>
                  </a:moveTo>
                  <a:lnTo>
                    <a:pt x="0" y="8001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2444115" y="5331142"/>
              <a:ext cx="9525" cy="80010"/>
            </a:xfrm>
            <a:custGeom>
              <a:avLst/>
              <a:gdLst/>
              <a:ahLst/>
              <a:cxnLst/>
              <a:rect l="l" t="t" r="r" b="b"/>
              <a:pathLst>
                <a:path w="9525" h="80010">
                  <a:moveTo>
                    <a:pt x="0" y="0"/>
                  </a:moveTo>
                  <a:lnTo>
                    <a:pt x="0" y="8001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3589020" y="5331142"/>
              <a:ext cx="9525" cy="80010"/>
            </a:xfrm>
            <a:custGeom>
              <a:avLst/>
              <a:gdLst/>
              <a:ahLst/>
              <a:cxnLst/>
              <a:rect l="l" t="t" r="r" b="b"/>
              <a:pathLst>
                <a:path w="9525" h="80010">
                  <a:moveTo>
                    <a:pt x="0" y="0"/>
                  </a:moveTo>
                  <a:lnTo>
                    <a:pt x="0" y="8001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4732972" y="5331142"/>
              <a:ext cx="9525" cy="80010"/>
            </a:xfrm>
            <a:custGeom>
              <a:avLst/>
              <a:gdLst/>
              <a:ahLst/>
              <a:cxnLst/>
              <a:rect l="l" t="t" r="r" b="b"/>
              <a:pathLst>
                <a:path w="9525" h="80010">
                  <a:moveTo>
                    <a:pt x="0" y="0"/>
                  </a:moveTo>
                  <a:lnTo>
                    <a:pt x="0" y="8001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5875972" y="5331142"/>
              <a:ext cx="9525" cy="80010"/>
            </a:xfrm>
            <a:custGeom>
              <a:avLst/>
              <a:gdLst/>
              <a:ahLst/>
              <a:cxnLst/>
              <a:rect l="l" t="t" r="r" b="b"/>
              <a:pathLst>
                <a:path w="9525" h="80010">
                  <a:moveTo>
                    <a:pt x="0" y="0"/>
                  </a:moveTo>
                  <a:lnTo>
                    <a:pt x="0" y="8001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3874770" y="3369945"/>
              <a:ext cx="9525" cy="130492"/>
            </a:xfrm>
            <a:custGeom>
              <a:avLst/>
              <a:gdLst/>
              <a:ahLst/>
              <a:cxnLst/>
              <a:rect l="l" t="t" r="r" b="b"/>
              <a:pathLst>
                <a:path w="9525" h="130492">
                  <a:moveTo>
                    <a:pt x="0" y="0"/>
                  </a:moveTo>
                  <a:lnTo>
                    <a:pt x="0" y="130492"/>
                  </a:lnTo>
                </a:path>
              </a:pathLst>
            </a:custGeom>
            <a:noFill/>
            <a:ln w="15240">
              <a:solidFill>
                <a:srgbClr val="B42318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4160520" y="3369945"/>
              <a:ext cx="9525" cy="130492"/>
            </a:xfrm>
            <a:custGeom>
              <a:avLst/>
              <a:gdLst/>
              <a:ahLst/>
              <a:cxnLst/>
              <a:rect l="l" t="t" r="r" b="b"/>
              <a:pathLst>
                <a:path w="9525" h="130492">
                  <a:moveTo>
                    <a:pt x="0" y="0"/>
                  </a:moveTo>
                  <a:lnTo>
                    <a:pt x="0" y="130492"/>
                  </a:lnTo>
                </a:path>
              </a:pathLst>
            </a:custGeom>
            <a:noFill/>
            <a:ln w="15240">
              <a:solidFill>
                <a:srgbClr val="B42318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4446270" y="3369945"/>
              <a:ext cx="9525" cy="130492"/>
            </a:xfrm>
            <a:custGeom>
              <a:avLst/>
              <a:gdLst/>
              <a:ahLst/>
              <a:cxnLst/>
              <a:rect l="l" t="t" r="r" b="b"/>
              <a:pathLst>
                <a:path w="9525" h="130492">
                  <a:moveTo>
                    <a:pt x="0" y="0"/>
                  </a:moveTo>
                  <a:lnTo>
                    <a:pt x="0" y="130492"/>
                  </a:lnTo>
                </a:path>
              </a:pathLst>
            </a:custGeom>
            <a:noFill/>
            <a:ln w="15240">
              <a:solidFill>
                <a:srgbClr val="B42318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690859" y="2089785"/>
              <a:ext cx="3635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N = 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234686" y="351615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−2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378639" y="351615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−1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627243" y="351615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697853" y="351615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840853" y="351615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647734" y="4075748"/>
              <a:ext cx="4497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N = 10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234686" y="550211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−2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378639" y="550211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−1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627243" y="55021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697853" y="55021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840853" y="55021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742509" y="3616166"/>
              <a:ext cx="26452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8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λ/4d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060442" y="2094071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主极大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797642" y="2966085"/>
              <a:ext cx="71648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次极大 7.4%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455389" y="5617369"/>
              <a:ext cx="8815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sinφ（单位 λ/d）</a:t>
              </a:r>
            </a:p>
          </p:txBody>
        </p:sp>
      </p:grpSp>
      <p:grpSp>
        <p:nvGrpSpPr>
          <p:cNvPr id="48" name="c2-card-1"/>
          <p:cNvGrpSpPr/>
          <p:nvPr/>
        </p:nvGrpSpPr>
        <p:grpSpPr>
          <a:xfrm>
            <a:off x="6789420" y="1524000"/>
            <a:ext cx="4869180" cy="1545908"/>
            <a:chOff x="6789420" y="1524000"/>
            <a:chExt cx="4869180" cy="1545908"/>
          </a:xfrm>
        </p:grpSpPr>
        <p:sp>
          <p:nvSpPr>
            <p:cNvPr id="43" name="Rectangle 43"/>
            <p:cNvSpPr/>
            <p:nvPr/>
          </p:nvSpPr>
          <p:spPr>
            <a:xfrm>
              <a:off x="6789420" y="1524000"/>
              <a:ext cx="4869180" cy="1545908"/>
            </a:xfrm>
            <a:prstGeom prst="roundRect">
              <a:avLst>
                <a:gd name="adj" fmla="val 86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798945" y="1657350"/>
              <a:ext cx="47625" cy="1279208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7031355" y="1727835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117613" y="176355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次极大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024116" y="2100739"/>
              <a:ext cx="4261485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两条暗纹之间还是明纹。两主极大之间有 N − 1 条暗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纹、N − 2 条明纹，后者比主极大弱得多，叫次极大。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4 时最强的次极大只有主极大的 7.4%。</a:t>
              </a:r>
            </a:p>
          </p:txBody>
        </p:sp>
      </p:grpSp>
      <p:grpSp>
        <p:nvGrpSpPr>
          <p:cNvPr id="53" name="c2-card-2"/>
          <p:cNvGrpSpPr/>
          <p:nvPr/>
        </p:nvGrpSpPr>
        <p:grpSpPr>
          <a:xfrm>
            <a:off x="6789420" y="3255645"/>
            <a:ext cx="4869180" cy="1545908"/>
            <a:chOff x="6789420" y="3255645"/>
            <a:chExt cx="4869180" cy="1545908"/>
          </a:xfrm>
        </p:grpSpPr>
        <p:sp>
          <p:nvSpPr>
            <p:cNvPr id="49" name="Rectangle 49"/>
            <p:cNvSpPr/>
            <p:nvPr/>
          </p:nvSpPr>
          <p:spPr>
            <a:xfrm>
              <a:off x="6789420" y="3255645"/>
              <a:ext cx="4869180" cy="1545908"/>
            </a:xfrm>
            <a:prstGeom prst="roundRect">
              <a:avLst>
                <a:gd name="adj" fmla="val 8626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993255" y="345948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075564" y="349519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条纹特点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986016" y="3832384"/>
              <a:ext cx="416229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 很大时次极大弱到看不见，结果是在几乎黑暗的背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景上出现一系列又细又亮的明纹：</a:t>
              </a:r>
              <a:r>
                <a:rPr lang="zh-CN" sz="142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亮度高、间距宽、</a:t>
              </a:r>
              <a:br/>
              <a:r>
                <a:rPr lang="zh-CN" sz="142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条纹窄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60" name="c2-callout-3"/>
          <p:cNvGrpSpPr/>
          <p:nvPr/>
        </p:nvGrpSpPr>
        <p:grpSpPr>
          <a:xfrm>
            <a:off x="6789420" y="4987290"/>
            <a:ext cx="4869180" cy="756285"/>
            <a:chOff x="6789420" y="4987290"/>
            <a:chExt cx="4869180" cy="756285"/>
          </a:xfrm>
        </p:grpSpPr>
        <p:sp>
          <p:nvSpPr>
            <p:cNvPr id="54" name="Rectangle 54"/>
            <p:cNvSpPr/>
            <p:nvPr/>
          </p:nvSpPr>
          <p:spPr>
            <a:xfrm>
              <a:off x="6789420" y="4987290"/>
              <a:ext cx="4869180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6994208" y="5265420"/>
              <a:ext cx="200026" cy="200025"/>
              <a:chOff x="6994208" y="5265420"/>
              <a:chExt cx="200026" cy="200025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6994208" y="526542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7033946" y="530987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7068662" y="542099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7296531" y="5134451"/>
              <a:ext cx="389178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主极大的角宽度约 2λ/(Nd cosφ)，N 翻一倍条纹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就窄一半，所以实用光栅每厘米要刻几千条。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第8章 光的衍射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412651" cy="909257"/>
            <a:chOff x="520446" y="342900"/>
            <a:chExt cx="641265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光的衍射 · 光栅衍射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4126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级次有限：|sinφ| &lt; 1，所以 k &lt; (a+b)/λ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96"/>
              <p:cNvSpPr txBox="1">
                <a:spLocks noGrp="1"/>
              </p:cNvSpPr>
              <p:nvPr/>
            </p:nvSpPr>
            <p:spPr>
              <a:xfrm>
                <a:off x="533400" y="1524000"/>
                <a:ext cx="5410200" cy="5400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max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&lt;</m:t>
                      </m:r>
                      <m:f>
                        <m:fPr>
                          <m:type m:val="bar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num>
                        <m:den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λ</m:t>
                          </m:r>
                        </m:den>
                      </m:f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φ</m:t>
                          </m:r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≠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9</m:t>
                          </m:r>
                          <m:sSup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∘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12" name="c1-card-2"/>
          <p:cNvGrpSpPr/>
          <p:nvPr/>
        </p:nvGrpSpPr>
        <p:grpSpPr>
          <a:xfrm>
            <a:off x="533400" y="2249805"/>
            <a:ext cx="5410200" cy="1545908"/>
            <a:chOff x="533400" y="2249805"/>
            <a:chExt cx="5410200" cy="1545908"/>
          </a:xfrm>
        </p:grpSpPr>
        <p:sp>
          <p:nvSpPr>
            <p:cNvPr id="8" name="Rectangle 8"/>
            <p:cNvSpPr/>
            <p:nvPr/>
          </p:nvSpPr>
          <p:spPr>
            <a:xfrm>
              <a:off x="533400" y="2249805"/>
              <a:ext cx="5410200" cy="1545908"/>
            </a:xfrm>
            <a:prstGeom prst="roundRect">
              <a:avLst>
                <a:gd name="adj" fmla="val 8626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37235" y="2453640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06742" y="248935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最高级次怎样取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29996" y="2826544"/>
              <a:ext cx="4811522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(a+b)/λ 向下取整。若 (a+b)/λ 恰好是整数，这一级的衍射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角正好是 90°，光沿光栅平面掠出，屏上接收不到，要再减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1。</a:t>
              </a:r>
            </a:p>
          </p:txBody>
        </p:sp>
      </p:grpSp>
      <p:grpSp>
        <p:nvGrpSpPr>
          <p:cNvPr id="18" name="c1-card-3"/>
          <p:cNvGrpSpPr/>
          <p:nvPr/>
        </p:nvGrpSpPr>
        <p:grpSpPr>
          <a:xfrm>
            <a:off x="533400" y="3981450"/>
            <a:ext cx="5410200" cy="1545908"/>
            <a:chOff x="533400" y="3981450"/>
            <a:chExt cx="5410200" cy="1545908"/>
          </a:xfrm>
        </p:grpSpPr>
        <p:sp>
          <p:nvSpPr>
            <p:cNvPr id="13" name="Rectangle 13"/>
            <p:cNvSpPr/>
            <p:nvPr/>
          </p:nvSpPr>
          <p:spPr>
            <a:xfrm>
              <a:off x="533400" y="3981450"/>
              <a:ext cx="5410200" cy="1545908"/>
            </a:xfrm>
            <a:prstGeom prst="roundRect">
              <a:avLst>
                <a:gd name="adj" fmla="val 86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4114800"/>
              <a:ext cx="47625" cy="127920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75335" y="418528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5543" y="422100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小例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8096" y="4558189"/>
              <a:ext cx="4450842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每毫米 500 条，λ = 480 nm：(a+b)/λ =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2×10⁻⁶/(4.8×10⁻⁷) ≈ 4.2，kₘₐₓ = 4，屏上最多 2 × 4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+ 1 = 9 条明纹（此处不考虑缺级）。</a:t>
              </a:r>
            </a:p>
          </p:txBody>
        </p:sp>
      </p:grpSp>
      <p:grpSp>
        <p:nvGrpSpPr>
          <p:cNvPr id="54" name="c2-table-1"/>
          <p:cNvGrpSpPr/>
          <p:nvPr/>
        </p:nvGrpSpPr>
        <p:grpSpPr>
          <a:xfrm>
            <a:off x="6248400" y="1524000"/>
            <a:ext cx="5410200" cy="3011805"/>
            <a:chOff x="6248400" y="1524000"/>
            <a:chExt cx="5410200" cy="3011805"/>
          </a:xfrm>
        </p:grpSpPr>
        <p:sp>
          <p:nvSpPr>
            <p:cNvPr id="19" name="Rectangle 19"/>
            <p:cNvSpPr/>
            <p:nvPr/>
          </p:nvSpPr>
          <p:spPr>
            <a:xfrm>
              <a:off x="6248400" y="1524000"/>
              <a:ext cx="5410200" cy="43053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628093" y="165544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824597" y="1655445"/>
              <a:ext cx="12843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sinφ = kλ/(a+b)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685743" y="165544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φ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353747" y="208502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219569" y="208502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924669" y="208502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0°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248400" y="237934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248400" y="2384108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53747" y="251555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219569" y="2515552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924669" y="2515552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13.89°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248400" y="280987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53747" y="294608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219569" y="2946082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0.48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924669" y="2946082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28.69°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248400" y="323945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248400" y="3244215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353747" y="33756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219569" y="3375660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924669" y="3375660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46.05°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248400" y="366998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353747" y="380619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219569" y="3806190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0.96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9828848" y="3684270"/>
              <a:ext cx="1820228" cy="41148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924669" y="3806190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73.74°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248400" y="410051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248400" y="4105275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353747" y="423576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219569" y="4235768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1.20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9828848" y="4114800"/>
              <a:ext cx="1820228" cy="41148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9924669" y="4235768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不存在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248400" y="1524000"/>
              <a:ext cx="5410200" cy="30108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7109460" y="1524000"/>
              <a:ext cx="9525" cy="3010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9814560" y="1524000"/>
              <a:ext cx="9525" cy="3010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1" name="c2-callout-2"/>
          <p:cNvGrpSpPr/>
          <p:nvPr/>
        </p:nvGrpSpPr>
        <p:grpSpPr>
          <a:xfrm>
            <a:off x="6248400" y="4720590"/>
            <a:ext cx="5410200" cy="806768"/>
            <a:chOff x="6248400" y="4720590"/>
            <a:chExt cx="5410200" cy="806768"/>
          </a:xfrm>
        </p:grpSpPr>
        <p:sp>
          <p:nvSpPr>
            <p:cNvPr id="55" name="Rectangle 55"/>
            <p:cNvSpPr/>
            <p:nvPr/>
          </p:nvSpPr>
          <p:spPr>
            <a:xfrm>
              <a:off x="6248400" y="4720590"/>
              <a:ext cx="5410200" cy="806768"/>
            </a:xfrm>
            <a:prstGeom prst="roundRect">
              <a:avLst>
                <a:gd name="adj" fmla="val 14168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6453188" y="5023485"/>
              <a:ext cx="200026" cy="200026"/>
              <a:chOff x="6453188" y="5023485"/>
              <a:chExt cx="200026" cy="200026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6453188" y="502348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6553200" y="509016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6542088" y="512349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6755511" y="4893469"/>
              <a:ext cx="4360672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sinφ 等间隔增加，φ 的间隔却越来越大：相邻两级的角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距从 13.9° 增到 27.7°，高级次离中央越来越远。</a:t>
              </a:r>
            </a:p>
          </p:txBody>
        </p:sp>
      </p:grpSp>
      <p:grpSp>
        <p:nvGrpSpPr>
          <p:cNvPr id="68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62" name="Rectangle 62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726129" y="5999916"/>
              <a:ext cx="224134" cy="192560"/>
              <a:chOff x="726129" y="5999916"/>
              <a:chExt cx="224134" cy="192560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838200" y="607028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726129" y="599991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838200" y="614807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1040511" y="6004084"/>
              <a:ext cx="94769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级次有限和缺级要一起用：先由 |sinφ| &lt; 1 定出范围，再去掉缺级，剩下的才是屏上实际出现的级次（例8.8）。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9" name="TextBox 69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第8章 光的衍射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784059" cy="909257"/>
            <a:chOff x="520446" y="342900"/>
            <a:chExt cx="778405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光的衍射 · 光栅衍射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78405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斜入射：光栅方程变为 (a+b)(sinθ ± sinφ) = ±kλ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410200" cy="2282190"/>
            <a:chOff x="533400" y="1524000"/>
            <a:chExt cx="5410200" cy="228219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282190"/>
            </a:xfrm>
            <a:prstGeom prst="roundRect">
              <a:avLst>
                <a:gd name="adj" fmla="val 584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01549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9940" y="1763554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斜入射时的光程差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8096" y="2100739"/>
              <a:ext cx="4730369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平行光与光栅法线成 θ 角入射，相邻两缝对应光线在到达光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栅前已有光程差 (a+b) sinθ，衍射后又有 (a+b) sinφ，两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两相邻光线的总光程差仍然都相同。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99"/>
                <p:cNvSpPr txBox="1">
                  <a:spLocks noGrp="1"/>
                </p:cNvSpPr>
                <p:nvPr/>
              </p:nvSpPr>
              <p:spPr>
                <a:xfrm>
                  <a:off x="775335" y="2940368"/>
                  <a:ext cx="4964430" cy="3238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e>
                        </m:d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func>
                              <m:funcPr/>
                              <m:fName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</m:e>
                            </m:func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±</m:t>
                            </m:r>
                            <m:func>
                              <m:funcPr/>
                              <m:fName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φ</m:t>
                                </m:r>
                              </m:e>
                            </m:func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=±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kλ</m:t>
                        </m: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k</m:t>
                        </m: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,⋯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TextBox 13"/>
            <p:cNvSpPr txBox="1"/>
            <p:nvPr/>
          </p:nvSpPr>
          <p:spPr>
            <a:xfrm>
              <a:off x="768096" y="3379946"/>
              <a:ext cx="498464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衍射光线与入射光线在光栅法线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同侧取正号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，异侧取负号。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3991928"/>
            <a:ext cx="5410200" cy="1274445"/>
            <a:chOff x="533400" y="3991928"/>
            <a:chExt cx="5410200" cy="1274445"/>
          </a:xfrm>
        </p:grpSpPr>
        <p:sp>
          <p:nvSpPr>
            <p:cNvPr id="15" name="Rectangle 15"/>
            <p:cNvSpPr/>
            <p:nvPr/>
          </p:nvSpPr>
          <p:spPr>
            <a:xfrm>
              <a:off x="533400" y="3991928"/>
              <a:ext cx="5410200" cy="1274445"/>
            </a:xfrm>
            <a:prstGeom prst="roundRect">
              <a:avLst>
                <a:gd name="adj" fmla="val 10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4125278"/>
              <a:ext cx="47625" cy="100774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75335" y="419576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65543" y="423148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效果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8096" y="4568666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零级明纹移到沿入射光直穿过去的方向。一侧的最高级次变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大、另一侧变小，能看到的总条数基本不变。</a:t>
              </a:r>
            </a:p>
          </p:txBody>
        </p:sp>
      </p:grpSp>
      <p:grpSp>
        <p:nvGrpSpPr>
          <p:cNvPr id="52" name="g_oblique"/>
          <p:cNvGrpSpPr/>
          <p:nvPr/>
        </p:nvGrpSpPr>
        <p:grpSpPr>
          <a:xfrm>
            <a:off x="6509194" y="1861661"/>
            <a:ext cx="3994024" cy="2956084"/>
            <a:chOff x="6509194" y="1861661"/>
            <a:chExt cx="3994024" cy="2956084"/>
          </a:xfrm>
        </p:grpSpPr>
        <p:sp>
          <p:nvSpPr>
            <p:cNvPr id="21" name="Freeform 21"/>
            <p:cNvSpPr/>
            <p:nvPr/>
          </p:nvSpPr>
          <p:spPr>
            <a:xfrm>
              <a:off x="8823960" y="1972628"/>
              <a:ext cx="9525" cy="942022"/>
            </a:xfrm>
            <a:custGeom>
              <a:avLst/>
              <a:gdLst/>
              <a:ahLst/>
              <a:cxnLst/>
              <a:rect l="l" t="t" r="r" b="b"/>
              <a:pathLst>
                <a:path w="9525" h="942022">
                  <a:moveTo>
                    <a:pt x="0" y="0"/>
                  </a:moveTo>
                  <a:lnTo>
                    <a:pt x="0" y="942022"/>
                  </a:lnTo>
                </a:path>
              </a:pathLst>
            </a:custGeom>
            <a:noFill/>
            <a:ln w="2857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8823960" y="3044190"/>
              <a:ext cx="9525" cy="609600"/>
            </a:xfrm>
            <a:custGeom>
              <a:avLst/>
              <a:gdLst/>
              <a:ahLst/>
              <a:cxnLst/>
              <a:rect l="l" t="t" r="r" b="b"/>
              <a:pathLst>
                <a:path w="9525" h="609600">
                  <a:moveTo>
                    <a:pt x="0" y="0"/>
                  </a:moveTo>
                  <a:lnTo>
                    <a:pt x="0" y="609600"/>
                  </a:lnTo>
                </a:path>
              </a:pathLst>
            </a:custGeom>
            <a:noFill/>
            <a:ln w="28575">
              <a:solidFill>
                <a:srgbClr val="1F2937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8823960" y="3783330"/>
              <a:ext cx="9525" cy="1034415"/>
            </a:xfrm>
            <a:custGeom>
              <a:avLst/>
              <a:gdLst/>
              <a:ahLst/>
              <a:cxnLst/>
              <a:rect l="l" t="t" r="r" b="b"/>
              <a:pathLst>
                <a:path w="9525" h="1034415">
                  <a:moveTo>
                    <a:pt x="0" y="0"/>
                  </a:moveTo>
                  <a:lnTo>
                    <a:pt x="0" y="1034415"/>
                  </a:lnTo>
                </a:path>
              </a:pathLst>
            </a:custGeom>
            <a:noFill/>
            <a:ln w="28575">
              <a:solidFill>
                <a:srgbClr val="1F2937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7072312" y="3046095"/>
              <a:ext cx="1637347" cy="944880"/>
            </a:xfrm>
            <a:custGeom>
              <a:avLst/>
              <a:gdLst/>
              <a:ahLst/>
              <a:cxnLst/>
              <a:rect l="l" t="t" r="r" b="b"/>
              <a:pathLst>
                <a:path w="1637347" h="944880">
                  <a:moveTo>
                    <a:pt x="0" y="944880"/>
                  </a:moveTo>
                  <a:lnTo>
                    <a:pt x="1637347" y="0"/>
                  </a:lnTo>
                </a:path>
              </a:pathLst>
            </a:custGeom>
            <a:noFill/>
            <a:ln w="19050">
              <a:solidFill>
                <a:srgbClr val="D97706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8685848" y="2998470"/>
              <a:ext cx="106680" cy="88583"/>
            </a:xfrm>
            <a:custGeom>
              <a:avLst/>
              <a:gdLst/>
              <a:ahLst/>
              <a:cxnLst/>
              <a:rect l="l" t="t" r="r" b="b"/>
              <a:pathLst>
                <a:path w="106680" h="88583">
                  <a:moveTo>
                    <a:pt x="106680" y="0"/>
                  </a:moveTo>
                  <a:lnTo>
                    <a:pt x="47625" y="88583"/>
                  </a:lnTo>
                  <a:lnTo>
                    <a:pt x="0" y="5715"/>
                  </a:ln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7392352" y="3785235"/>
              <a:ext cx="1317307" cy="760095"/>
            </a:xfrm>
            <a:custGeom>
              <a:avLst/>
              <a:gdLst/>
              <a:ahLst/>
              <a:cxnLst/>
              <a:rect l="l" t="t" r="r" b="b"/>
              <a:pathLst>
                <a:path w="1317307" h="760095">
                  <a:moveTo>
                    <a:pt x="0" y="760095"/>
                  </a:moveTo>
                  <a:lnTo>
                    <a:pt x="1317307" y="0"/>
                  </a:lnTo>
                </a:path>
              </a:pathLst>
            </a:custGeom>
            <a:noFill/>
            <a:ln w="19050">
              <a:solidFill>
                <a:srgbClr val="D97706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8685848" y="3737610"/>
              <a:ext cx="106680" cy="88583"/>
            </a:xfrm>
            <a:custGeom>
              <a:avLst/>
              <a:gdLst/>
              <a:ahLst/>
              <a:cxnLst/>
              <a:rect l="l" t="t" r="r" b="b"/>
              <a:pathLst>
                <a:path w="106680" h="88583">
                  <a:moveTo>
                    <a:pt x="106680" y="0"/>
                  </a:moveTo>
                  <a:lnTo>
                    <a:pt x="47625" y="88583"/>
                  </a:lnTo>
                  <a:lnTo>
                    <a:pt x="0" y="5715"/>
                  </a:ln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8832532" y="2983230"/>
              <a:ext cx="1584007" cy="704850"/>
            </a:xfrm>
            <a:custGeom>
              <a:avLst/>
              <a:gdLst/>
              <a:ahLst/>
              <a:cxnLst/>
              <a:rect l="l" t="t" r="r" b="b"/>
              <a:pathLst>
                <a:path w="1584007" h="704850">
                  <a:moveTo>
                    <a:pt x="0" y="0"/>
                  </a:moveTo>
                  <a:lnTo>
                    <a:pt x="1584007" y="704850"/>
                  </a:lnTo>
                </a:path>
              </a:pathLst>
            </a:custGeom>
            <a:noFill/>
            <a:ln w="19050">
              <a:solidFill>
                <a:srgbClr val="B42318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10397490" y="3645218"/>
              <a:ext cx="105728" cy="86678"/>
            </a:xfrm>
            <a:custGeom>
              <a:avLst/>
              <a:gdLst/>
              <a:ahLst/>
              <a:cxnLst/>
              <a:rect l="l" t="t" r="r" b="b"/>
              <a:pathLst>
                <a:path w="105728" h="86678">
                  <a:moveTo>
                    <a:pt x="105728" y="81915"/>
                  </a:moveTo>
                  <a:lnTo>
                    <a:pt x="0" y="86678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8832532" y="3722370"/>
              <a:ext cx="1584007" cy="704850"/>
            </a:xfrm>
            <a:custGeom>
              <a:avLst/>
              <a:gdLst/>
              <a:ahLst/>
              <a:cxnLst/>
              <a:rect l="l" t="t" r="r" b="b"/>
              <a:pathLst>
                <a:path w="1584007" h="704850">
                  <a:moveTo>
                    <a:pt x="0" y="0"/>
                  </a:moveTo>
                  <a:lnTo>
                    <a:pt x="1584007" y="704850"/>
                  </a:lnTo>
                </a:path>
              </a:pathLst>
            </a:custGeom>
            <a:noFill/>
            <a:ln w="19050">
              <a:solidFill>
                <a:srgbClr val="B42318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10397490" y="4384358"/>
              <a:ext cx="105728" cy="86677"/>
            </a:xfrm>
            <a:custGeom>
              <a:avLst/>
              <a:gdLst/>
              <a:ahLst/>
              <a:cxnLst/>
              <a:rect l="l" t="t" r="r" b="b"/>
              <a:pathLst>
                <a:path w="105728" h="86677">
                  <a:moveTo>
                    <a:pt x="105728" y="81915"/>
                  </a:moveTo>
                  <a:lnTo>
                    <a:pt x="0" y="86677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8508682" y="3172778"/>
              <a:ext cx="310515" cy="538162"/>
            </a:xfrm>
            <a:custGeom>
              <a:avLst/>
              <a:gdLst/>
              <a:ahLst/>
              <a:cxnLst/>
              <a:rect l="l" t="t" r="r" b="b"/>
              <a:pathLst>
                <a:path w="310515" h="538162">
                  <a:moveTo>
                    <a:pt x="310515" y="538162"/>
                  </a:moveTo>
                  <a:lnTo>
                    <a:pt x="0" y="0"/>
                  </a:lnTo>
                </a:path>
              </a:pathLst>
            </a:custGeom>
            <a:noFill/>
            <a:ln w="13335">
              <a:solidFill>
                <a:srgbClr val="1F2937"/>
              </a:solidFill>
              <a:custDash>
                <a:ds d="428571" sp="285714"/>
              </a:custDash>
            </a:ln>
          </p:spPr>
        </p:sp>
        <p:sp>
          <p:nvSpPr>
            <p:cNvPr id="33" name="Freeform 33"/>
            <p:cNvSpPr/>
            <p:nvPr/>
          </p:nvSpPr>
          <p:spPr>
            <a:xfrm>
              <a:off x="8512492" y="2984182"/>
              <a:ext cx="303847" cy="175260"/>
            </a:xfrm>
            <a:custGeom>
              <a:avLst/>
              <a:gdLst/>
              <a:ahLst/>
              <a:cxnLst/>
              <a:rect l="l" t="t" r="r" b="b"/>
              <a:pathLst>
                <a:path w="303847" h="175260">
                  <a:moveTo>
                    <a:pt x="0" y="175260"/>
                  </a:moveTo>
                  <a:lnTo>
                    <a:pt x="303847" y="0"/>
                  </a:lnTo>
                </a:path>
              </a:pathLst>
            </a:custGeom>
            <a:noFill/>
            <a:ln w="47625">
              <a:solidFill>
                <a:srgbClr val="14A38B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8827770" y="3110865"/>
              <a:ext cx="267653" cy="599122"/>
            </a:xfrm>
            <a:custGeom>
              <a:avLst/>
              <a:gdLst/>
              <a:ahLst/>
              <a:cxnLst/>
              <a:rect l="l" t="t" r="r" b="b"/>
              <a:pathLst>
                <a:path w="267653" h="599122">
                  <a:moveTo>
                    <a:pt x="0" y="599122"/>
                  </a:moveTo>
                  <a:lnTo>
                    <a:pt x="267653" y="0"/>
                  </a:lnTo>
                </a:path>
              </a:pathLst>
            </a:custGeom>
            <a:noFill/>
            <a:ln w="13335">
              <a:solidFill>
                <a:srgbClr val="1F2937"/>
              </a:solidFill>
              <a:custDash>
                <a:ds d="428571" sp="285714"/>
              </a:custDash>
            </a:ln>
          </p:spPr>
        </p:sp>
        <p:sp>
          <p:nvSpPr>
            <p:cNvPr id="35" name="Freeform 35"/>
            <p:cNvSpPr/>
            <p:nvPr/>
          </p:nvSpPr>
          <p:spPr>
            <a:xfrm>
              <a:off x="8832532" y="2983230"/>
              <a:ext cx="258128" cy="115253"/>
            </a:xfrm>
            <a:custGeom>
              <a:avLst/>
              <a:gdLst/>
              <a:ahLst/>
              <a:cxnLst/>
              <a:rect l="l" t="t" r="r" b="b"/>
              <a:pathLst>
                <a:path w="258128" h="115253">
                  <a:moveTo>
                    <a:pt x="0" y="0"/>
                  </a:moveTo>
                  <a:lnTo>
                    <a:pt x="258128" y="115253"/>
                  </a:lnTo>
                </a:path>
              </a:pathLst>
            </a:custGeom>
            <a:noFill/>
            <a:ln w="47625">
              <a:solidFill>
                <a:srgbClr val="14A38B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7817168" y="3718560"/>
              <a:ext cx="2383155" cy="9525"/>
            </a:xfrm>
            <a:custGeom>
              <a:avLst/>
              <a:gdLst/>
              <a:ahLst/>
              <a:cxnLst/>
              <a:rect l="l" t="t" r="r" b="b"/>
              <a:pathLst>
                <a:path w="2383155" h="9525">
                  <a:moveTo>
                    <a:pt x="0" y="0"/>
                  </a:moveTo>
                  <a:lnTo>
                    <a:pt x="2383155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37" name="Freeform 37"/>
            <p:cNvSpPr/>
            <p:nvPr/>
          </p:nvSpPr>
          <p:spPr>
            <a:xfrm>
              <a:off x="8288655" y="3728085"/>
              <a:ext cx="66675" cy="250508"/>
            </a:xfrm>
            <a:custGeom>
              <a:avLst/>
              <a:gdLst/>
              <a:ahLst/>
              <a:cxnLst/>
              <a:rect l="l" t="t" r="r" b="b"/>
              <a:pathLst>
                <a:path w="66675" h="250508">
                  <a:moveTo>
                    <a:pt x="0" y="0"/>
                  </a:moveTo>
                  <a:lnTo>
                    <a:pt x="0" y="19050"/>
                  </a:lnTo>
                  <a:lnTo>
                    <a:pt x="2857" y="46673"/>
                  </a:lnTo>
                  <a:lnTo>
                    <a:pt x="6667" y="74295"/>
                  </a:lnTo>
                  <a:lnTo>
                    <a:pt x="11430" y="101918"/>
                  </a:lnTo>
                  <a:lnTo>
                    <a:pt x="18097" y="129540"/>
                  </a:lnTo>
                  <a:lnTo>
                    <a:pt x="25717" y="156210"/>
                  </a:lnTo>
                  <a:lnTo>
                    <a:pt x="35242" y="182880"/>
                  </a:lnTo>
                  <a:lnTo>
                    <a:pt x="45720" y="208598"/>
                  </a:lnTo>
                  <a:lnTo>
                    <a:pt x="58102" y="234315"/>
                  </a:lnTo>
                  <a:lnTo>
                    <a:pt x="66675" y="25050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9317355" y="3728085"/>
              <a:ext cx="42862" cy="200025"/>
            </a:xfrm>
            <a:custGeom>
              <a:avLst/>
              <a:gdLst/>
              <a:ahLst/>
              <a:cxnLst/>
              <a:rect l="l" t="t" r="r" b="b"/>
              <a:pathLst>
                <a:path w="42862" h="200025">
                  <a:moveTo>
                    <a:pt x="0" y="200025"/>
                  </a:moveTo>
                  <a:lnTo>
                    <a:pt x="4762" y="187643"/>
                  </a:lnTo>
                  <a:lnTo>
                    <a:pt x="12382" y="166688"/>
                  </a:lnTo>
                  <a:lnTo>
                    <a:pt x="20002" y="145733"/>
                  </a:lnTo>
                  <a:lnTo>
                    <a:pt x="25717" y="123825"/>
                  </a:lnTo>
                  <a:lnTo>
                    <a:pt x="31432" y="101918"/>
                  </a:lnTo>
                  <a:lnTo>
                    <a:pt x="35242" y="80010"/>
                  </a:lnTo>
                  <a:lnTo>
                    <a:pt x="39052" y="58103"/>
                  </a:lnTo>
                  <a:lnTo>
                    <a:pt x="40957" y="35243"/>
                  </a:lnTo>
                  <a:lnTo>
                    <a:pt x="42862" y="13335"/>
                  </a:lnTo>
                  <a:lnTo>
                    <a:pt x="4286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8990648" y="3084195"/>
              <a:ext cx="9525" cy="529590"/>
            </a:xfrm>
            <a:custGeom>
              <a:avLst/>
              <a:gdLst/>
              <a:ahLst/>
              <a:cxnLst/>
              <a:rect l="l" t="t" r="r" b="b"/>
              <a:pathLst>
                <a:path w="9525" h="529590">
                  <a:moveTo>
                    <a:pt x="0" y="0"/>
                  </a:moveTo>
                  <a:lnTo>
                    <a:pt x="0" y="52959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8943022" y="361378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8943022" y="298894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027769" y="2947035"/>
              <a:ext cx="4262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l-GR" sz="1050" b="1" dirty="0">
                  <a:solidFill>
                    <a:srgbClr val="14A38B"/>
                  </a:solidFill>
                  <a:latin typeface="+mn-lt"/>
                  <a:ea typeface="+mn-ea"/>
                  <a:cs typeface="+mn-cs"/>
                </a:rPr>
                <a:t>d sinθ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223438" y="2903220"/>
              <a:ext cx="4262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b="1" dirty="0">
                  <a:solidFill>
                    <a:srgbClr val="14A38B"/>
                  </a:solidFill>
                  <a:latin typeface="+mn-lt"/>
                  <a:ea typeface="+mn-ea"/>
                  <a:cs typeface="+mn-cs"/>
                </a:rPr>
                <a:t>d sinφ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090814" y="38295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458604" y="38295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φ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051886" y="32189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642705" y="2794159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642705" y="3533299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509194" y="1861661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入射与衍射光在法线同侧（都在下方）：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509194" y="2065496"/>
              <a:ext cx="19319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4A38B"/>
                  </a:solidFill>
                  <a:latin typeface="+mn-lt"/>
                  <a:ea typeface="+mn-ea"/>
                  <a:cs typeface="+mn-cs"/>
                </a:rPr>
                <a:t>A 路比 B 路多走 d(sinθ + sinφ)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962769" y="3548062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法线</a:t>
              </a:r>
            </a:p>
          </p:txBody>
        </p:sp>
      </p:grpSp>
      <p:grpSp>
        <p:nvGrpSpPr>
          <p:cNvPr id="59" name="takeaway"/>
          <p:cNvGrpSpPr/>
          <p:nvPr/>
        </p:nvGrpSpPr>
        <p:grpSpPr>
          <a:xfrm>
            <a:off x="533400" y="5606415"/>
            <a:ext cx="11125200" cy="756285"/>
            <a:chOff x="533400" y="5606415"/>
            <a:chExt cx="11125200" cy="756285"/>
          </a:xfrm>
        </p:grpSpPr>
        <p:sp>
          <p:nvSpPr>
            <p:cNvPr id="53" name="Rectangle 53"/>
            <p:cNvSpPr/>
            <p:nvPr/>
          </p:nvSpPr>
          <p:spPr>
            <a:xfrm>
              <a:off x="533400" y="5606415"/>
              <a:ext cx="11125200" cy="756285"/>
            </a:xfrm>
            <a:prstGeom prst="roundRect">
              <a:avLst>
                <a:gd name="adj" fmla="val 151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738188" y="5884545"/>
              <a:ext cx="200026" cy="200026"/>
              <a:chOff x="738188" y="5884545"/>
              <a:chExt cx="200026" cy="200026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738188" y="588454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38200" y="595122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27088" y="598455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1040511" y="5753576"/>
              <a:ext cx="9852025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作业题：每毫米 425 条，钠光 589 nm。正入射 (a+b)/λ ≈ 3.99，最高第三级；以 30° 斜入射，同侧 (a+b)(sin30° + 1)/λ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≈ 5.99，最高第五级。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第8章 光的衍射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光的衍射 · 光栅衍射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缺级：光栅的主极大落在单缝暗纹方向上就不出现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869180" cy="1912620"/>
            <a:chOff x="533400" y="1524000"/>
            <a:chExt cx="4869180" cy="191262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869180" cy="1912620"/>
            </a:xfrm>
            <a:prstGeom prst="roundRect">
              <a:avLst>
                <a:gd name="adj" fmla="val 6972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5805" y="1716405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09244" y="175069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缺级条件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8947" y="207264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同一衍射角同时满足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formula108"/>
                <p:cNvSpPr txBox="1">
                  <a:spLocks noGrp="1"/>
                </p:cNvSpPr>
                <p:nvPr/>
              </p:nvSpPr>
              <p:spPr>
                <a:xfrm>
                  <a:off x="725805" y="2353628"/>
                  <a:ext cx="4484370" cy="3238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e>
                        </m:d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sin</m:t>
                            </m:r>
                          </m:fName>
                          <m:e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φ</m:t>
                            </m:r>
                          </m:e>
                        </m:func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kλ</m:t>
                        </m: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</m:t>
                        </m:r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sin</m:t>
                            </m:r>
                          </m:fName>
                          <m:e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φ</m:t>
                            </m:r>
                          </m:e>
                        </m:func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k'λ</m:t>
                        </m:r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109"/>
                <p:cNvSpPr txBox="1">
                  <a:spLocks noGrp="1"/>
                </p:cNvSpPr>
                <p:nvPr/>
              </p:nvSpPr>
              <p:spPr>
                <a:xfrm>
                  <a:off x="725805" y="2764155"/>
                  <a:ext cx="4484370" cy="4629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k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num>
                          <m:den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den>
                        </m:f>
                        <m: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k'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k'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=±</m:t>
                        </m:r>
                        <m: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,±</m:t>
                        </m:r>
                        <m: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,⋯</m:t>
                        </m:r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32" name="c1-table-2"/>
          <p:cNvGrpSpPr/>
          <p:nvPr/>
        </p:nvGrpSpPr>
        <p:grpSpPr>
          <a:xfrm>
            <a:off x="533400" y="3611880"/>
            <a:ext cx="4869180" cy="2028825"/>
            <a:chOff x="533400" y="3611880"/>
            <a:chExt cx="4869180" cy="2028825"/>
          </a:xfrm>
        </p:grpSpPr>
        <p:sp>
          <p:nvSpPr>
            <p:cNvPr id="14" name="Rectangle 14"/>
            <p:cNvSpPr/>
            <p:nvPr/>
          </p:nvSpPr>
          <p:spPr>
            <a:xfrm>
              <a:off x="533400" y="3611880"/>
              <a:ext cx="4869180" cy="40576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50655" y="3736181"/>
              <a:ext cx="6209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(a+b)/a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639223" y="373618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缺级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3412" y="41419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288858" y="4141946"/>
              <a:ext cx="20318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±2, ±4, ±6, …（偶数级全缺）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4418648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4423410"/>
              <a:ext cx="486918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3412" y="45477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288858" y="4547711"/>
              <a:ext cx="9763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±3, ±6, ±9, …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4824412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3412" y="495347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288858" y="4953476"/>
              <a:ext cx="18885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±4, ±8, …（原课件的例子）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5230178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5234940"/>
              <a:ext cx="486918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3412" y="5359241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3/2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288858" y="5359241"/>
              <a:ext cx="6823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±3, ±6, …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3611880"/>
              <a:ext cx="4869180" cy="20288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2184082" y="3611880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4" name="g_missing"/>
          <p:cNvGrpSpPr/>
          <p:nvPr/>
        </p:nvGrpSpPr>
        <p:grpSpPr>
          <a:xfrm>
            <a:off x="6193155" y="1636395"/>
            <a:ext cx="5059680" cy="2712244"/>
            <a:chOff x="6193155" y="1636395"/>
            <a:chExt cx="5059680" cy="2712244"/>
          </a:xfrm>
        </p:grpSpPr>
        <p:sp>
          <p:nvSpPr>
            <p:cNvPr id="33" name="Freeform 33"/>
            <p:cNvSpPr/>
            <p:nvPr/>
          </p:nvSpPr>
          <p:spPr>
            <a:xfrm>
              <a:off x="6193155" y="3864292"/>
              <a:ext cx="4964430" cy="9525"/>
            </a:xfrm>
            <a:custGeom>
              <a:avLst/>
              <a:gdLst/>
              <a:ahLst/>
              <a:cxnLst/>
              <a:rect l="l" t="t" r="r" b="b"/>
              <a:pathLst>
                <a:path w="4964430" h="9525">
                  <a:moveTo>
                    <a:pt x="0" y="0"/>
                  </a:moveTo>
                  <a:lnTo>
                    <a:pt x="496443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11157585" y="381666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6239828" y="2001202"/>
              <a:ext cx="4931092" cy="1863090"/>
            </a:xfrm>
            <a:custGeom>
              <a:avLst/>
              <a:gdLst/>
              <a:ahLst/>
              <a:cxnLst/>
              <a:rect l="l" t="t" r="r" b="b"/>
              <a:pathLst>
                <a:path w="4931092" h="1863090">
                  <a:moveTo>
                    <a:pt x="4762" y="1835468"/>
                  </a:moveTo>
                  <a:lnTo>
                    <a:pt x="0" y="1835468"/>
                  </a:lnTo>
                  <a:lnTo>
                    <a:pt x="4762" y="1835468"/>
                  </a:lnTo>
                  <a:lnTo>
                    <a:pt x="9525" y="1834515"/>
                  </a:lnTo>
                  <a:lnTo>
                    <a:pt x="13335" y="1834515"/>
                  </a:lnTo>
                  <a:lnTo>
                    <a:pt x="18097" y="1834515"/>
                  </a:lnTo>
                  <a:lnTo>
                    <a:pt x="21907" y="1834515"/>
                  </a:lnTo>
                  <a:lnTo>
                    <a:pt x="26670" y="1833563"/>
                  </a:lnTo>
                  <a:lnTo>
                    <a:pt x="31432" y="1833563"/>
                  </a:lnTo>
                  <a:lnTo>
                    <a:pt x="36195" y="1833563"/>
                  </a:lnTo>
                  <a:lnTo>
                    <a:pt x="40005" y="1833563"/>
                  </a:lnTo>
                  <a:lnTo>
                    <a:pt x="44767" y="1833563"/>
                  </a:lnTo>
                  <a:lnTo>
                    <a:pt x="49530" y="1833563"/>
                  </a:lnTo>
                  <a:lnTo>
                    <a:pt x="53340" y="1833563"/>
                  </a:lnTo>
                  <a:lnTo>
                    <a:pt x="58103" y="1832610"/>
                  </a:lnTo>
                  <a:lnTo>
                    <a:pt x="62865" y="1832610"/>
                  </a:lnTo>
                  <a:lnTo>
                    <a:pt x="67628" y="1832610"/>
                  </a:lnTo>
                  <a:lnTo>
                    <a:pt x="71438" y="1832610"/>
                  </a:lnTo>
                  <a:lnTo>
                    <a:pt x="76200" y="1832610"/>
                  </a:lnTo>
                  <a:lnTo>
                    <a:pt x="80962" y="1832610"/>
                  </a:lnTo>
                  <a:lnTo>
                    <a:pt x="85725" y="1832610"/>
                  </a:lnTo>
                  <a:lnTo>
                    <a:pt x="89535" y="1832610"/>
                  </a:lnTo>
                  <a:lnTo>
                    <a:pt x="94297" y="1832610"/>
                  </a:lnTo>
                  <a:lnTo>
                    <a:pt x="99060" y="1832610"/>
                  </a:lnTo>
                  <a:lnTo>
                    <a:pt x="102870" y="1832610"/>
                  </a:lnTo>
                  <a:lnTo>
                    <a:pt x="107632" y="1832610"/>
                  </a:lnTo>
                  <a:lnTo>
                    <a:pt x="112395" y="1832610"/>
                  </a:lnTo>
                  <a:lnTo>
                    <a:pt x="117157" y="1832610"/>
                  </a:lnTo>
                  <a:lnTo>
                    <a:pt x="120967" y="1832610"/>
                  </a:lnTo>
                  <a:lnTo>
                    <a:pt x="125730" y="1832610"/>
                  </a:lnTo>
                  <a:lnTo>
                    <a:pt x="129540" y="1832610"/>
                  </a:lnTo>
                  <a:lnTo>
                    <a:pt x="134303" y="1832610"/>
                  </a:lnTo>
                  <a:lnTo>
                    <a:pt x="139065" y="1832610"/>
                  </a:lnTo>
                  <a:lnTo>
                    <a:pt x="143828" y="1833563"/>
                  </a:lnTo>
                  <a:lnTo>
                    <a:pt x="148590" y="1833563"/>
                  </a:lnTo>
                  <a:lnTo>
                    <a:pt x="152400" y="1833563"/>
                  </a:lnTo>
                  <a:lnTo>
                    <a:pt x="157162" y="1833563"/>
                  </a:lnTo>
                  <a:lnTo>
                    <a:pt x="161925" y="1833563"/>
                  </a:lnTo>
                  <a:lnTo>
                    <a:pt x="166688" y="1833563"/>
                  </a:lnTo>
                  <a:lnTo>
                    <a:pt x="170497" y="1833563"/>
                  </a:lnTo>
                  <a:lnTo>
                    <a:pt x="175260" y="1834515"/>
                  </a:lnTo>
                  <a:lnTo>
                    <a:pt x="179070" y="1834515"/>
                  </a:lnTo>
                  <a:lnTo>
                    <a:pt x="183832" y="1834515"/>
                  </a:lnTo>
                  <a:lnTo>
                    <a:pt x="188595" y="1835468"/>
                  </a:lnTo>
                  <a:lnTo>
                    <a:pt x="193357" y="1835468"/>
                  </a:lnTo>
                  <a:lnTo>
                    <a:pt x="198120" y="1835468"/>
                  </a:lnTo>
                  <a:lnTo>
                    <a:pt x="201930" y="1835468"/>
                  </a:lnTo>
                  <a:lnTo>
                    <a:pt x="206692" y="1836420"/>
                  </a:lnTo>
                  <a:lnTo>
                    <a:pt x="210503" y="1836420"/>
                  </a:lnTo>
                  <a:lnTo>
                    <a:pt x="215265" y="1836420"/>
                  </a:lnTo>
                  <a:lnTo>
                    <a:pt x="220028" y="1837372"/>
                  </a:lnTo>
                  <a:lnTo>
                    <a:pt x="224790" y="1837372"/>
                  </a:lnTo>
                  <a:lnTo>
                    <a:pt x="228600" y="1837372"/>
                  </a:lnTo>
                  <a:lnTo>
                    <a:pt x="233362" y="1838325"/>
                  </a:lnTo>
                  <a:lnTo>
                    <a:pt x="237172" y="1838325"/>
                  </a:lnTo>
                  <a:lnTo>
                    <a:pt x="241935" y="1839278"/>
                  </a:lnTo>
                  <a:lnTo>
                    <a:pt x="246697" y="1839278"/>
                  </a:lnTo>
                  <a:lnTo>
                    <a:pt x="251460" y="1839278"/>
                  </a:lnTo>
                  <a:lnTo>
                    <a:pt x="256222" y="1840230"/>
                  </a:lnTo>
                  <a:lnTo>
                    <a:pt x="260032" y="1840230"/>
                  </a:lnTo>
                  <a:lnTo>
                    <a:pt x="264795" y="1841182"/>
                  </a:lnTo>
                  <a:lnTo>
                    <a:pt x="269557" y="1841182"/>
                  </a:lnTo>
                  <a:lnTo>
                    <a:pt x="274320" y="1842135"/>
                  </a:lnTo>
                  <a:lnTo>
                    <a:pt x="278130" y="1842135"/>
                  </a:lnTo>
                  <a:lnTo>
                    <a:pt x="282892" y="1842135"/>
                  </a:lnTo>
                  <a:lnTo>
                    <a:pt x="287655" y="1843088"/>
                  </a:lnTo>
                  <a:lnTo>
                    <a:pt x="291465" y="1844040"/>
                  </a:lnTo>
                  <a:lnTo>
                    <a:pt x="296228" y="1844040"/>
                  </a:lnTo>
                  <a:lnTo>
                    <a:pt x="300990" y="1844993"/>
                  </a:lnTo>
                  <a:lnTo>
                    <a:pt x="305753" y="1844993"/>
                  </a:lnTo>
                  <a:lnTo>
                    <a:pt x="309562" y="1844993"/>
                  </a:lnTo>
                  <a:lnTo>
                    <a:pt x="314325" y="1845945"/>
                  </a:lnTo>
                  <a:lnTo>
                    <a:pt x="318135" y="1846898"/>
                  </a:lnTo>
                  <a:lnTo>
                    <a:pt x="322897" y="1846898"/>
                  </a:lnTo>
                  <a:lnTo>
                    <a:pt x="327660" y="1847850"/>
                  </a:lnTo>
                  <a:lnTo>
                    <a:pt x="332422" y="1847850"/>
                  </a:lnTo>
                  <a:lnTo>
                    <a:pt x="337185" y="1847850"/>
                  </a:lnTo>
                  <a:lnTo>
                    <a:pt x="340995" y="1848802"/>
                  </a:lnTo>
                  <a:lnTo>
                    <a:pt x="345757" y="1849755"/>
                  </a:lnTo>
                  <a:lnTo>
                    <a:pt x="350520" y="1849755"/>
                  </a:lnTo>
                  <a:lnTo>
                    <a:pt x="355282" y="1850707"/>
                  </a:lnTo>
                  <a:lnTo>
                    <a:pt x="359092" y="1850707"/>
                  </a:lnTo>
                  <a:lnTo>
                    <a:pt x="363855" y="1851660"/>
                  </a:lnTo>
                  <a:lnTo>
                    <a:pt x="367665" y="1851660"/>
                  </a:lnTo>
                  <a:lnTo>
                    <a:pt x="372428" y="1852613"/>
                  </a:lnTo>
                  <a:lnTo>
                    <a:pt x="377190" y="1852613"/>
                  </a:lnTo>
                  <a:lnTo>
                    <a:pt x="381953" y="1853565"/>
                  </a:lnTo>
                  <a:lnTo>
                    <a:pt x="386715" y="1853565"/>
                  </a:lnTo>
                  <a:lnTo>
                    <a:pt x="390525" y="1853565"/>
                  </a:lnTo>
                  <a:lnTo>
                    <a:pt x="395288" y="1854518"/>
                  </a:lnTo>
                  <a:lnTo>
                    <a:pt x="399097" y="1854518"/>
                  </a:lnTo>
                  <a:lnTo>
                    <a:pt x="403860" y="1855470"/>
                  </a:lnTo>
                  <a:lnTo>
                    <a:pt x="408622" y="1856422"/>
                  </a:lnTo>
                  <a:lnTo>
                    <a:pt x="413385" y="1856422"/>
                  </a:lnTo>
                  <a:lnTo>
                    <a:pt x="417195" y="1856422"/>
                  </a:lnTo>
                  <a:lnTo>
                    <a:pt x="421957" y="1857375"/>
                  </a:lnTo>
                  <a:lnTo>
                    <a:pt x="426720" y="1857375"/>
                  </a:lnTo>
                  <a:lnTo>
                    <a:pt x="431482" y="1858328"/>
                  </a:lnTo>
                  <a:lnTo>
                    <a:pt x="436245" y="1858328"/>
                  </a:lnTo>
                  <a:lnTo>
                    <a:pt x="440055" y="1858328"/>
                  </a:lnTo>
                  <a:lnTo>
                    <a:pt x="444817" y="1859280"/>
                  </a:lnTo>
                  <a:lnTo>
                    <a:pt x="448628" y="1859280"/>
                  </a:lnTo>
                  <a:lnTo>
                    <a:pt x="453390" y="1859280"/>
                  </a:lnTo>
                  <a:lnTo>
                    <a:pt x="458153" y="1860232"/>
                  </a:lnTo>
                  <a:lnTo>
                    <a:pt x="462915" y="1860232"/>
                  </a:lnTo>
                  <a:lnTo>
                    <a:pt x="466725" y="1860232"/>
                  </a:lnTo>
                  <a:lnTo>
                    <a:pt x="471488" y="1861185"/>
                  </a:lnTo>
                  <a:lnTo>
                    <a:pt x="475297" y="1861185"/>
                  </a:lnTo>
                  <a:lnTo>
                    <a:pt x="480060" y="1861185"/>
                  </a:lnTo>
                  <a:lnTo>
                    <a:pt x="484822" y="1862138"/>
                  </a:lnTo>
                  <a:lnTo>
                    <a:pt x="489585" y="1862138"/>
                  </a:lnTo>
                  <a:lnTo>
                    <a:pt x="494347" y="1862138"/>
                  </a:lnTo>
                  <a:lnTo>
                    <a:pt x="498157" y="1862138"/>
                  </a:lnTo>
                  <a:lnTo>
                    <a:pt x="502920" y="1862138"/>
                  </a:lnTo>
                  <a:lnTo>
                    <a:pt x="507682" y="1862138"/>
                  </a:lnTo>
                  <a:lnTo>
                    <a:pt x="512445" y="1862138"/>
                  </a:lnTo>
                  <a:lnTo>
                    <a:pt x="516255" y="1863090"/>
                  </a:lnTo>
                  <a:lnTo>
                    <a:pt x="521017" y="1863090"/>
                  </a:lnTo>
                  <a:lnTo>
                    <a:pt x="525780" y="1863090"/>
                  </a:lnTo>
                  <a:lnTo>
                    <a:pt x="529590" y="1863090"/>
                  </a:lnTo>
                  <a:lnTo>
                    <a:pt x="534353" y="1863090"/>
                  </a:lnTo>
                  <a:lnTo>
                    <a:pt x="539115" y="1863090"/>
                  </a:lnTo>
                  <a:lnTo>
                    <a:pt x="543878" y="1863090"/>
                  </a:lnTo>
                  <a:lnTo>
                    <a:pt x="547688" y="1863090"/>
                  </a:lnTo>
                  <a:lnTo>
                    <a:pt x="552450" y="1863090"/>
                  </a:lnTo>
                  <a:lnTo>
                    <a:pt x="556260" y="1863090"/>
                  </a:lnTo>
                  <a:lnTo>
                    <a:pt x="561022" y="1863090"/>
                  </a:lnTo>
                  <a:lnTo>
                    <a:pt x="565785" y="1863090"/>
                  </a:lnTo>
                  <a:lnTo>
                    <a:pt x="570547" y="1862138"/>
                  </a:lnTo>
                  <a:lnTo>
                    <a:pt x="575310" y="1862138"/>
                  </a:lnTo>
                  <a:lnTo>
                    <a:pt x="579120" y="1862138"/>
                  </a:lnTo>
                  <a:lnTo>
                    <a:pt x="583882" y="1862138"/>
                  </a:lnTo>
                  <a:lnTo>
                    <a:pt x="587692" y="1862138"/>
                  </a:lnTo>
                  <a:lnTo>
                    <a:pt x="592455" y="1862138"/>
                  </a:lnTo>
                  <a:lnTo>
                    <a:pt x="597217" y="1861185"/>
                  </a:lnTo>
                  <a:lnTo>
                    <a:pt x="601980" y="1861185"/>
                  </a:lnTo>
                  <a:lnTo>
                    <a:pt x="605790" y="1861185"/>
                  </a:lnTo>
                  <a:lnTo>
                    <a:pt x="610553" y="1860232"/>
                  </a:lnTo>
                  <a:lnTo>
                    <a:pt x="615315" y="1860232"/>
                  </a:lnTo>
                  <a:lnTo>
                    <a:pt x="620078" y="1859280"/>
                  </a:lnTo>
                  <a:lnTo>
                    <a:pt x="624840" y="1859280"/>
                  </a:lnTo>
                  <a:lnTo>
                    <a:pt x="628650" y="1859280"/>
                  </a:lnTo>
                  <a:lnTo>
                    <a:pt x="633412" y="1858328"/>
                  </a:lnTo>
                  <a:lnTo>
                    <a:pt x="637222" y="1858328"/>
                  </a:lnTo>
                  <a:lnTo>
                    <a:pt x="641985" y="1857375"/>
                  </a:lnTo>
                  <a:lnTo>
                    <a:pt x="646747" y="1857375"/>
                  </a:lnTo>
                  <a:lnTo>
                    <a:pt x="651510" y="1856422"/>
                  </a:lnTo>
                  <a:lnTo>
                    <a:pt x="655320" y="1856422"/>
                  </a:lnTo>
                  <a:lnTo>
                    <a:pt x="660082" y="1855470"/>
                  </a:lnTo>
                  <a:lnTo>
                    <a:pt x="663892" y="1854518"/>
                  </a:lnTo>
                  <a:lnTo>
                    <a:pt x="668655" y="1853565"/>
                  </a:lnTo>
                  <a:lnTo>
                    <a:pt x="673417" y="1853565"/>
                  </a:lnTo>
                  <a:lnTo>
                    <a:pt x="678180" y="1852613"/>
                  </a:lnTo>
                  <a:lnTo>
                    <a:pt x="682942" y="1851660"/>
                  </a:lnTo>
                  <a:lnTo>
                    <a:pt x="686753" y="1851660"/>
                  </a:lnTo>
                  <a:lnTo>
                    <a:pt x="691515" y="1850707"/>
                  </a:lnTo>
                  <a:lnTo>
                    <a:pt x="696278" y="1849755"/>
                  </a:lnTo>
                  <a:lnTo>
                    <a:pt x="701040" y="1848802"/>
                  </a:lnTo>
                  <a:lnTo>
                    <a:pt x="704850" y="1847850"/>
                  </a:lnTo>
                  <a:lnTo>
                    <a:pt x="709612" y="1847850"/>
                  </a:lnTo>
                  <a:lnTo>
                    <a:pt x="713422" y="1846898"/>
                  </a:lnTo>
                  <a:lnTo>
                    <a:pt x="718185" y="1845945"/>
                  </a:lnTo>
                  <a:lnTo>
                    <a:pt x="722947" y="1844993"/>
                  </a:lnTo>
                  <a:lnTo>
                    <a:pt x="727710" y="1844040"/>
                  </a:lnTo>
                  <a:lnTo>
                    <a:pt x="732472" y="1843088"/>
                  </a:lnTo>
                  <a:lnTo>
                    <a:pt x="736282" y="1842135"/>
                  </a:lnTo>
                  <a:lnTo>
                    <a:pt x="741045" y="1841182"/>
                  </a:lnTo>
                  <a:lnTo>
                    <a:pt x="744855" y="1840230"/>
                  </a:lnTo>
                  <a:lnTo>
                    <a:pt x="749617" y="1839278"/>
                  </a:lnTo>
                  <a:lnTo>
                    <a:pt x="754380" y="1838325"/>
                  </a:lnTo>
                  <a:lnTo>
                    <a:pt x="759142" y="1837372"/>
                  </a:lnTo>
                  <a:lnTo>
                    <a:pt x="763905" y="1836420"/>
                  </a:lnTo>
                  <a:lnTo>
                    <a:pt x="767715" y="1835468"/>
                  </a:lnTo>
                  <a:lnTo>
                    <a:pt x="772478" y="1834515"/>
                  </a:lnTo>
                  <a:lnTo>
                    <a:pt x="777240" y="1833563"/>
                  </a:lnTo>
                  <a:lnTo>
                    <a:pt x="782003" y="1832610"/>
                  </a:lnTo>
                  <a:lnTo>
                    <a:pt x="785812" y="1830705"/>
                  </a:lnTo>
                  <a:lnTo>
                    <a:pt x="790575" y="1829752"/>
                  </a:lnTo>
                  <a:lnTo>
                    <a:pt x="794385" y="1828800"/>
                  </a:lnTo>
                  <a:lnTo>
                    <a:pt x="799147" y="1827848"/>
                  </a:lnTo>
                  <a:lnTo>
                    <a:pt x="803910" y="1826895"/>
                  </a:lnTo>
                  <a:lnTo>
                    <a:pt x="808672" y="1825943"/>
                  </a:lnTo>
                  <a:lnTo>
                    <a:pt x="813435" y="1824990"/>
                  </a:lnTo>
                  <a:lnTo>
                    <a:pt x="817245" y="1823085"/>
                  </a:lnTo>
                  <a:lnTo>
                    <a:pt x="822007" y="1822132"/>
                  </a:lnTo>
                  <a:lnTo>
                    <a:pt x="825817" y="1821180"/>
                  </a:lnTo>
                  <a:lnTo>
                    <a:pt x="830580" y="1820228"/>
                  </a:lnTo>
                  <a:lnTo>
                    <a:pt x="835342" y="1819275"/>
                  </a:lnTo>
                  <a:lnTo>
                    <a:pt x="840105" y="1817370"/>
                  </a:lnTo>
                  <a:lnTo>
                    <a:pt x="843915" y="1816418"/>
                  </a:lnTo>
                  <a:lnTo>
                    <a:pt x="848678" y="1815465"/>
                  </a:lnTo>
                  <a:lnTo>
                    <a:pt x="853440" y="1814513"/>
                  </a:lnTo>
                  <a:lnTo>
                    <a:pt x="858203" y="1813560"/>
                  </a:lnTo>
                  <a:lnTo>
                    <a:pt x="862965" y="1811655"/>
                  </a:lnTo>
                  <a:lnTo>
                    <a:pt x="866775" y="1810702"/>
                  </a:lnTo>
                  <a:lnTo>
                    <a:pt x="871538" y="1809750"/>
                  </a:lnTo>
                  <a:lnTo>
                    <a:pt x="875347" y="1808798"/>
                  </a:lnTo>
                  <a:lnTo>
                    <a:pt x="880110" y="1806893"/>
                  </a:lnTo>
                  <a:lnTo>
                    <a:pt x="884872" y="1805940"/>
                  </a:lnTo>
                  <a:lnTo>
                    <a:pt x="889635" y="1804988"/>
                  </a:lnTo>
                  <a:lnTo>
                    <a:pt x="893445" y="1804035"/>
                  </a:lnTo>
                  <a:lnTo>
                    <a:pt x="898207" y="1803082"/>
                  </a:lnTo>
                  <a:lnTo>
                    <a:pt x="902017" y="1802130"/>
                  </a:lnTo>
                  <a:lnTo>
                    <a:pt x="906780" y="1801178"/>
                  </a:lnTo>
                  <a:lnTo>
                    <a:pt x="911542" y="1799272"/>
                  </a:lnTo>
                  <a:lnTo>
                    <a:pt x="916305" y="1798320"/>
                  </a:lnTo>
                  <a:lnTo>
                    <a:pt x="921067" y="1797368"/>
                  </a:lnTo>
                  <a:lnTo>
                    <a:pt x="924878" y="1796415"/>
                  </a:lnTo>
                  <a:lnTo>
                    <a:pt x="929640" y="1795463"/>
                  </a:lnTo>
                  <a:lnTo>
                    <a:pt x="934403" y="1794510"/>
                  </a:lnTo>
                  <a:lnTo>
                    <a:pt x="939165" y="1793557"/>
                  </a:lnTo>
                  <a:lnTo>
                    <a:pt x="942975" y="1792605"/>
                  </a:lnTo>
                  <a:lnTo>
                    <a:pt x="947738" y="1791652"/>
                  </a:lnTo>
                  <a:lnTo>
                    <a:pt x="951547" y="1790700"/>
                  </a:lnTo>
                  <a:lnTo>
                    <a:pt x="956310" y="1789748"/>
                  </a:lnTo>
                  <a:lnTo>
                    <a:pt x="961072" y="1788795"/>
                  </a:lnTo>
                  <a:lnTo>
                    <a:pt x="965835" y="1787843"/>
                  </a:lnTo>
                  <a:lnTo>
                    <a:pt x="970597" y="1786890"/>
                  </a:lnTo>
                  <a:lnTo>
                    <a:pt x="974407" y="1785938"/>
                  </a:lnTo>
                  <a:lnTo>
                    <a:pt x="979170" y="1785938"/>
                  </a:lnTo>
                  <a:lnTo>
                    <a:pt x="982980" y="1784985"/>
                  </a:lnTo>
                  <a:lnTo>
                    <a:pt x="987742" y="1784032"/>
                  </a:lnTo>
                  <a:lnTo>
                    <a:pt x="992505" y="1783080"/>
                  </a:lnTo>
                  <a:lnTo>
                    <a:pt x="997267" y="1782128"/>
                  </a:lnTo>
                  <a:lnTo>
                    <a:pt x="1001078" y="1782128"/>
                  </a:lnTo>
                  <a:lnTo>
                    <a:pt x="1005840" y="1781175"/>
                  </a:lnTo>
                  <a:lnTo>
                    <a:pt x="1010603" y="1780222"/>
                  </a:lnTo>
                  <a:lnTo>
                    <a:pt x="1014412" y="1780222"/>
                  </a:lnTo>
                  <a:lnTo>
                    <a:pt x="1019175" y="1779270"/>
                  </a:lnTo>
                  <a:lnTo>
                    <a:pt x="1023938" y="1779270"/>
                  </a:lnTo>
                  <a:lnTo>
                    <a:pt x="1028700" y="1778318"/>
                  </a:lnTo>
                  <a:lnTo>
                    <a:pt x="1032510" y="1778318"/>
                  </a:lnTo>
                  <a:lnTo>
                    <a:pt x="1037272" y="1777365"/>
                  </a:lnTo>
                  <a:lnTo>
                    <a:pt x="1042035" y="1777365"/>
                  </a:lnTo>
                  <a:lnTo>
                    <a:pt x="1046797" y="1776413"/>
                  </a:lnTo>
                  <a:lnTo>
                    <a:pt x="1051560" y="1776413"/>
                  </a:lnTo>
                  <a:lnTo>
                    <a:pt x="1055370" y="1776413"/>
                  </a:lnTo>
                  <a:lnTo>
                    <a:pt x="1060132" y="1775460"/>
                  </a:lnTo>
                  <a:lnTo>
                    <a:pt x="1063942" y="1775460"/>
                  </a:lnTo>
                  <a:lnTo>
                    <a:pt x="1068705" y="1775460"/>
                  </a:lnTo>
                  <a:lnTo>
                    <a:pt x="1073467" y="1775460"/>
                  </a:lnTo>
                  <a:lnTo>
                    <a:pt x="1078230" y="1775460"/>
                  </a:lnTo>
                  <a:lnTo>
                    <a:pt x="1082040" y="1775460"/>
                  </a:lnTo>
                  <a:lnTo>
                    <a:pt x="1086803" y="1775460"/>
                  </a:lnTo>
                  <a:lnTo>
                    <a:pt x="1090612" y="1775460"/>
                  </a:lnTo>
                  <a:lnTo>
                    <a:pt x="1095375" y="1775460"/>
                  </a:lnTo>
                  <a:lnTo>
                    <a:pt x="1100138" y="1775460"/>
                  </a:lnTo>
                  <a:lnTo>
                    <a:pt x="1104900" y="1775460"/>
                  </a:lnTo>
                  <a:lnTo>
                    <a:pt x="1109662" y="1775460"/>
                  </a:lnTo>
                  <a:lnTo>
                    <a:pt x="1113472" y="1775460"/>
                  </a:lnTo>
                  <a:lnTo>
                    <a:pt x="1118235" y="1775460"/>
                  </a:lnTo>
                  <a:lnTo>
                    <a:pt x="1122997" y="1776413"/>
                  </a:lnTo>
                  <a:lnTo>
                    <a:pt x="1127760" y="1776413"/>
                  </a:lnTo>
                  <a:lnTo>
                    <a:pt x="1131570" y="1776413"/>
                  </a:lnTo>
                  <a:lnTo>
                    <a:pt x="1136332" y="1777365"/>
                  </a:lnTo>
                  <a:lnTo>
                    <a:pt x="1140142" y="1777365"/>
                  </a:lnTo>
                  <a:lnTo>
                    <a:pt x="1144905" y="1778318"/>
                  </a:lnTo>
                  <a:lnTo>
                    <a:pt x="1149667" y="1778318"/>
                  </a:lnTo>
                  <a:lnTo>
                    <a:pt x="1154430" y="1779270"/>
                  </a:lnTo>
                  <a:lnTo>
                    <a:pt x="1159192" y="1780222"/>
                  </a:lnTo>
                  <a:lnTo>
                    <a:pt x="1163003" y="1780222"/>
                  </a:lnTo>
                  <a:lnTo>
                    <a:pt x="1167765" y="1781175"/>
                  </a:lnTo>
                  <a:lnTo>
                    <a:pt x="1171575" y="1781175"/>
                  </a:lnTo>
                  <a:lnTo>
                    <a:pt x="1176338" y="1782128"/>
                  </a:lnTo>
                  <a:lnTo>
                    <a:pt x="1181100" y="1783080"/>
                  </a:lnTo>
                  <a:lnTo>
                    <a:pt x="1185862" y="1784032"/>
                  </a:lnTo>
                  <a:lnTo>
                    <a:pt x="1189672" y="1784985"/>
                  </a:lnTo>
                  <a:lnTo>
                    <a:pt x="1194435" y="1785938"/>
                  </a:lnTo>
                  <a:lnTo>
                    <a:pt x="1199197" y="1786890"/>
                  </a:lnTo>
                  <a:lnTo>
                    <a:pt x="1203960" y="1787843"/>
                  </a:lnTo>
                  <a:lnTo>
                    <a:pt x="1208722" y="1788795"/>
                  </a:lnTo>
                  <a:lnTo>
                    <a:pt x="1212532" y="1789748"/>
                  </a:lnTo>
                  <a:lnTo>
                    <a:pt x="1217295" y="1790700"/>
                  </a:lnTo>
                  <a:lnTo>
                    <a:pt x="1221105" y="1791652"/>
                  </a:lnTo>
                  <a:lnTo>
                    <a:pt x="1225867" y="1792605"/>
                  </a:lnTo>
                  <a:lnTo>
                    <a:pt x="1230630" y="1793557"/>
                  </a:lnTo>
                  <a:lnTo>
                    <a:pt x="1235392" y="1795463"/>
                  </a:lnTo>
                  <a:lnTo>
                    <a:pt x="1239203" y="1796415"/>
                  </a:lnTo>
                  <a:lnTo>
                    <a:pt x="1243965" y="1797368"/>
                  </a:lnTo>
                  <a:lnTo>
                    <a:pt x="1248728" y="1798320"/>
                  </a:lnTo>
                  <a:lnTo>
                    <a:pt x="1252538" y="1800225"/>
                  </a:lnTo>
                  <a:lnTo>
                    <a:pt x="1257300" y="1801178"/>
                  </a:lnTo>
                  <a:lnTo>
                    <a:pt x="1262062" y="1802130"/>
                  </a:lnTo>
                  <a:lnTo>
                    <a:pt x="1266825" y="1804035"/>
                  </a:lnTo>
                  <a:lnTo>
                    <a:pt x="1270635" y="1804988"/>
                  </a:lnTo>
                  <a:lnTo>
                    <a:pt x="1275397" y="1806893"/>
                  </a:lnTo>
                  <a:lnTo>
                    <a:pt x="1280160" y="1807845"/>
                  </a:lnTo>
                  <a:lnTo>
                    <a:pt x="1284922" y="1809750"/>
                  </a:lnTo>
                  <a:lnTo>
                    <a:pt x="1289685" y="1810702"/>
                  </a:lnTo>
                  <a:lnTo>
                    <a:pt x="1293495" y="1812607"/>
                  </a:lnTo>
                  <a:lnTo>
                    <a:pt x="1298257" y="1813560"/>
                  </a:lnTo>
                  <a:lnTo>
                    <a:pt x="1302067" y="1815465"/>
                  </a:lnTo>
                  <a:lnTo>
                    <a:pt x="1306830" y="1816418"/>
                  </a:lnTo>
                  <a:lnTo>
                    <a:pt x="1311592" y="1818322"/>
                  </a:lnTo>
                  <a:lnTo>
                    <a:pt x="1316355" y="1819275"/>
                  </a:lnTo>
                  <a:lnTo>
                    <a:pt x="1320165" y="1821180"/>
                  </a:lnTo>
                  <a:lnTo>
                    <a:pt x="1324928" y="1822132"/>
                  </a:lnTo>
                  <a:lnTo>
                    <a:pt x="1328738" y="1824038"/>
                  </a:lnTo>
                  <a:lnTo>
                    <a:pt x="1333500" y="1824990"/>
                  </a:lnTo>
                  <a:lnTo>
                    <a:pt x="1338262" y="1826895"/>
                  </a:lnTo>
                  <a:lnTo>
                    <a:pt x="1343025" y="1828800"/>
                  </a:lnTo>
                  <a:lnTo>
                    <a:pt x="1347788" y="1829752"/>
                  </a:lnTo>
                  <a:lnTo>
                    <a:pt x="1351597" y="1831657"/>
                  </a:lnTo>
                  <a:lnTo>
                    <a:pt x="1356360" y="1832610"/>
                  </a:lnTo>
                  <a:lnTo>
                    <a:pt x="1360170" y="1834515"/>
                  </a:lnTo>
                  <a:lnTo>
                    <a:pt x="1364932" y="1835468"/>
                  </a:lnTo>
                  <a:lnTo>
                    <a:pt x="1369695" y="1837372"/>
                  </a:lnTo>
                  <a:lnTo>
                    <a:pt x="1374457" y="1838325"/>
                  </a:lnTo>
                  <a:lnTo>
                    <a:pt x="1378267" y="1840230"/>
                  </a:lnTo>
                  <a:lnTo>
                    <a:pt x="1383030" y="1841182"/>
                  </a:lnTo>
                  <a:lnTo>
                    <a:pt x="1387792" y="1843088"/>
                  </a:lnTo>
                  <a:lnTo>
                    <a:pt x="1392555" y="1844040"/>
                  </a:lnTo>
                  <a:lnTo>
                    <a:pt x="1397317" y="1844993"/>
                  </a:lnTo>
                  <a:lnTo>
                    <a:pt x="1401128" y="1846898"/>
                  </a:lnTo>
                  <a:lnTo>
                    <a:pt x="1405890" y="1847850"/>
                  </a:lnTo>
                  <a:lnTo>
                    <a:pt x="1409700" y="1848802"/>
                  </a:lnTo>
                  <a:lnTo>
                    <a:pt x="1414462" y="1850707"/>
                  </a:lnTo>
                  <a:lnTo>
                    <a:pt x="1419225" y="1851660"/>
                  </a:lnTo>
                  <a:lnTo>
                    <a:pt x="1423988" y="1852613"/>
                  </a:lnTo>
                  <a:lnTo>
                    <a:pt x="1427797" y="1853565"/>
                  </a:lnTo>
                  <a:lnTo>
                    <a:pt x="1432560" y="1854518"/>
                  </a:lnTo>
                  <a:lnTo>
                    <a:pt x="1437322" y="1855470"/>
                  </a:lnTo>
                  <a:lnTo>
                    <a:pt x="1441132" y="1856422"/>
                  </a:lnTo>
                  <a:lnTo>
                    <a:pt x="1445895" y="1857375"/>
                  </a:lnTo>
                  <a:lnTo>
                    <a:pt x="1450657" y="1858328"/>
                  </a:lnTo>
                  <a:lnTo>
                    <a:pt x="1455420" y="1859280"/>
                  </a:lnTo>
                  <a:lnTo>
                    <a:pt x="1459230" y="1859280"/>
                  </a:lnTo>
                  <a:lnTo>
                    <a:pt x="1463992" y="1860232"/>
                  </a:lnTo>
                  <a:lnTo>
                    <a:pt x="1468755" y="1861185"/>
                  </a:lnTo>
                  <a:lnTo>
                    <a:pt x="1473517" y="1861185"/>
                  </a:lnTo>
                  <a:lnTo>
                    <a:pt x="1477328" y="1862138"/>
                  </a:lnTo>
                  <a:lnTo>
                    <a:pt x="1482090" y="1862138"/>
                  </a:lnTo>
                  <a:lnTo>
                    <a:pt x="1486853" y="1862138"/>
                  </a:lnTo>
                  <a:lnTo>
                    <a:pt x="1490662" y="1863090"/>
                  </a:lnTo>
                  <a:lnTo>
                    <a:pt x="1495425" y="1863090"/>
                  </a:lnTo>
                  <a:lnTo>
                    <a:pt x="1500188" y="1863090"/>
                  </a:lnTo>
                  <a:lnTo>
                    <a:pt x="1504950" y="1863090"/>
                  </a:lnTo>
                  <a:lnTo>
                    <a:pt x="1508760" y="1863090"/>
                  </a:lnTo>
                  <a:lnTo>
                    <a:pt x="1513522" y="1863090"/>
                  </a:lnTo>
                  <a:lnTo>
                    <a:pt x="1517332" y="1862138"/>
                  </a:lnTo>
                  <a:lnTo>
                    <a:pt x="1522095" y="1862138"/>
                  </a:lnTo>
                  <a:lnTo>
                    <a:pt x="1526857" y="1862138"/>
                  </a:lnTo>
                  <a:lnTo>
                    <a:pt x="1531620" y="1861185"/>
                  </a:lnTo>
                  <a:lnTo>
                    <a:pt x="1536382" y="1861185"/>
                  </a:lnTo>
                  <a:lnTo>
                    <a:pt x="1540192" y="1860232"/>
                  </a:lnTo>
                  <a:lnTo>
                    <a:pt x="1544955" y="1859280"/>
                  </a:lnTo>
                  <a:lnTo>
                    <a:pt x="1549717" y="1858328"/>
                  </a:lnTo>
                  <a:lnTo>
                    <a:pt x="1554480" y="1857375"/>
                  </a:lnTo>
                  <a:lnTo>
                    <a:pt x="1558290" y="1856422"/>
                  </a:lnTo>
                  <a:lnTo>
                    <a:pt x="1563053" y="1855470"/>
                  </a:lnTo>
                  <a:lnTo>
                    <a:pt x="1566862" y="1853565"/>
                  </a:lnTo>
                  <a:lnTo>
                    <a:pt x="1571625" y="1852613"/>
                  </a:lnTo>
                  <a:lnTo>
                    <a:pt x="1576388" y="1850707"/>
                  </a:lnTo>
                  <a:lnTo>
                    <a:pt x="1581150" y="1848802"/>
                  </a:lnTo>
                  <a:lnTo>
                    <a:pt x="1585912" y="1846898"/>
                  </a:lnTo>
                  <a:lnTo>
                    <a:pt x="1589722" y="1844993"/>
                  </a:lnTo>
                  <a:lnTo>
                    <a:pt x="1594485" y="1843088"/>
                  </a:lnTo>
                  <a:lnTo>
                    <a:pt x="1598295" y="1841182"/>
                  </a:lnTo>
                  <a:lnTo>
                    <a:pt x="1603057" y="1839278"/>
                  </a:lnTo>
                  <a:lnTo>
                    <a:pt x="1607820" y="1836420"/>
                  </a:lnTo>
                  <a:lnTo>
                    <a:pt x="1612582" y="1833563"/>
                  </a:lnTo>
                  <a:lnTo>
                    <a:pt x="1616392" y="1830705"/>
                  </a:lnTo>
                  <a:lnTo>
                    <a:pt x="1621155" y="1828800"/>
                  </a:lnTo>
                  <a:lnTo>
                    <a:pt x="1625917" y="1824990"/>
                  </a:lnTo>
                  <a:lnTo>
                    <a:pt x="1630680" y="1822132"/>
                  </a:lnTo>
                  <a:lnTo>
                    <a:pt x="1635442" y="1819275"/>
                  </a:lnTo>
                  <a:lnTo>
                    <a:pt x="1639253" y="1816418"/>
                  </a:lnTo>
                  <a:lnTo>
                    <a:pt x="1644015" y="1812607"/>
                  </a:lnTo>
                  <a:lnTo>
                    <a:pt x="1647825" y="1808798"/>
                  </a:lnTo>
                  <a:lnTo>
                    <a:pt x="1652588" y="1804988"/>
                  </a:lnTo>
                  <a:lnTo>
                    <a:pt x="1657350" y="1801178"/>
                  </a:lnTo>
                  <a:lnTo>
                    <a:pt x="1662112" y="1796415"/>
                  </a:lnTo>
                  <a:lnTo>
                    <a:pt x="1665922" y="1792605"/>
                  </a:lnTo>
                  <a:lnTo>
                    <a:pt x="1670685" y="1787843"/>
                  </a:lnTo>
                  <a:lnTo>
                    <a:pt x="1675447" y="1784032"/>
                  </a:lnTo>
                  <a:lnTo>
                    <a:pt x="1679257" y="1779270"/>
                  </a:lnTo>
                  <a:lnTo>
                    <a:pt x="1684020" y="1774507"/>
                  </a:lnTo>
                  <a:lnTo>
                    <a:pt x="1688782" y="1769745"/>
                  </a:lnTo>
                  <a:lnTo>
                    <a:pt x="1693545" y="1764030"/>
                  </a:lnTo>
                  <a:lnTo>
                    <a:pt x="1697355" y="1758315"/>
                  </a:lnTo>
                  <a:lnTo>
                    <a:pt x="1702117" y="1753552"/>
                  </a:lnTo>
                  <a:lnTo>
                    <a:pt x="1705928" y="1747838"/>
                  </a:lnTo>
                  <a:lnTo>
                    <a:pt x="1710690" y="1742122"/>
                  </a:lnTo>
                  <a:lnTo>
                    <a:pt x="1715453" y="1736407"/>
                  </a:lnTo>
                  <a:lnTo>
                    <a:pt x="1720215" y="1729740"/>
                  </a:lnTo>
                  <a:lnTo>
                    <a:pt x="1724978" y="1724025"/>
                  </a:lnTo>
                  <a:lnTo>
                    <a:pt x="1728788" y="1717357"/>
                  </a:lnTo>
                  <a:lnTo>
                    <a:pt x="1733550" y="1710690"/>
                  </a:lnTo>
                  <a:lnTo>
                    <a:pt x="1738312" y="1704022"/>
                  </a:lnTo>
                  <a:lnTo>
                    <a:pt x="1743075" y="1697355"/>
                  </a:lnTo>
                  <a:lnTo>
                    <a:pt x="1746885" y="1689735"/>
                  </a:lnTo>
                  <a:lnTo>
                    <a:pt x="1751647" y="1683068"/>
                  </a:lnTo>
                  <a:lnTo>
                    <a:pt x="1755457" y="1675448"/>
                  </a:lnTo>
                  <a:lnTo>
                    <a:pt x="1760220" y="1667828"/>
                  </a:lnTo>
                  <a:lnTo>
                    <a:pt x="1764982" y="1660207"/>
                  </a:lnTo>
                  <a:lnTo>
                    <a:pt x="1769745" y="1652588"/>
                  </a:lnTo>
                  <a:lnTo>
                    <a:pt x="1774507" y="1644968"/>
                  </a:lnTo>
                  <a:lnTo>
                    <a:pt x="1778317" y="1636395"/>
                  </a:lnTo>
                  <a:lnTo>
                    <a:pt x="1783080" y="1627822"/>
                  </a:lnTo>
                  <a:lnTo>
                    <a:pt x="1786890" y="1619250"/>
                  </a:lnTo>
                  <a:lnTo>
                    <a:pt x="1791653" y="1610678"/>
                  </a:lnTo>
                  <a:lnTo>
                    <a:pt x="1796415" y="1602105"/>
                  </a:lnTo>
                  <a:lnTo>
                    <a:pt x="1801178" y="1593532"/>
                  </a:lnTo>
                  <a:lnTo>
                    <a:pt x="1804988" y="1584007"/>
                  </a:lnTo>
                  <a:lnTo>
                    <a:pt x="1809750" y="1574482"/>
                  </a:lnTo>
                  <a:lnTo>
                    <a:pt x="1814512" y="1564957"/>
                  </a:lnTo>
                  <a:lnTo>
                    <a:pt x="1819275" y="1555432"/>
                  </a:lnTo>
                  <a:lnTo>
                    <a:pt x="1824038" y="1545907"/>
                  </a:lnTo>
                  <a:lnTo>
                    <a:pt x="1827847" y="1536382"/>
                  </a:lnTo>
                  <a:lnTo>
                    <a:pt x="1832610" y="1525905"/>
                  </a:lnTo>
                  <a:lnTo>
                    <a:pt x="1836420" y="1515428"/>
                  </a:lnTo>
                  <a:lnTo>
                    <a:pt x="1841182" y="1504950"/>
                  </a:lnTo>
                  <a:lnTo>
                    <a:pt x="1845945" y="1494472"/>
                  </a:lnTo>
                  <a:lnTo>
                    <a:pt x="1850707" y="1483995"/>
                  </a:lnTo>
                  <a:lnTo>
                    <a:pt x="1854517" y="1473518"/>
                  </a:lnTo>
                  <a:lnTo>
                    <a:pt x="1859280" y="1462088"/>
                  </a:lnTo>
                  <a:lnTo>
                    <a:pt x="1864042" y="1451610"/>
                  </a:lnTo>
                  <a:lnTo>
                    <a:pt x="1867853" y="1440180"/>
                  </a:lnTo>
                  <a:lnTo>
                    <a:pt x="1872615" y="1428750"/>
                  </a:lnTo>
                  <a:lnTo>
                    <a:pt x="1877378" y="1417320"/>
                  </a:lnTo>
                  <a:lnTo>
                    <a:pt x="1882140" y="1405890"/>
                  </a:lnTo>
                  <a:lnTo>
                    <a:pt x="1885950" y="1393507"/>
                  </a:lnTo>
                  <a:lnTo>
                    <a:pt x="1890712" y="1382078"/>
                  </a:lnTo>
                  <a:lnTo>
                    <a:pt x="1895475" y="1369695"/>
                  </a:lnTo>
                  <a:lnTo>
                    <a:pt x="1900238" y="1357313"/>
                  </a:lnTo>
                  <a:lnTo>
                    <a:pt x="1904047" y="1345882"/>
                  </a:lnTo>
                  <a:lnTo>
                    <a:pt x="1908810" y="1332548"/>
                  </a:lnTo>
                  <a:lnTo>
                    <a:pt x="1913572" y="1320165"/>
                  </a:lnTo>
                  <a:lnTo>
                    <a:pt x="1917382" y="1307782"/>
                  </a:lnTo>
                  <a:lnTo>
                    <a:pt x="1922145" y="1295400"/>
                  </a:lnTo>
                  <a:lnTo>
                    <a:pt x="1926907" y="1282065"/>
                  </a:lnTo>
                  <a:lnTo>
                    <a:pt x="1931670" y="1268730"/>
                  </a:lnTo>
                  <a:lnTo>
                    <a:pt x="1935480" y="1256348"/>
                  </a:lnTo>
                  <a:lnTo>
                    <a:pt x="1940242" y="1243013"/>
                  </a:lnTo>
                  <a:lnTo>
                    <a:pt x="1944053" y="1229678"/>
                  </a:lnTo>
                  <a:lnTo>
                    <a:pt x="1948815" y="1216343"/>
                  </a:lnTo>
                  <a:lnTo>
                    <a:pt x="1953578" y="1203007"/>
                  </a:lnTo>
                  <a:lnTo>
                    <a:pt x="1958340" y="1188720"/>
                  </a:lnTo>
                  <a:lnTo>
                    <a:pt x="1963103" y="1175385"/>
                  </a:lnTo>
                  <a:lnTo>
                    <a:pt x="1966912" y="1162050"/>
                  </a:lnTo>
                  <a:lnTo>
                    <a:pt x="1971675" y="1147763"/>
                  </a:lnTo>
                  <a:lnTo>
                    <a:pt x="1976438" y="1133475"/>
                  </a:lnTo>
                  <a:lnTo>
                    <a:pt x="1981200" y="1120140"/>
                  </a:lnTo>
                  <a:lnTo>
                    <a:pt x="1985010" y="1105852"/>
                  </a:lnTo>
                  <a:lnTo>
                    <a:pt x="1989772" y="1091565"/>
                  </a:lnTo>
                  <a:lnTo>
                    <a:pt x="1993582" y="1077278"/>
                  </a:lnTo>
                  <a:lnTo>
                    <a:pt x="1998345" y="1062990"/>
                  </a:lnTo>
                  <a:lnTo>
                    <a:pt x="2003107" y="1048702"/>
                  </a:lnTo>
                  <a:lnTo>
                    <a:pt x="2007870" y="1034415"/>
                  </a:lnTo>
                  <a:lnTo>
                    <a:pt x="2012632" y="1020128"/>
                  </a:lnTo>
                  <a:lnTo>
                    <a:pt x="2016442" y="1005840"/>
                  </a:lnTo>
                  <a:lnTo>
                    <a:pt x="2021205" y="990600"/>
                  </a:lnTo>
                  <a:lnTo>
                    <a:pt x="2025015" y="976313"/>
                  </a:lnTo>
                  <a:lnTo>
                    <a:pt x="2029778" y="962025"/>
                  </a:lnTo>
                  <a:lnTo>
                    <a:pt x="2034540" y="946785"/>
                  </a:lnTo>
                  <a:lnTo>
                    <a:pt x="2039303" y="932498"/>
                  </a:lnTo>
                  <a:lnTo>
                    <a:pt x="2043112" y="918210"/>
                  </a:lnTo>
                  <a:lnTo>
                    <a:pt x="2047875" y="902970"/>
                  </a:lnTo>
                  <a:lnTo>
                    <a:pt x="2052638" y="888682"/>
                  </a:lnTo>
                  <a:lnTo>
                    <a:pt x="2057400" y="873443"/>
                  </a:lnTo>
                  <a:lnTo>
                    <a:pt x="2062162" y="859155"/>
                  </a:lnTo>
                  <a:lnTo>
                    <a:pt x="2065972" y="843915"/>
                  </a:lnTo>
                  <a:lnTo>
                    <a:pt x="2070735" y="829628"/>
                  </a:lnTo>
                  <a:lnTo>
                    <a:pt x="2074545" y="814388"/>
                  </a:lnTo>
                  <a:lnTo>
                    <a:pt x="2079307" y="800100"/>
                  </a:lnTo>
                  <a:lnTo>
                    <a:pt x="2084070" y="784860"/>
                  </a:lnTo>
                  <a:lnTo>
                    <a:pt x="2088832" y="770572"/>
                  </a:lnTo>
                  <a:lnTo>
                    <a:pt x="2092642" y="755332"/>
                  </a:lnTo>
                  <a:lnTo>
                    <a:pt x="2097405" y="741045"/>
                  </a:lnTo>
                  <a:lnTo>
                    <a:pt x="2102167" y="726757"/>
                  </a:lnTo>
                  <a:lnTo>
                    <a:pt x="2105978" y="711518"/>
                  </a:lnTo>
                  <a:lnTo>
                    <a:pt x="2110740" y="697230"/>
                  </a:lnTo>
                  <a:lnTo>
                    <a:pt x="2115502" y="682943"/>
                  </a:lnTo>
                  <a:lnTo>
                    <a:pt x="2120265" y="667702"/>
                  </a:lnTo>
                  <a:lnTo>
                    <a:pt x="2124075" y="653415"/>
                  </a:lnTo>
                  <a:lnTo>
                    <a:pt x="2128838" y="639128"/>
                  </a:lnTo>
                  <a:lnTo>
                    <a:pt x="2132648" y="624840"/>
                  </a:lnTo>
                  <a:lnTo>
                    <a:pt x="2137410" y="610552"/>
                  </a:lnTo>
                  <a:lnTo>
                    <a:pt x="2142172" y="596265"/>
                  </a:lnTo>
                  <a:lnTo>
                    <a:pt x="2146935" y="582930"/>
                  </a:lnTo>
                  <a:lnTo>
                    <a:pt x="2151698" y="568643"/>
                  </a:lnTo>
                  <a:lnTo>
                    <a:pt x="2155507" y="554355"/>
                  </a:lnTo>
                  <a:lnTo>
                    <a:pt x="2160270" y="540068"/>
                  </a:lnTo>
                  <a:lnTo>
                    <a:pt x="2165032" y="526732"/>
                  </a:lnTo>
                  <a:lnTo>
                    <a:pt x="2169795" y="513398"/>
                  </a:lnTo>
                  <a:lnTo>
                    <a:pt x="2173605" y="500063"/>
                  </a:lnTo>
                  <a:lnTo>
                    <a:pt x="2178367" y="485775"/>
                  </a:lnTo>
                  <a:lnTo>
                    <a:pt x="2182178" y="472440"/>
                  </a:lnTo>
                  <a:lnTo>
                    <a:pt x="2186940" y="459105"/>
                  </a:lnTo>
                  <a:lnTo>
                    <a:pt x="2191702" y="446723"/>
                  </a:lnTo>
                  <a:lnTo>
                    <a:pt x="2196465" y="433388"/>
                  </a:lnTo>
                  <a:lnTo>
                    <a:pt x="2201228" y="420052"/>
                  </a:lnTo>
                  <a:lnTo>
                    <a:pt x="2205038" y="407670"/>
                  </a:lnTo>
                  <a:lnTo>
                    <a:pt x="2209800" y="395288"/>
                  </a:lnTo>
                  <a:lnTo>
                    <a:pt x="2213610" y="381952"/>
                  </a:lnTo>
                  <a:lnTo>
                    <a:pt x="2218372" y="369570"/>
                  </a:lnTo>
                  <a:lnTo>
                    <a:pt x="2223135" y="358140"/>
                  </a:lnTo>
                  <a:lnTo>
                    <a:pt x="2227898" y="345758"/>
                  </a:lnTo>
                  <a:lnTo>
                    <a:pt x="2231707" y="333375"/>
                  </a:lnTo>
                  <a:lnTo>
                    <a:pt x="2236470" y="321945"/>
                  </a:lnTo>
                  <a:lnTo>
                    <a:pt x="2241232" y="310515"/>
                  </a:lnTo>
                  <a:lnTo>
                    <a:pt x="2245995" y="299085"/>
                  </a:lnTo>
                  <a:lnTo>
                    <a:pt x="2250757" y="287655"/>
                  </a:lnTo>
                  <a:lnTo>
                    <a:pt x="2254567" y="276225"/>
                  </a:lnTo>
                  <a:lnTo>
                    <a:pt x="2259330" y="265748"/>
                  </a:lnTo>
                  <a:lnTo>
                    <a:pt x="2263140" y="254318"/>
                  </a:lnTo>
                  <a:lnTo>
                    <a:pt x="2267902" y="243840"/>
                  </a:lnTo>
                  <a:lnTo>
                    <a:pt x="2272665" y="233362"/>
                  </a:lnTo>
                  <a:lnTo>
                    <a:pt x="2277428" y="223838"/>
                  </a:lnTo>
                  <a:lnTo>
                    <a:pt x="2281238" y="213360"/>
                  </a:lnTo>
                  <a:lnTo>
                    <a:pt x="2286000" y="203835"/>
                  </a:lnTo>
                  <a:lnTo>
                    <a:pt x="2290762" y="194310"/>
                  </a:lnTo>
                  <a:lnTo>
                    <a:pt x="2294572" y="184785"/>
                  </a:lnTo>
                  <a:lnTo>
                    <a:pt x="2299335" y="175260"/>
                  </a:lnTo>
                  <a:lnTo>
                    <a:pt x="2304098" y="166688"/>
                  </a:lnTo>
                  <a:lnTo>
                    <a:pt x="2308860" y="157162"/>
                  </a:lnTo>
                  <a:lnTo>
                    <a:pt x="2312670" y="148590"/>
                  </a:lnTo>
                  <a:lnTo>
                    <a:pt x="2317432" y="140018"/>
                  </a:lnTo>
                  <a:lnTo>
                    <a:pt x="2322195" y="132398"/>
                  </a:lnTo>
                  <a:lnTo>
                    <a:pt x="2326957" y="124777"/>
                  </a:lnTo>
                  <a:lnTo>
                    <a:pt x="2330767" y="116205"/>
                  </a:lnTo>
                  <a:lnTo>
                    <a:pt x="2335530" y="109538"/>
                  </a:lnTo>
                  <a:lnTo>
                    <a:pt x="2340292" y="101918"/>
                  </a:lnTo>
                  <a:lnTo>
                    <a:pt x="2344102" y="95250"/>
                  </a:lnTo>
                  <a:lnTo>
                    <a:pt x="2348865" y="87630"/>
                  </a:lnTo>
                  <a:lnTo>
                    <a:pt x="2353628" y="80962"/>
                  </a:lnTo>
                  <a:lnTo>
                    <a:pt x="2358390" y="75248"/>
                  </a:lnTo>
                  <a:lnTo>
                    <a:pt x="2362200" y="69533"/>
                  </a:lnTo>
                  <a:lnTo>
                    <a:pt x="2366962" y="62865"/>
                  </a:lnTo>
                  <a:lnTo>
                    <a:pt x="2370772" y="58102"/>
                  </a:lnTo>
                  <a:lnTo>
                    <a:pt x="2375535" y="52388"/>
                  </a:lnTo>
                  <a:lnTo>
                    <a:pt x="2380298" y="46673"/>
                  </a:lnTo>
                  <a:lnTo>
                    <a:pt x="2385060" y="42862"/>
                  </a:lnTo>
                  <a:lnTo>
                    <a:pt x="2389822" y="38100"/>
                  </a:lnTo>
                  <a:lnTo>
                    <a:pt x="2393632" y="33338"/>
                  </a:lnTo>
                  <a:lnTo>
                    <a:pt x="2398395" y="29527"/>
                  </a:lnTo>
                  <a:lnTo>
                    <a:pt x="2403157" y="25718"/>
                  </a:lnTo>
                  <a:lnTo>
                    <a:pt x="2407920" y="21908"/>
                  </a:lnTo>
                  <a:lnTo>
                    <a:pt x="2411730" y="19050"/>
                  </a:lnTo>
                  <a:lnTo>
                    <a:pt x="2416492" y="15240"/>
                  </a:lnTo>
                  <a:lnTo>
                    <a:pt x="2420302" y="12383"/>
                  </a:lnTo>
                  <a:lnTo>
                    <a:pt x="2425065" y="10477"/>
                  </a:lnTo>
                  <a:lnTo>
                    <a:pt x="2429828" y="7620"/>
                  </a:lnTo>
                  <a:lnTo>
                    <a:pt x="2434590" y="6668"/>
                  </a:lnTo>
                  <a:lnTo>
                    <a:pt x="2439352" y="3810"/>
                  </a:lnTo>
                  <a:lnTo>
                    <a:pt x="2443162" y="2858"/>
                  </a:lnTo>
                  <a:lnTo>
                    <a:pt x="2447925" y="1905"/>
                  </a:lnTo>
                  <a:lnTo>
                    <a:pt x="2451735" y="952"/>
                  </a:lnTo>
                  <a:lnTo>
                    <a:pt x="2456498" y="0"/>
                  </a:lnTo>
                  <a:lnTo>
                    <a:pt x="2461260" y="0"/>
                  </a:lnTo>
                  <a:lnTo>
                    <a:pt x="2466022" y="0"/>
                  </a:lnTo>
                  <a:lnTo>
                    <a:pt x="2469832" y="0"/>
                  </a:lnTo>
                  <a:lnTo>
                    <a:pt x="2474595" y="0"/>
                  </a:lnTo>
                  <a:lnTo>
                    <a:pt x="2479357" y="952"/>
                  </a:lnTo>
                  <a:lnTo>
                    <a:pt x="2483167" y="1905"/>
                  </a:lnTo>
                  <a:lnTo>
                    <a:pt x="2487930" y="2858"/>
                  </a:lnTo>
                  <a:lnTo>
                    <a:pt x="2492692" y="3810"/>
                  </a:lnTo>
                  <a:lnTo>
                    <a:pt x="2497455" y="6668"/>
                  </a:lnTo>
                  <a:lnTo>
                    <a:pt x="2501265" y="7620"/>
                  </a:lnTo>
                  <a:lnTo>
                    <a:pt x="2506028" y="10477"/>
                  </a:lnTo>
                  <a:lnTo>
                    <a:pt x="2510790" y="12383"/>
                  </a:lnTo>
                  <a:lnTo>
                    <a:pt x="2515552" y="15240"/>
                  </a:lnTo>
                  <a:lnTo>
                    <a:pt x="2519362" y="19050"/>
                  </a:lnTo>
                  <a:lnTo>
                    <a:pt x="2524125" y="21908"/>
                  </a:lnTo>
                  <a:lnTo>
                    <a:pt x="2528888" y="25718"/>
                  </a:lnTo>
                  <a:lnTo>
                    <a:pt x="2532698" y="29527"/>
                  </a:lnTo>
                  <a:lnTo>
                    <a:pt x="2537460" y="33338"/>
                  </a:lnTo>
                  <a:lnTo>
                    <a:pt x="2542222" y="38100"/>
                  </a:lnTo>
                  <a:lnTo>
                    <a:pt x="2546985" y="42862"/>
                  </a:lnTo>
                  <a:lnTo>
                    <a:pt x="2550795" y="46673"/>
                  </a:lnTo>
                  <a:lnTo>
                    <a:pt x="2555557" y="52388"/>
                  </a:lnTo>
                  <a:lnTo>
                    <a:pt x="2559367" y="58102"/>
                  </a:lnTo>
                  <a:lnTo>
                    <a:pt x="2564130" y="62865"/>
                  </a:lnTo>
                  <a:lnTo>
                    <a:pt x="2568892" y="69533"/>
                  </a:lnTo>
                  <a:lnTo>
                    <a:pt x="2573655" y="75248"/>
                  </a:lnTo>
                  <a:lnTo>
                    <a:pt x="2578417" y="80962"/>
                  </a:lnTo>
                  <a:lnTo>
                    <a:pt x="2582228" y="87630"/>
                  </a:lnTo>
                  <a:lnTo>
                    <a:pt x="2586990" y="95250"/>
                  </a:lnTo>
                  <a:lnTo>
                    <a:pt x="2591752" y="101918"/>
                  </a:lnTo>
                  <a:lnTo>
                    <a:pt x="2596515" y="109538"/>
                  </a:lnTo>
                  <a:lnTo>
                    <a:pt x="2600325" y="116205"/>
                  </a:lnTo>
                  <a:lnTo>
                    <a:pt x="2605088" y="124777"/>
                  </a:lnTo>
                  <a:lnTo>
                    <a:pt x="2608898" y="132398"/>
                  </a:lnTo>
                  <a:lnTo>
                    <a:pt x="2613660" y="140018"/>
                  </a:lnTo>
                  <a:lnTo>
                    <a:pt x="2618422" y="148590"/>
                  </a:lnTo>
                  <a:lnTo>
                    <a:pt x="2623185" y="157162"/>
                  </a:lnTo>
                  <a:lnTo>
                    <a:pt x="2627948" y="166688"/>
                  </a:lnTo>
                  <a:lnTo>
                    <a:pt x="2631757" y="175260"/>
                  </a:lnTo>
                  <a:lnTo>
                    <a:pt x="2636520" y="184785"/>
                  </a:lnTo>
                  <a:lnTo>
                    <a:pt x="2640330" y="194310"/>
                  </a:lnTo>
                  <a:lnTo>
                    <a:pt x="2645092" y="203835"/>
                  </a:lnTo>
                  <a:lnTo>
                    <a:pt x="2649855" y="213360"/>
                  </a:lnTo>
                  <a:lnTo>
                    <a:pt x="2654617" y="223838"/>
                  </a:lnTo>
                  <a:lnTo>
                    <a:pt x="2658428" y="233362"/>
                  </a:lnTo>
                  <a:lnTo>
                    <a:pt x="2663190" y="243840"/>
                  </a:lnTo>
                  <a:lnTo>
                    <a:pt x="2667952" y="254318"/>
                  </a:lnTo>
                  <a:lnTo>
                    <a:pt x="2672715" y="265748"/>
                  </a:lnTo>
                  <a:lnTo>
                    <a:pt x="2677478" y="276225"/>
                  </a:lnTo>
                  <a:lnTo>
                    <a:pt x="2681288" y="287655"/>
                  </a:lnTo>
                  <a:lnTo>
                    <a:pt x="2686050" y="299085"/>
                  </a:lnTo>
                  <a:lnTo>
                    <a:pt x="2689860" y="310515"/>
                  </a:lnTo>
                  <a:lnTo>
                    <a:pt x="2694622" y="321945"/>
                  </a:lnTo>
                  <a:lnTo>
                    <a:pt x="2699385" y="333375"/>
                  </a:lnTo>
                  <a:lnTo>
                    <a:pt x="2704148" y="345758"/>
                  </a:lnTo>
                  <a:lnTo>
                    <a:pt x="2707957" y="358140"/>
                  </a:lnTo>
                  <a:lnTo>
                    <a:pt x="2712720" y="369570"/>
                  </a:lnTo>
                  <a:lnTo>
                    <a:pt x="2717482" y="381952"/>
                  </a:lnTo>
                  <a:lnTo>
                    <a:pt x="2721292" y="395288"/>
                  </a:lnTo>
                  <a:lnTo>
                    <a:pt x="2726055" y="407670"/>
                  </a:lnTo>
                  <a:lnTo>
                    <a:pt x="2730817" y="420052"/>
                  </a:lnTo>
                  <a:lnTo>
                    <a:pt x="2735580" y="433388"/>
                  </a:lnTo>
                  <a:lnTo>
                    <a:pt x="2739390" y="446723"/>
                  </a:lnTo>
                  <a:lnTo>
                    <a:pt x="2744152" y="459105"/>
                  </a:lnTo>
                  <a:lnTo>
                    <a:pt x="2748915" y="472440"/>
                  </a:lnTo>
                  <a:lnTo>
                    <a:pt x="2753678" y="485775"/>
                  </a:lnTo>
                  <a:lnTo>
                    <a:pt x="2757488" y="500063"/>
                  </a:lnTo>
                  <a:lnTo>
                    <a:pt x="2762250" y="513398"/>
                  </a:lnTo>
                  <a:lnTo>
                    <a:pt x="2767012" y="526732"/>
                  </a:lnTo>
                  <a:lnTo>
                    <a:pt x="2770822" y="540068"/>
                  </a:lnTo>
                  <a:lnTo>
                    <a:pt x="2775585" y="554355"/>
                  </a:lnTo>
                  <a:lnTo>
                    <a:pt x="2780348" y="568643"/>
                  </a:lnTo>
                  <a:lnTo>
                    <a:pt x="2785110" y="582930"/>
                  </a:lnTo>
                  <a:lnTo>
                    <a:pt x="2788920" y="596265"/>
                  </a:lnTo>
                  <a:lnTo>
                    <a:pt x="2793682" y="610552"/>
                  </a:lnTo>
                  <a:lnTo>
                    <a:pt x="2797492" y="624840"/>
                  </a:lnTo>
                  <a:lnTo>
                    <a:pt x="2802255" y="639128"/>
                  </a:lnTo>
                  <a:lnTo>
                    <a:pt x="2807017" y="653415"/>
                  </a:lnTo>
                  <a:lnTo>
                    <a:pt x="2811780" y="667702"/>
                  </a:lnTo>
                  <a:lnTo>
                    <a:pt x="2816542" y="682943"/>
                  </a:lnTo>
                  <a:lnTo>
                    <a:pt x="2820352" y="697230"/>
                  </a:lnTo>
                  <a:lnTo>
                    <a:pt x="2825115" y="711518"/>
                  </a:lnTo>
                  <a:lnTo>
                    <a:pt x="2828925" y="726757"/>
                  </a:lnTo>
                  <a:lnTo>
                    <a:pt x="2833688" y="741045"/>
                  </a:lnTo>
                  <a:lnTo>
                    <a:pt x="2838450" y="755332"/>
                  </a:lnTo>
                  <a:lnTo>
                    <a:pt x="2843212" y="770572"/>
                  </a:lnTo>
                  <a:lnTo>
                    <a:pt x="2847022" y="784860"/>
                  </a:lnTo>
                  <a:lnTo>
                    <a:pt x="2851785" y="800100"/>
                  </a:lnTo>
                  <a:lnTo>
                    <a:pt x="2856548" y="814388"/>
                  </a:lnTo>
                  <a:lnTo>
                    <a:pt x="2861310" y="829628"/>
                  </a:lnTo>
                  <a:lnTo>
                    <a:pt x="2866072" y="843915"/>
                  </a:lnTo>
                  <a:lnTo>
                    <a:pt x="2869882" y="859155"/>
                  </a:lnTo>
                  <a:lnTo>
                    <a:pt x="2874645" y="873443"/>
                  </a:lnTo>
                  <a:lnTo>
                    <a:pt x="2878455" y="888682"/>
                  </a:lnTo>
                  <a:lnTo>
                    <a:pt x="2883217" y="902970"/>
                  </a:lnTo>
                  <a:lnTo>
                    <a:pt x="2887980" y="918210"/>
                  </a:lnTo>
                  <a:lnTo>
                    <a:pt x="2892742" y="932498"/>
                  </a:lnTo>
                  <a:lnTo>
                    <a:pt x="2896552" y="946785"/>
                  </a:lnTo>
                  <a:lnTo>
                    <a:pt x="2901315" y="962025"/>
                  </a:lnTo>
                  <a:lnTo>
                    <a:pt x="2905125" y="976313"/>
                  </a:lnTo>
                  <a:lnTo>
                    <a:pt x="2909888" y="990600"/>
                  </a:lnTo>
                  <a:lnTo>
                    <a:pt x="2914650" y="1005840"/>
                  </a:lnTo>
                  <a:lnTo>
                    <a:pt x="2919412" y="1020128"/>
                  </a:lnTo>
                  <a:lnTo>
                    <a:pt x="2924175" y="1034415"/>
                  </a:lnTo>
                  <a:lnTo>
                    <a:pt x="2927985" y="1048702"/>
                  </a:lnTo>
                  <a:lnTo>
                    <a:pt x="2932748" y="1062990"/>
                  </a:lnTo>
                  <a:lnTo>
                    <a:pt x="2937510" y="1077278"/>
                  </a:lnTo>
                  <a:lnTo>
                    <a:pt x="2942272" y="1091565"/>
                  </a:lnTo>
                  <a:lnTo>
                    <a:pt x="2946082" y="1105852"/>
                  </a:lnTo>
                  <a:lnTo>
                    <a:pt x="2950845" y="1120140"/>
                  </a:lnTo>
                  <a:lnTo>
                    <a:pt x="2955607" y="1133475"/>
                  </a:lnTo>
                  <a:lnTo>
                    <a:pt x="2959417" y="1147763"/>
                  </a:lnTo>
                  <a:lnTo>
                    <a:pt x="2964180" y="1162050"/>
                  </a:lnTo>
                  <a:lnTo>
                    <a:pt x="2968942" y="1175385"/>
                  </a:lnTo>
                  <a:lnTo>
                    <a:pt x="2973705" y="1188720"/>
                  </a:lnTo>
                  <a:lnTo>
                    <a:pt x="2977515" y="1203007"/>
                  </a:lnTo>
                  <a:lnTo>
                    <a:pt x="2982278" y="1216343"/>
                  </a:lnTo>
                  <a:lnTo>
                    <a:pt x="2986088" y="1229678"/>
                  </a:lnTo>
                  <a:lnTo>
                    <a:pt x="2990850" y="1243013"/>
                  </a:lnTo>
                  <a:lnTo>
                    <a:pt x="2995612" y="1256348"/>
                  </a:lnTo>
                  <a:lnTo>
                    <a:pt x="3000375" y="1268730"/>
                  </a:lnTo>
                  <a:lnTo>
                    <a:pt x="3005138" y="1282065"/>
                  </a:lnTo>
                  <a:lnTo>
                    <a:pt x="3008948" y="1295400"/>
                  </a:lnTo>
                  <a:lnTo>
                    <a:pt x="3013710" y="1307782"/>
                  </a:lnTo>
                  <a:lnTo>
                    <a:pt x="3018472" y="1320165"/>
                  </a:lnTo>
                  <a:lnTo>
                    <a:pt x="3023235" y="1332548"/>
                  </a:lnTo>
                  <a:lnTo>
                    <a:pt x="3027045" y="1345882"/>
                  </a:lnTo>
                  <a:lnTo>
                    <a:pt x="3031807" y="1357313"/>
                  </a:lnTo>
                  <a:lnTo>
                    <a:pt x="3035617" y="1369695"/>
                  </a:lnTo>
                  <a:lnTo>
                    <a:pt x="3040380" y="1382078"/>
                  </a:lnTo>
                  <a:lnTo>
                    <a:pt x="3045142" y="1393507"/>
                  </a:lnTo>
                  <a:lnTo>
                    <a:pt x="3049905" y="1405890"/>
                  </a:lnTo>
                  <a:lnTo>
                    <a:pt x="3054667" y="1417320"/>
                  </a:lnTo>
                  <a:lnTo>
                    <a:pt x="3058478" y="1428750"/>
                  </a:lnTo>
                  <a:lnTo>
                    <a:pt x="3063240" y="1440180"/>
                  </a:lnTo>
                  <a:lnTo>
                    <a:pt x="3067050" y="1451610"/>
                  </a:lnTo>
                  <a:lnTo>
                    <a:pt x="3071812" y="1462088"/>
                  </a:lnTo>
                  <a:lnTo>
                    <a:pt x="3076575" y="1473518"/>
                  </a:lnTo>
                  <a:lnTo>
                    <a:pt x="3081338" y="1483995"/>
                  </a:lnTo>
                  <a:lnTo>
                    <a:pt x="3085148" y="1494472"/>
                  </a:lnTo>
                  <a:lnTo>
                    <a:pt x="3089910" y="1504950"/>
                  </a:lnTo>
                  <a:lnTo>
                    <a:pt x="3094672" y="1515428"/>
                  </a:lnTo>
                  <a:lnTo>
                    <a:pt x="3099435" y="1525905"/>
                  </a:lnTo>
                  <a:lnTo>
                    <a:pt x="3104198" y="1536382"/>
                  </a:lnTo>
                  <a:lnTo>
                    <a:pt x="3108007" y="1545907"/>
                  </a:lnTo>
                  <a:lnTo>
                    <a:pt x="3112770" y="1555432"/>
                  </a:lnTo>
                  <a:lnTo>
                    <a:pt x="3116580" y="1564957"/>
                  </a:lnTo>
                  <a:lnTo>
                    <a:pt x="3121342" y="1574482"/>
                  </a:lnTo>
                  <a:lnTo>
                    <a:pt x="3126105" y="1584007"/>
                  </a:lnTo>
                  <a:lnTo>
                    <a:pt x="3130867" y="1593532"/>
                  </a:lnTo>
                  <a:lnTo>
                    <a:pt x="3134678" y="1602105"/>
                  </a:lnTo>
                  <a:lnTo>
                    <a:pt x="3139440" y="1610678"/>
                  </a:lnTo>
                  <a:lnTo>
                    <a:pt x="3143250" y="1619250"/>
                  </a:lnTo>
                  <a:lnTo>
                    <a:pt x="3148012" y="1627822"/>
                  </a:lnTo>
                  <a:lnTo>
                    <a:pt x="3152775" y="1636395"/>
                  </a:lnTo>
                  <a:lnTo>
                    <a:pt x="3157538" y="1644968"/>
                  </a:lnTo>
                  <a:lnTo>
                    <a:pt x="3162300" y="1652588"/>
                  </a:lnTo>
                  <a:lnTo>
                    <a:pt x="3166110" y="1660207"/>
                  </a:lnTo>
                  <a:lnTo>
                    <a:pt x="3170872" y="1667828"/>
                  </a:lnTo>
                  <a:lnTo>
                    <a:pt x="3175635" y="1675448"/>
                  </a:lnTo>
                  <a:lnTo>
                    <a:pt x="3180398" y="1683068"/>
                  </a:lnTo>
                  <a:lnTo>
                    <a:pt x="3184207" y="1689735"/>
                  </a:lnTo>
                  <a:lnTo>
                    <a:pt x="3188970" y="1697355"/>
                  </a:lnTo>
                  <a:lnTo>
                    <a:pt x="3193732" y="1704022"/>
                  </a:lnTo>
                  <a:lnTo>
                    <a:pt x="3197542" y="1710690"/>
                  </a:lnTo>
                  <a:lnTo>
                    <a:pt x="3202305" y="1717357"/>
                  </a:lnTo>
                  <a:lnTo>
                    <a:pt x="3207067" y="1724025"/>
                  </a:lnTo>
                  <a:lnTo>
                    <a:pt x="3211830" y="1729740"/>
                  </a:lnTo>
                  <a:lnTo>
                    <a:pt x="3215640" y="1736407"/>
                  </a:lnTo>
                  <a:lnTo>
                    <a:pt x="3220402" y="1742122"/>
                  </a:lnTo>
                  <a:lnTo>
                    <a:pt x="3224212" y="1747838"/>
                  </a:lnTo>
                  <a:lnTo>
                    <a:pt x="3228975" y="1753552"/>
                  </a:lnTo>
                  <a:lnTo>
                    <a:pt x="3233738" y="1758315"/>
                  </a:lnTo>
                  <a:lnTo>
                    <a:pt x="3238500" y="1764030"/>
                  </a:lnTo>
                  <a:lnTo>
                    <a:pt x="3243262" y="1769745"/>
                  </a:lnTo>
                  <a:lnTo>
                    <a:pt x="3247072" y="1774507"/>
                  </a:lnTo>
                  <a:lnTo>
                    <a:pt x="3251835" y="1779270"/>
                  </a:lnTo>
                  <a:lnTo>
                    <a:pt x="3255645" y="1784032"/>
                  </a:lnTo>
                  <a:lnTo>
                    <a:pt x="3260407" y="1787843"/>
                  </a:lnTo>
                  <a:lnTo>
                    <a:pt x="3265170" y="1792605"/>
                  </a:lnTo>
                  <a:lnTo>
                    <a:pt x="3269932" y="1796415"/>
                  </a:lnTo>
                  <a:lnTo>
                    <a:pt x="3273742" y="1801178"/>
                  </a:lnTo>
                  <a:lnTo>
                    <a:pt x="3278505" y="1804988"/>
                  </a:lnTo>
                  <a:lnTo>
                    <a:pt x="3283267" y="1808798"/>
                  </a:lnTo>
                  <a:lnTo>
                    <a:pt x="3288030" y="1812607"/>
                  </a:lnTo>
                  <a:lnTo>
                    <a:pt x="3292792" y="1816418"/>
                  </a:lnTo>
                  <a:lnTo>
                    <a:pt x="3296602" y="1819275"/>
                  </a:lnTo>
                  <a:lnTo>
                    <a:pt x="3301365" y="1822132"/>
                  </a:lnTo>
                  <a:lnTo>
                    <a:pt x="3305175" y="1824990"/>
                  </a:lnTo>
                  <a:lnTo>
                    <a:pt x="3309938" y="1828800"/>
                  </a:lnTo>
                  <a:lnTo>
                    <a:pt x="3314700" y="1830705"/>
                  </a:lnTo>
                  <a:lnTo>
                    <a:pt x="3319462" y="1833563"/>
                  </a:lnTo>
                  <a:lnTo>
                    <a:pt x="3323272" y="1836420"/>
                  </a:lnTo>
                  <a:lnTo>
                    <a:pt x="3328035" y="1839278"/>
                  </a:lnTo>
                  <a:lnTo>
                    <a:pt x="3331845" y="1841182"/>
                  </a:lnTo>
                  <a:lnTo>
                    <a:pt x="3336607" y="1843088"/>
                  </a:lnTo>
                  <a:lnTo>
                    <a:pt x="3341370" y="1844993"/>
                  </a:lnTo>
                  <a:lnTo>
                    <a:pt x="3346132" y="1846898"/>
                  </a:lnTo>
                  <a:lnTo>
                    <a:pt x="3350895" y="1848802"/>
                  </a:lnTo>
                  <a:lnTo>
                    <a:pt x="3354705" y="1850707"/>
                  </a:lnTo>
                  <a:lnTo>
                    <a:pt x="3359467" y="1852613"/>
                  </a:lnTo>
                  <a:lnTo>
                    <a:pt x="3364230" y="1853565"/>
                  </a:lnTo>
                  <a:lnTo>
                    <a:pt x="3368992" y="1855470"/>
                  </a:lnTo>
                  <a:lnTo>
                    <a:pt x="3372802" y="1856422"/>
                  </a:lnTo>
                  <a:lnTo>
                    <a:pt x="3377565" y="1857375"/>
                  </a:lnTo>
                  <a:lnTo>
                    <a:pt x="3381375" y="1858328"/>
                  </a:lnTo>
                  <a:lnTo>
                    <a:pt x="3386138" y="1859280"/>
                  </a:lnTo>
                  <a:lnTo>
                    <a:pt x="3390900" y="1860232"/>
                  </a:lnTo>
                  <a:lnTo>
                    <a:pt x="3395662" y="1861185"/>
                  </a:lnTo>
                  <a:lnTo>
                    <a:pt x="3400425" y="1861185"/>
                  </a:lnTo>
                  <a:lnTo>
                    <a:pt x="3404235" y="1862138"/>
                  </a:lnTo>
                  <a:lnTo>
                    <a:pt x="3408998" y="1862138"/>
                  </a:lnTo>
                  <a:lnTo>
                    <a:pt x="3412807" y="1862138"/>
                  </a:lnTo>
                  <a:lnTo>
                    <a:pt x="3417570" y="1863090"/>
                  </a:lnTo>
                  <a:lnTo>
                    <a:pt x="3422332" y="1863090"/>
                  </a:lnTo>
                  <a:lnTo>
                    <a:pt x="3427095" y="1863090"/>
                  </a:lnTo>
                  <a:lnTo>
                    <a:pt x="3431857" y="1863090"/>
                  </a:lnTo>
                  <a:lnTo>
                    <a:pt x="3435667" y="1863090"/>
                  </a:lnTo>
                  <a:lnTo>
                    <a:pt x="3440430" y="1863090"/>
                  </a:lnTo>
                  <a:lnTo>
                    <a:pt x="3445192" y="1862138"/>
                  </a:lnTo>
                  <a:lnTo>
                    <a:pt x="3449955" y="1862138"/>
                  </a:lnTo>
                  <a:lnTo>
                    <a:pt x="3453765" y="1862138"/>
                  </a:lnTo>
                  <a:lnTo>
                    <a:pt x="3458528" y="1861185"/>
                  </a:lnTo>
                  <a:lnTo>
                    <a:pt x="3462338" y="1861185"/>
                  </a:lnTo>
                  <a:lnTo>
                    <a:pt x="3467100" y="1860232"/>
                  </a:lnTo>
                  <a:lnTo>
                    <a:pt x="3471862" y="1859280"/>
                  </a:lnTo>
                  <a:lnTo>
                    <a:pt x="3476625" y="1859280"/>
                  </a:lnTo>
                  <a:lnTo>
                    <a:pt x="3481388" y="1858328"/>
                  </a:lnTo>
                  <a:lnTo>
                    <a:pt x="3485198" y="1857375"/>
                  </a:lnTo>
                  <a:lnTo>
                    <a:pt x="3489960" y="1856422"/>
                  </a:lnTo>
                  <a:lnTo>
                    <a:pt x="3493770" y="1855470"/>
                  </a:lnTo>
                  <a:lnTo>
                    <a:pt x="3498532" y="1854518"/>
                  </a:lnTo>
                  <a:lnTo>
                    <a:pt x="3503295" y="1853565"/>
                  </a:lnTo>
                  <a:lnTo>
                    <a:pt x="3508057" y="1852613"/>
                  </a:lnTo>
                  <a:lnTo>
                    <a:pt x="3511867" y="1851660"/>
                  </a:lnTo>
                  <a:lnTo>
                    <a:pt x="3516630" y="1850707"/>
                  </a:lnTo>
                  <a:lnTo>
                    <a:pt x="3521392" y="1848802"/>
                  </a:lnTo>
                  <a:lnTo>
                    <a:pt x="3526155" y="1847850"/>
                  </a:lnTo>
                  <a:lnTo>
                    <a:pt x="3530917" y="1846898"/>
                  </a:lnTo>
                  <a:lnTo>
                    <a:pt x="3534728" y="1844993"/>
                  </a:lnTo>
                  <a:lnTo>
                    <a:pt x="3539490" y="1844040"/>
                  </a:lnTo>
                  <a:lnTo>
                    <a:pt x="3543300" y="1843088"/>
                  </a:lnTo>
                  <a:lnTo>
                    <a:pt x="3548062" y="1841182"/>
                  </a:lnTo>
                  <a:lnTo>
                    <a:pt x="3552825" y="1840230"/>
                  </a:lnTo>
                  <a:lnTo>
                    <a:pt x="3557587" y="1838325"/>
                  </a:lnTo>
                  <a:lnTo>
                    <a:pt x="3561398" y="1837372"/>
                  </a:lnTo>
                  <a:lnTo>
                    <a:pt x="3566160" y="1835468"/>
                  </a:lnTo>
                  <a:lnTo>
                    <a:pt x="3569970" y="1834515"/>
                  </a:lnTo>
                  <a:lnTo>
                    <a:pt x="3574733" y="1832610"/>
                  </a:lnTo>
                  <a:lnTo>
                    <a:pt x="3579495" y="1831657"/>
                  </a:lnTo>
                  <a:lnTo>
                    <a:pt x="3584258" y="1829752"/>
                  </a:lnTo>
                  <a:lnTo>
                    <a:pt x="3589020" y="1828800"/>
                  </a:lnTo>
                  <a:lnTo>
                    <a:pt x="3592830" y="1826895"/>
                  </a:lnTo>
                  <a:lnTo>
                    <a:pt x="3597592" y="1824990"/>
                  </a:lnTo>
                  <a:lnTo>
                    <a:pt x="3601402" y="1824038"/>
                  </a:lnTo>
                  <a:lnTo>
                    <a:pt x="3606165" y="1822132"/>
                  </a:lnTo>
                  <a:lnTo>
                    <a:pt x="3610928" y="1821180"/>
                  </a:lnTo>
                  <a:lnTo>
                    <a:pt x="3615690" y="1819275"/>
                  </a:lnTo>
                  <a:lnTo>
                    <a:pt x="3619500" y="1818322"/>
                  </a:lnTo>
                  <a:lnTo>
                    <a:pt x="3624262" y="1816418"/>
                  </a:lnTo>
                  <a:lnTo>
                    <a:pt x="3629025" y="1815465"/>
                  </a:lnTo>
                  <a:lnTo>
                    <a:pt x="3633787" y="1813560"/>
                  </a:lnTo>
                  <a:lnTo>
                    <a:pt x="3638550" y="1812607"/>
                  </a:lnTo>
                  <a:lnTo>
                    <a:pt x="3642360" y="1810702"/>
                  </a:lnTo>
                  <a:lnTo>
                    <a:pt x="3647122" y="1809750"/>
                  </a:lnTo>
                  <a:lnTo>
                    <a:pt x="3650933" y="1807845"/>
                  </a:lnTo>
                  <a:lnTo>
                    <a:pt x="3655695" y="1806893"/>
                  </a:lnTo>
                  <a:lnTo>
                    <a:pt x="3660458" y="1804988"/>
                  </a:lnTo>
                  <a:lnTo>
                    <a:pt x="3665220" y="1804035"/>
                  </a:lnTo>
                  <a:lnTo>
                    <a:pt x="3669983" y="1802130"/>
                  </a:lnTo>
                  <a:lnTo>
                    <a:pt x="3673792" y="1801178"/>
                  </a:lnTo>
                  <a:lnTo>
                    <a:pt x="3678555" y="1800225"/>
                  </a:lnTo>
                  <a:lnTo>
                    <a:pt x="3682365" y="1798320"/>
                  </a:lnTo>
                  <a:lnTo>
                    <a:pt x="3687128" y="1797368"/>
                  </a:lnTo>
                  <a:lnTo>
                    <a:pt x="3691890" y="1796415"/>
                  </a:lnTo>
                  <a:lnTo>
                    <a:pt x="3696652" y="1795463"/>
                  </a:lnTo>
                  <a:lnTo>
                    <a:pt x="3700462" y="1793557"/>
                  </a:lnTo>
                  <a:lnTo>
                    <a:pt x="3705225" y="1792605"/>
                  </a:lnTo>
                  <a:lnTo>
                    <a:pt x="3709987" y="1791652"/>
                  </a:lnTo>
                  <a:lnTo>
                    <a:pt x="3714750" y="1790700"/>
                  </a:lnTo>
                  <a:lnTo>
                    <a:pt x="3719512" y="1789748"/>
                  </a:lnTo>
                  <a:lnTo>
                    <a:pt x="3723322" y="1788795"/>
                  </a:lnTo>
                  <a:lnTo>
                    <a:pt x="3728085" y="1787843"/>
                  </a:lnTo>
                  <a:lnTo>
                    <a:pt x="3731895" y="1786890"/>
                  </a:lnTo>
                  <a:lnTo>
                    <a:pt x="3736658" y="1785938"/>
                  </a:lnTo>
                  <a:lnTo>
                    <a:pt x="3741420" y="1784985"/>
                  </a:lnTo>
                  <a:lnTo>
                    <a:pt x="3746183" y="1784032"/>
                  </a:lnTo>
                  <a:lnTo>
                    <a:pt x="3749992" y="1783080"/>
                  </a:lnTo>
                  <a:lnTo>
                    <a:pt x="3754755" y="1782128"/>
                  </a:lnTo>
                  <a:lnTo>
                    <a:pt x="3758565" y="1781175"/>
                  </a:lnTo>
                  <a:lnTo>
                    <a:pt x="3763328" y="1781175"/>
                  </a:lnTo>
                  <a:lnTo>
                    <a:pt x="3768090" y="1780222"/>
                  </a:lnTo>
                  <a:lnTo>
                    <a:pt x="3772852" y="1780222"/>
                  </a:lnTo>
                  <a:lnTo>
                    <a:pt x="3777615" y="1779270"/>
                  </a:lnTo>
                  <a:lnTo>
                    <a:pt x="3781425" y="1778318"/>
                  </a:lnTo>
                  <a:lnTo>
                    <a:pt x="3786187" y="1778318"/>
                  </a:lnTo>
                  <a:lnTo>
                    <a:pt x="3790950" y="1777365"/>
                  </a:lnTo>
                  <a:lnTo>
                    <a:pt x="3795712" y="1777365"/>
                  </a:lnTo>
                  <a:lnTo>
                    <a:pt x="3799522" y="1776413"/>
                  </a:lnTo>
                  <a:lnTo>
                    <a:pt x="3804285" y="1776413"/>
                  </a:lnTo>
                  <a:lnTo>
                    <a:pt x="3808095" y="1776413"/>
                  </a:lnTo>
                  <a:lnTo>
                    <a:pt x="3812858" y="1775460"/>
                  </a:lnTo>
                  <a:lnTo>
                    <a:pt x="3817620" y="1775460"/>
                  </a:lnTo>
                  <a:lnTo>
                    <a:pt x="3822383" y="1775460"/>
                  </a:lnTo>
                  <a:lnTo>
                    <a:pt x="3827145" y="1775460"/>
                  </a:lnTo>
                  <a:lnTo>
                    <a:pt x="3830955" y="1775460"/>
                  </a:lnTo>
                  <a:lnTo>
                    <a:pt x="3835717" y="1775460"/>
                  </a:lnTo>
                  <a:lnTo>
                    <a:pt x="3839528" y="1775460"/>
                  </a:lnTo>
                  <a:lnTo>
                    <a:pt x="3844290" y="1775460"/>
                  </a:lnTo>
                  <a:lnTo>
                    <a:pt x="3849052" y="1775460"/>
                  </a:lnTo>
                  <a:lnTo>
                    <a:pt x="3853815" y="1775460"/>
                  </a:lnTo>
                  <a:lnTo>
                    <a:pt x="3857625" y="1775460"/>
                  </a:lnTo>
                  <a:lnTo>
                    <a:pt x="3862387" y="1775460"/>
                  </a:lnTo>
                  <a:lnTo>
                    <a:pt x="3867150" y="1775460"/>
                  </a:lnTo>
                  <a:lnTo>
                    <a:pt x="3871912" y="1775460"/>
                  </a:lnTo>
                  <a:lnTo>
                    <a:pt x="3876675" y="1776413"/>
                  </a:lnTo>
                  <a:lnTo>
                    <a:pt x="3880485" y="1776413"/>
                  </a:lnTo>
                  <a:lnTo>
                    <a:pt x="3885248" y="1776413"/>
                  </a:lnTo>
                  <a:lnTo>
                    <a:pt x="3889058" y="1777365"/>
                  </a:lnTo>
                  <a:lnTo>
                    <a:pt x="3893820" y="1777365"/>
                  </a:lnTo>
                  <a:lnTo>
                    <a:pt x="3898583" y="1778318"/>
                  </a:lnTo>
                  <a:lnTo>
                    <a:pt x="3903345" y="1778318"/>
                  </a:lnTo>
                  <a:lnTo>
                    <a:pt x="3908108" y="1779270"/>
                  </a:lnTo>
                  <a:lnTo>
                    <a:pt x="3911917" y="1779270"/>
                  </a:lnTo>
                  <a:lnTo>
                    <a:pt x="3916680" y="1780222"/>
                  </a:lnTo>
                  <a:lnTo>
                    <a:pt x="3920490" y="1780222"/>
                  </a:lnTo>
                  <a:lnTo>
                    <a:pt x="3925252" y="1781175"/>
                  </a:lnTo>
                  <a:lnTo>
                    <a:pt x="3930015" y="1782128"/>
                  </a:lnTo>
                  <a:lnTo>
                    <a:pt x="3934778" y="1782128"/>
                  </a:lnTo>
                  <a:lnTo>
                    <a:pt x="3938587" y="1783080"/>
                  </a:lnTo>
                  <a:lnTo>
                    <a:pt x="3943350" y="1784032"/>
                  </a:lnTo>
                  <a:lnTo>
                    <a:pt x="3947160" y="1784985"/>
                  </a:lnTo>
                  <a:lnTo>
                    <a:pt x="3951922" y="1785938"/>
                  </a:lnTo>
                  <a:lnTo>
                    <a:pt x="3956685" y="1785938"/>
                  </a:lnTo>
                  <a:lnTo>
                    <a:pt x="3961448" y="1786890"/>
                  </a:lnTo>
                  <a:lnTo>
                    <a:pt x="3966210" y="1787843"/>
                  </a:lnTo>
                  <a:lnTo>
                    <a:pt x="3970020" y="1788795"/>
                  </a:lnTo>
                  <a:lnTo>
                    <a:pt x="3974783" y="1789748"/>
                  </a:lnTo>
                  <a:lnTo>
                    <a:pt x="3979545" y="1790700"/>
                  </a:lnTo>
                  <a:lnTo>
                    <a:pt x="3984308" y="1791652"/>
                  </a:lnTo>
                  <a:lnTo>
                    <a:pt x="3988117" y="1792605"/>
                  </a:lnTo>
                  <a:lnTo>
                    <a:pt x="3992880" y="1793557"/>
                  </a:lnTo>
                  <a:lnTo>
                    <a:pt x="3996690" y="1794510"/>
                  </a:lnTo>
                  <a:lnTo>
                    <a:pt x="4001452" y="1795463"/>
                  </a:lnTo>
                  <a:lnTo>
                    <a:pt x="4006215" y="1796415"/>
                  </a:lnTo>
                  <a:lnTo>
                    <a:pt x="4010978" y="1797368"/>
                  </a:lnTo>
                  <a:lnTo>
                    <a:pt x="4015740" y="1798320"/>
                  </a:lnTo>
                  <a:lnTo>
                    <a:pt x="4019550" y="1799272"/>
                  </a:lnTo>
                  <a:lnTo>
                    <a:pt x="4024312" y="1801178"/>
                  </a:lnTo>
                  <a:lnTo>
                    <a:pt x="4028122" y="1802130"/>
                  </a:lnTo>
                  <a:lnTo>
                    <a:pt x="4032885" y="1803082"/>
                  </a:lnTo>
                  <a:lnTo>
                    <a:pt x="4037648" y="1804035"/>
                  </a:lnTo>
                  <a:lnTo>
                    <a:pt x="4042410" y="1804988"/>
                  </a:lnTo>
                  <a:lnTo>
                    <a:pt x="4046220" y="1805940"/>
                  </a:lnTo>
                  <a:lnTo>
                    <a:pt x="4050983" y="1806893"/>
                  </a:lnTo>
                  <a:lnTo>
                    <a:pt x="4055745" y="1808798"/>
                  </a:lnTo>
                  <a:lnTo>
                    <a:pt x="4060508" y="1809750"/>
                  </a:lnTo>
                  <a:lnTo>
                    <a:pt x="4065270" y="1810702"/>
                  </a:lnTo>
                  <a:lnTo>
                    <a:pt x="4069080" y="1811655"/>
                  </a:lnTo>
                  <a:lnTo>
                    <a:pt x="4073842" y="1813560"/>
                  </a:lnTo>
                  <a:lnTo>
                    <a:pt x="4077652" y="1814513"/>
                  </a:lnTo>
                  <a:lnTo>
                    <a:pt x="4082415" y="1815465"/>
                  </a:lnTo>
                  <a:lnTo>
                    <a:pt x="4087178" y="1816418"/>
                  </a:lnTo>
                  <a:lnTo>
                    <a:pt x="4091940" y="1817370"/>
                  </a:lnTo>
                  <a:lnTo>
                    <a:pt x="4095750" y="1819275"/>
                  </a:lnTo>
                  <a:lnTo>
                    <a:pt x="4100512" y="1820228"/>
                  </a:lnTo>
                  <a:lnTo>
                    <a:pt x="4105275" y="1821180"/>
                  </a:lnTo>
                  <a:lnTo>
                    <a:pt x="4109085" y="1822132"/>
                  </a:lnTo>
                  <a:lnTo>
                    <a:pt x="4113848" y="1823085"/>
                  </a:lnTo>
                  <a:lnTo>
                    <a:pt x="4118610" y="1824990"/>
                  </a:lnTo>
                  <a:lnTo>
                    <a:pt x="4123372" y="1825943"/>
                  </a:lnTo>
                  <a:lnTo>
                    <a:pt x="4127183" y="1826895"/>
                  </a:lnTo>
                  <a:lnTo>
                    <a:pt x="4131945" y="1827848"/>
                  </a:lnTo>
                  <a:lnTo>
                    <a:pt x="4136708" y="1828800"/>
                  </a:lnTo>
                  <a:lnTo>
                    <a:pt x="4141470" y="1829752"/>
                  </a:lnTo>
                  <a:lnTo>
                    <a:pt x="4145280" y="1830705"/>
                  </a:lnTo>
                  <a:lnTo>
                    <a:pt x="4150042" y="1832610"/>
                  </a:lnTo>
                  <a:lnTo>
                    <a:pt x="4154805" y="1833563"/>
                  </a:lnTo>
                  <a:lnTo>
                    <a:pt x="4158615" y="1834515"/>
                  </a:lnTo>
                  <a:lnTo>
                    <a:pt x="4163378" y="1835468"/>
                  </a:lnTo>
                  <a:lnTo>
                    <a:pt x="4168140" y="1836420"/>
                  </a:lnTo>
                  <a:lnTo>
                    <a:pt x="4172902" y="1837372"/>
                  </a:lnTo>
                  <a:lnTo>
                    <a:pt x="4176712" y="1838325"/>
                  </a:lnTo>
                  <a:lnTo>
                    <a:pt x="4181475" y="1839278"/>
                  </a:lnTo>
                  <a:lnTo>
                    <a:pt x="4185285" y="1840230"/>
                  </a:lnTo>
                  <a:lnTo>
                    <a:pt x="4190048" y="1841182"/>
                  </a:lnTo>
                  <a:lnTo>
                    <a:pt x="4194810" y="1842135"/>
                  </a:lnTo>
                  <a:lnTo>
                    <a:pt x="4199572" y="1843088"/>
                  </a:lnTo>
                  <a:lnTo>
                    <a:pt x="4204335" y="1844040"/>
                  </a:lnTo>
                  <a:lnTo>
                    <a:pt x="4208145" y="1844993"/>
                  </a:lnTo>
                  <a:lnTo>
                    <a:pt x="4212908" y="1845945"/>
                  </a:lnTo>
                  <a:lnTo>
                    <a:pt x="4217670" y="1846898"/>
                  </a:lnTo>
                  <a:lnTo>
                    <a:pt x="4222433" y="1847850"/>
                  </a:lnTo>
                  <a:lnTo>
                    <a:pt x="4226242" y="1847850"/>
                  </a:lnTo>
                  <a:lnTo>
                    <a:pt x="4231005" y="1848802"/>
                  </a:lnTo>
                  <a:lnTo>
                    <a:pt x="4234815" y="1849755"/>
                  </a:lnTo>
                  <a:lnTo>
                    <a:pt x="4239578" y="1850707"/>
                  </a:lnTo>
                  <a:lnTo>
                    <a:pt x="4244340" y="1851660"/>
                  </a:lnTo>
                  <a:lnTo>
                    <a:pt x="4249102" y="1851660"/>
                  </a:lnTo>
                  <a:lnTo>
                    <a:pt x="4253865" y="1852613"/>
                  </a:lnTo>
                  <a:lnTo>
                    <a:pt x="4257675" y="1853565"/>
                  </a:lnTo>
                  <a:lnTo>
                    <a:pt x="4262437" y="1853565"/>
                  </a:lnTo>
                  <a:lnTo>
                    <a:pt x="4266248" y="1854518"/>
                  </a:lnTo>
                  <a:lnTo>
                    <a:pt x="4271010" y="1855470"/>
                  </a:lnTo>
                  <a:lnTo>
                    <a:pt x="4275772" y="1856422"/>
                  </a:lnTo>
                  <a:lnTo>
                    <a:pt x="4280535" y="1856422"/>
                  </a:lnTo>
                  <a:lnTo>
                    <a:pt x="4284345" y="1857375"/>
                  </a:lnTo>
                  <a:lnTo>
                    <a:pt x="4289108" y="1857375"/>
                  </a:lnTo>
                  <a:lnTo>
                    <a:pt x="4293870" y="1858328"/>
                  </a:lnTo>
                  <a:lnTo>
                    <a:pt x="4298633" y="1858328"/>
                  </a:lnTo>
                  <a:lnTo>
                    <a:pt x="4302442" y="1859280"/>
                  </a:lnTo>
                  <a:lnTo>
                    <a:pt x="4307205" y="1859280"/>
                  </a:lnTo>
                  <a:lnTo>
                    <a:pt x="4311967" y="1859280"/>
                  </a:lnTo>
                  <a:lnTo>
                    <a:pt x="4315778" y="1860232"/>
                  </a:lnTo>
                  <a:lnTo>
                    <a:pt x="4320540" y="1860232"/>
                  </a:lnTo>
                  <a:lnTo>
                    <a:pt x="4325302" y="1861185"/>
                  </a:lnTo>
                  <a:lnTo>
                    <a:pt x="4330065" y="1861185"/>
                  </a:lnTo>
                  <a:lnTo>
                    <a:pt x="4333875" y="1861185"/>
                  </a:lnTo>
                  <a:lnTo>
                    <a:pt x="4338637" y="1862138"/>
                  </a:lnTo>
                  <a:lnTo>
                    <a:pt x="4343400" y="1862138"/>
                  </a:lnTo>
                  <a:lnTo>
                    <a:pt x="4347210" y="1862138"/>
                  </a:lnTo>
                  <a:lnTo>
                    <a:pt x="4351972" y="1862138"/>
                  </a:lnTo>
                  <a:lnTo>
                    <a:pt x="4356735" y="1862138"/>
                  </a:lnTo>
                  <a:lnTo>
                    <a:pt x="4361498" y="1862138"/>
                  </a:lnTo>
                  <a:lnTo>
                    <a:pt x="4365308" y="1863090"/>
                  </a:lnTo>
                  <a:lnTo>
                    <a:pt x="4370070" y="1863090"/>
                  </a:lnTo>
                  <a:lnTo>
                    <a:pt x="4373880" y="1863090"/>
                  </a:lnTo>
                  <a:lnTo>
                    <a:pt x="4378642" y="1863090"/>
                  </a:lnTo>
                  <a:lnTo>
                    <a:pt x="4383405" y="1863090"/>
                  </a:lnTo>
                  <a:lnTo>
                    <a:pt x="4388167" y="1863090"/>
                  </a:lnTo>
                  <a:lnTo>
                    <a:pt x="4392930" y="1863090"/>
                  </a:lnTo>
                  <a:lnTo>
                    <a:pt x="4396740" y="1863090"/>
                  </a:lnTo>
                  <a:lnTo>
                    <a:pt x="4401502" y="1863090"/>
                  </a:lnTo>
                  <a:lnTo>
                    <a:pt x="4406265" y="1863090"/>
                  </a:lnTo>
                  <a:lnTo>
                    <a:pt x="4411028" y="1863090"/>
                  </a:lnTo>
                  <a:lnTo>
                    <a:pt x="4414837" y="1863090"/>
                  </a:lnTo>
                  <a:lnTo>
                    <a:pt x="4419600" y="1862138"/>
                  </a:lnTo>
                  <a:lnTo>
                    <a:pt x="4423410" y="1862138"/>
                  </a:lnTo>
                  <a:lnTo>
                    <a:pt x="4428172" y="1862138"/>
                  </a:lnTo>
                  <a:lnTo>
                    <a:pt x="4432935" y="1862138"/>
                  </a:lnTo>
                  <a:lnTo>
                    <a:pt x="4437698" y="1862138"/>
                  </a:lnTo>
                  <a:lnTo>
                    <a:pt x="4442460" y="1862138"/>
                  </a:lnTo>
                  <a:lnTo>
                    <a:pt x="4446270" y="1862138"/>
                  </a:lnTo>
                  <a:lnTo>
                    <a:pt x="4451033" y="1861185"/>
                  </a:lnTo>
                  <a:lnTo>
                    <a:pt x="4454842" y="1861185"/>
                  </a:lnTo>
                  <a:lnTo>
                    <a:pt x="4459605" y="1861185"/>
                  </a:lnTo>
                  <a:lnTo>
                    <a:pt x="4464367" y="1860232"/>
                  </a:lnTo>
                  <a:lnTo>
                    <a:pt x="4469130" y="1860232"/>
                  </a:lnTo>
                  <a:lnTo>
                    <a:pt x="4472940" y="1860232"/>
                  </a:lnTo>
                  <a:lnTo>
                    <a:pt x="4477702" y="1859280"/>
                  </a:lnTo>
                  <a:lnTo>
                    <a:pt x="4482465" y="1859280"/>
                  </a:lnTo>
                  <a:lnTo>
                    <a:pt x="4487228" y="1859280"/>
                  </a:lnTo>
                  <a:lnTo>
                    <a:pt x="4491990" y="1858328"/>
                  </a:lnTo>
                  <a:lnTo>
                    <a:pt x="4495800" y="1858328"/>
                  </a:lnTo>
                  <a:lnTo>
                    <a:pt x="4500562" y="1858328"/>
                  </a:lnTo>
                  <a:lnTo>
                    <a:pt x="4504372" y="1857375"/>
                  </a:lnTo>
                  <a:lnTo>
                    <a:pt x="4509135" y="1857375"/>
                  </a:lnTo>
                  <a:lnTo>
                    <a:pt x="4513898" y="1856422"/>
                  </a:lnTo>
                  <a:lnTo>
                    <a:pt x="4518660" y="1856422"/>
                  </a:lnTo>
                  <a:lnTo>
                    <a:pt x="4522470" y="1856422"/>
                  </a:lnTo>
                  <a:lnTo>
                    <a:pt x="4527233" y="1855470"/>
                  </a:lnTo>
                  <a:lnTo>
                    <a:pt x="4531995" y="1854518"/>
                  </a:lnTo>
                  <a:lnTo>
                    <a:pt x="4535805" y="1854518"/>
                  </a:lnTo>
                  <a:lnTo>
                    <a:pt x="4540567" y="1853565"/>
                  </a:lnTo>
                  <a:lnTo>
                    <a:pt x="4545330" y="1853565"/>
                  </a:lnTo>
                  <a:lnTo>
                    <a:pt x="4550092" y="1853565"/>
                  </a:lnTo>
                  <a:lnTo>
                    <a:pt x="4553902" y="1852613"/>
                  </a:lnTo>
                  <a:lnTo>
                    <a:pt x="4558665" y="1852613"/>
                  </a:lnTo>
                  <a:lnTo>
                    <a:pt x="4563428" y="1851660"/>
                  </a:lnTo>
                  <a:lnTo>
                    <a:pt x="4568190" y="1851660"/>
                  </a:lnTo>
                  <a:lnTo>
                    <a:pt x="4572000" y="1850707"/>
                  </a:lnTo>
                  <a:lnTo>
                    <a:pt x="4576762" y="1850707"/>
                  </a:lnTo>
                  <a:lnTo>
                    <a:pt x="4581525" y="1849755"/>
                  </a:lnTo>
                  <a:lnTo>
                    <a:pt x="4585335" y="1849755"/>
                  </a:lnTo>
                  <a:lnTo>
                    <a:pt x="4590098" y="1848802"/>
                  </a:lnTo>
                  <a:lnTo>
                    <a:pt x="4594860" y="1847850"/>
                  </a:lnTo>
                  <a:lnTo>
                    <a:pt x="4599622" y="1847850"/>
                  </a:lnTo>
                  <a:lnTo>
                    <a:pt x="4603433" y="1847850"/>
                  </a:lnTo>
                  <a:lnTo>
                    <a:pt x="4608195" y="1846898"/>
                  </a:lnTo>
                  <a:lnTo>
                    <a:pt x="4612005" y="1846898"/>
                  </a:lnTo>
                  <a:lnTo>
                    <a:pt x="4616767" y="1845945"/>
                  </a:lnTo>
                  <a:lnTo>
                    <a:pt x="4621530" y="1844993"/>
                  </a:lnTo>
                  <a:lnTo>
                    <a:pt x="4626292" y="1844993"/>
                  </a:lnTo>
                  <a:lnTo>
                    <a:pt x="4631055" y="1844993"/>
                  </a:lnTo>
                  <a:lnTo>
                    <a:pt x="4634865" y="1844040"/>
                  </a:lnTo>
                  <a:lnTo>
                    <a:pt x="4639628" y="1844040"/>
                  </a:lnTo>
                  <a:lnTo>
                    <a:pt x="4644390" y="1843088"/>
                  </a:lnTo>
                  <a:lnTo>
                    <a:pt x="4649152" y="1842135"/>
                  </a:lnTo>
                  <a:lnTo>
                    <a:pt x="4652962" y="1842135"/>
                  </a:lnTo>
                  <a:lnTo>
                    <a:pt x="4657725" y="1842135"/>
                  </a:lnTo>
                  <a:lnTo>
                    <a:pt x="4661535" y="1841182"/>
                  </a:lnTo>
                  <a:lnTo>
                    <a:pt x="4666298" y="1841182"/>
                  </a:lnTo>
                  <a:lnTo>
                    <a:pt x="4671060" y="1840230"/>
                  </a:lnTo>
                  <a:lnTo>
                    <a:pt x="4675822" y="1840230"/>
                  </a:lnTo>
                  <a:lnTo>
                    <a:pt x="4680585" y="1839278"/>
                  </a:lnTo>
                  <a:lnTo>
                    <a:pt x="4684395" y="1839278"/>
                  </a:lnTo>
                  <a:lnTo>
                    <a:pt x="4689158" y="1839278"/>
                  </a:lnTo>
                  <a:lnTo>
                    <a:pt x="4692967" y="1838325"/>
                  </a:lnTo>
                  <a:lnTo>
                    <a:pt x="4697730" y="1838325"/>
                  </a:lnTo>
                  <a:lnTo>
                    <a:pt x="4702492" y="1837372"/>
                  </a:lnTo>
                  <a:lnTo>
                    <a:pt x="4707255" y="1837372"/>
                  </a:lnTo>
                  <a:lnTo>
                    <a:pt x="4711065" y="1837372"/>
                  </a:lnTo>
                  <a:lnTo>
                    <a:pt x="4715828" y="1836420"/>
                  </a:lnTo>
                  <a:lnTo>
                    <a:pt x="4720590" y="1836420"/>
                  </a:lnTo>
                  <a:lnTo>
                    <a:pt x="4724400" y="1836420"/>
                  </a:lnTo>
                  <a:lnTo>
                    <a:pt x="4729162" y="1835468"/>
                  </a:lnTo>
                  <a:lnTo>
                    <a:pt x="4733925" y="1835468"/>
                  </a:lnTo>
                  <a:lnTo>
                    <a:pt x="4738687" y="1835468"/>
                  </a:lnTo>
                  <a:lnTo>
                    <a:pt x="4742498" y="1835468"/>
                  </a:lnTo>
                  <a:lnTo>
                    <a:pt x="4747260" y="1834515"/>
                  </a:lnTo>
                  <a:lnTo>
                    <a:pt x="4752022" y="1834515"/>
                  </a:lnTo>
                  <a:lnTo>
                    <a:pt x="4756785" y="1834515"/>
                  </a:lnTo>
                  <a:lnTo>
                    <a:pt x="4760595" y="1833563"/>
                  </a:lnTo>
                  <a:lnTo>
                    <a:pt x="4765358" y="1833563"/>
                  </a:lnTo>
                  <a:lnTo>
                    <a:pt x="4770120" y="1833563"/>
                  </a:lnTo>
                  <a:lnTo>
                    <a:pt x="4773930" y="1833563"/>
                  </a:lnTo>
                  <a:lnTo>
                    <a:pt x="4778692" y="1833563"/>
                  </a:lnTo>
                  <a:lnTo>
                    <a:pt x="4783455" y="1833563"/>
                  </a:lnTo>
                  <a:lnTo>
                    <a:pt x="4788217" y="1833563"/>
                  </a:lnTo>
                  <a:lnTo>
                    <a:pt x="4792028" y="1832610"/>
                  </a:lnTo>
                  <a:lnTo>
                    <a:pt x="4796790" y="1832610"/>
                  </a:lnTo>
                  <a:lnTo>
                    <a:pt x="4800600" y="1832610"/>
                  </a:lnTo>
                  <a:lnTo>
                    <a:pt x="4805362" y="1832610"/>
                  </a:lnTo>
                  <a:lnTo>
                    <a:pt x="4810125" y="1832610"/>
                  </a:lnTo>
                  <a:lnTo>
                    <a:pt x="4814887" y="1832610"/>
                  </a:lnTo>
                  <a:lnTo>
                    <a:pt x="4819650" y="1832610"/>
                  </a:lnTo>
                  <a:lnTo>
                    <a:pt x="4823460" y="1832610"/>
                  </a:lnTo>
                  <a:lnTo>
                    <a:pt x="4828222" y="1832610"/>
                  </a:lnTo>
                  <a:lnTo>
                    <a:pt x="4832985" y="1832610"/>
                  </a:lnTo>
                  <a:lnTo>
                    <a:pt x="4837748" y="1832610"/>
                  </a:lnTo>
                  <a:lnTo>
                    <a:pt x="4841558" y="1832610"/>
                  </a:lnTo>
                  <a:lnTo>
                    <a:pt x="4846320" y="1832610"/>
                  </a:lnTo>
                  <a:lnTo>
                    <a:pt x="4850130" y="1832610"/>
                  </a:lnTo>
                  <a:lnTo>
                    <a:pt x="4854892" y="1832610"/>
                  </a:lnTo>
                  <a:lnTo>
                    <a:pt x="4859655" y="1832610"/>
                  </a:lnTo>
                  <a:lnTo>
                    <a:pt x="4864417" y="1832610"/>
                  </a:lnTo>
                  <a:lnTo>
                    <a:pt x="4869180" y="1832610"/>
                  </a:lnTo>
                  <a:lnTo>
                    <a:pt x="4872990" y="1832610"/>
                  </a:lnTo>
                  <a:lnTo>
                    <a:pt x="4877752" y="1833563"/>
                  </a:lnTo>
                  <a:lnTo>
                    <a:pt x="4881562" y="1833563"/>
                  </a:lnTo>
                  <a:lnTo>
                    <a:pt x="4886325" y="1833563"/>
                  </a:lnTo>
                  <a:lnTo>
                    <a:pt x="4891087" y="1833563"/>
                  </a:lnTo>
                  <a:lnTo>
                    <a:pt x="4895850" y="1833563"/>
                  </a:lnTo>
                  <a:lnTo>
                    <a:pt x="4899660" y="1833563"/>
                  </a:lnTo>
                  <a:lnTo>
                    <a:pt x="4904422" y="1833563"/>
                  </a:lnTo>
                  <a:lnTo>
                    <a:pt x="4909185" y="1834515"/>
                  </a:lnTo>
                  <a:lnTo>
                    <a:pt x="4913948" y="1834515"/>
                  </a:lnTo>
                  <a:lnTo>
                    <a:pt x="4918710" y="1834515"/>
                  </a:lnTo>
                  <a:lnTo>
                    <a:pt x="4922520" y="1834515"/>
                  </a:lnTo>
                  <a:lnTo>
                    <a:pt x="4927283" y="1835468"/>
                  </a:lnTo>
                  <a:lnTo>
                    <a:pt x="4931092" y="1835468"/>
                  </a:lnTo>
                  <a:lnTo>
                    <a:pt x="4926330" y="1835468"/>
                  </a:lnTo>
                </a:path>
              </a:pathLst>
            </a:custGeom>
            <a:noFill/>
            <a:ln w="13335">
              <a:solidFill>
                <a:srgbClr val="F26B3A"/>
              </a:solidFill>
              <a:custDash>
                <a:ds d="428571" sp="285714"/>
              </a:custDash>
            </a:ln>
          </p:spPr>
        </p:sp>
        <p:sp>
          <p:nvSpPr>
            <p:cNvPr id="36" name="Freeform 36"/>
            <p:cNvSpPr/>
            <p:nvPr/>
          </p:nvSpPr>
          <p:spPr>
            <a:xfrm>
              <a:off x="6239828" y="2001202"/>
              <a:ext cx="4931092" cy="1863090"/>
            </a:xfrm>
            <a:custGeom>
              <a:avLst/>
              <a:gdLst/>
              <a:ahLst/>
              <a:cxnLst/>
              <a:rect l="l" t="t" r="r" b="b"/>
              <a:pathLst>
                <a:path w="4931092" h="1863090">
                  <a:moveTo>
                    <a:pt x="4762" y="1862138"/>
                  </a:moveTo>
                  <a:lnTo>
                    <a:pt x="0" y="1862138"/>
                  </a:lnTo>
                  <a:lnTo>
                    <a:pt x="4762" y="1862138"/>
                  </a:lnTo>
                  <a:lnTo>
                    <a:pt x="9525" y="1862138"/>
                  </a:lnTo>
                  <a:lnTo>
                    <a:pt x="13335" y="1862138"/>
                  </a:lnTo>
                  <a:lnTo>
                    <a:pt x="18097" y="1863090"/>
                  </a:lnTo>
                  <a:lnTo>
                    <a:pt x="21907" y="1863090"/>
                  </a:lnTo>
                  <a:lnTo>
                    <a:pt x="26670" y="1863090"/>
                  </a:lnTo>
                  <a:lnTo>
                    <a:pt x="31432" y="1863090"/>
                  </a:lnTo>
                  <a:lnTo>
                    <a:pt x="36195" y="1863090"/>
                  </a:lnTo>
                  <a:lnTo>
                    <a:pt x="40005" y="1862138"/>
                  </a:lnTo>
                  <a:lnTo>
                    <a:pt x="44767" y="1862138"/>
                  </a:lnTo>
                  <a:lnTo>
                    <a:pt x="49530" y="1862138"/>
                  </a:lnTo>
                  <a:lnTo>
                    <a:pt x="53340" y="1862138"/>
                  </a:lnTo>
                  <a:lnTo>
                    <a:pt x="58103" y="1862138"/>
                  </a:lnTo>
                  <a:lnTo>
                    <a:pt x="62865" y="1862138"/>
                  </a:lnTo>
                  <a:lnTo>
                    <a:pt x="67628" y="1862138"/>
                  </a:lnTo>
                  <a:lnTo>
                    <a:pt x="71438" y="1862138"/>
                  </a:lnTo>
                  <a:lnTo>
                    <a:pt x="76200" y="1862138"/>
                  </a:lnTo>
                  <a:lnTo>
                    <a:pt x="80962" y="1863090"/>
                  </a:lnTo>
                  <a:lnTo>
                    <a:pt x="85725" y="1863090"/>
                  </a:lnTo>
                  <a:lnTo>
                    <a:pt x="89535" y="1863090"/>
                  </a:lnTo>
                  <a:lnTo>
                    <a:pt x="94297" y="1863090"/>
                  </a:lnTo>
                  <a:lnTo>
                    <a:pt x="99060" y="1863090"/>
                  </a:lnTo>
                  <a:lnTo>
                    <a:pt x="102870" y="1862138"/>
                  </a:lnTo>
                  <a:lnTo>
                    <a:pt x="107632" y="1862138"/>
                  </a:lnTo>
                  <a:lnTo>
                    <a:pt x="112395" y="1862138"/>
                  </a:lnTo>
                  <a:lnTo>
                    <a:pt x="117157" y="1862138"/>
                  </a:lnTo>
                  <a:lnTo>
                    <a:pt x="120967" y="1861185"/>
                  </a:lnTo>
                  <a:lnTo>
                    <a:pt x="125730" y="1861185"/>
                  </a:lnTo>
                  <a:lnTo>
                    <a:pt x="129540" y="1861185"/>
                  </a:lnTo>
                  <a:lnTo>
                    <a:pt x="134303" y="1861185"/>
                  </a:lnTo>
                  <a:lnTo>
                    <a:pt x="139065" y="1862138"/>
                  </a:lnTo>
                  <a:lnTo>
                    <a:pt x="143828" y="1862138"/>
                  </a:lnTo>
                  <a:lnTo>
                    <a:pt x="148590" y="1862138"/>
                  </a:lnTo>
                  <a:lnTo>
                    <a:pt x="152400" y="1863090"/>
                  </a:lnTo>
                  <a:lnTo>
                    <a:pt x="157162" y="1863090"/>
                  </a:lnTo>
                  <a:lnTo>
                    <a:pt x="161925" y="1863090"/>
                  </a:lnTo>
                  <a:lnTo>
                    <a:pt x="166688" y="1862138"/>
                  </a:lnTo>
                  <a:lnTo>
                    <a:pt x="170497" y="1861185"/>
                  </a:lnTo>
                  <a:lnTo>
                    <a:pt x="175260" y="1859280"/>
                  </a:lnTo>
                  <a:lnTo>
                    <a:pt x="179070" y="1856422"/>
                  </a:lnTo>
                  <a:lnTo>
                    <a:pt x="183832" y="1853565"/>
                  </a:lnTo>
                  <a:lnTo>
                    <a:pt x="188595" y="1850707"/>
                  </a:lnTo>
                  <a:lnTo>
                    <a:pt x="193357" y="1847850"/>
                  </a:lnTo>
                  <a:lnTo>
                    <a:pt x="198120" y="1844993"/>
                  </a:lnTo>
                  <a:lnTo>
                    <a:pt x="201930" y="1842135"/>
                  </a:lnTo>
                  <a:lnTo>
                    <a:pt x="206692" y="1839278"/>
                  </a:lnTo>
                  <a:lnTo>
                    <a:pt x="210503" y="1838325"/>
                  </a:lnTo>
                  <a:lnTo>
                    <a:pt x="215265" y="1837372"/>
                  </a:lnTo>
                  <a:lnTo>
                    <a:pt x="220028" y="1837372"/>
                  </a:lnTo>
                  <a:lnTo>
                    <a:pt x="224790" y="1837372"/>
                  </a:lnTo>
                  <a:lnTo>
                    <a:pt x="228600" y="1839278"/>
                  </a:lnTo>
                  <a:lnTo>
                    <a:pt x="233362" y="1841182"/>
                  </a:lnTo>
                  <a:lnTo>
                    <a:pt x="237172" y="1844040"/>
                  </a:lnTo>
                  <a:lnTo>
                    <a:pt x="241935" y="1846898"/>
                  </a:lnTo>
                  <a:lnTo>
                    <a:pt x="246697" y="1849755"/>
                  </a:lnTo>
                  <a:lnTo>
                    <a:pt x="251460" y="1852613"/>
                  </a:lnTo>
                  <a:lnTo>
                    <a:pt x="256222" y="1855470"/>
                  </a:lnTo>
                  <a:lnTo>
                    <a:pt x="260032" y="1858328"/>
                  </a:lnTo>
                  <a:lnTo>
                    <a:pt x="264795" y="1860232"/>
                  </a:lnTo>
                  <a:lnTo>
                    <a:pt x="269557" y="1861185"/>
                  </a:lnTo>
                  <a:lnTo>
                    <a:pt x="274320" y="1862138"/>
                  </a:lnTo>
                  <a:lnTo>
                    <a:pt x="278130" y="1863090"/>
                  </a:lnTo>
                  <a:lnTo>
                    <a:pt x="282892" y="1863090"/>
                  </a:lnTo>
                  <a:lnTo>
                    <a:pt x="287655" y="1863090"/>
                  </a:lnTo>
                  <a:lnTo>
                    <a:pt x="291465" y="1863090"/>
                  </a:lnTo>
                  <a:lnTo>
                    <a:pt x="296228" y="1862138"/>
                  </a:lnTo>
                  <a:lnTo>
                    <a:pt x="300990" y="1862138"/>
                  </a:lnTo>
                  <a:lnTo>
                    <a:pt x="305753" y="1862138"/>
                  </a:lnTo>
                  <a:lnTo>
                    <a:pt x="309562" y="1862138"/>
                  </a:lnTo>
                  <a:lnTo>
                    <a:pt x="314325" y="1862138"/>
                  </a:lnTo>
                  <a:lnTo>
                    <a:pt x="318135" y="1862138"/>
                  </a:lnTo>
                  <a:lnTo>
                    <a:pt x="322897" y="1862138"/>
                  </a:lnTo>
                  <a:lnTo>
                    <a:pt x="327660" y="1862138"/>
                  </a:lnTo>
                  <a:lnTo>
                    <a:pt x="332422" y="1862138"/>
                  </a:lnTo>
                  <a:lnTo>
                    <a:pt x="337185" y="1863090"/>
                  </a:lnTo>
                  <a:lnTo>
                    <a:pt x="340995" y="1863090"/>
                  </a:lnTo>
                  <a:lnTo>
                    <a:pt x="345757" y="1863090"/>
                  </a:lnTo>
                  <a:lnTo>
                    <a:pt x="350520" y="1863090"/>
                  </a:lnTo>
                  <a:lnTo>
                    <a:pt x="355282" y="1863090"/>
                  </a:lnTo>
                  <a:lnTo>
                    <a:pt x="359092" y="1863090"/>
                  </a:lnTo>
                  <a:lnTo>
                    <a:pt x="363855" y="1863090"/>
                  </a:lnTo>
                  <a:lnTo>
                    <a:pt x="367665" y="1863090"/>
                  </a:lnTo>
                  <a:lnTo>
                    <a:pt x="372428" y="1862138"/>
                  </a:lnTo>
                  <a:lnTo>
                    <a:pt x="377190" y="1862138"/>
                  </a:lnTo>
                  <a:lnTo>
                    <a:pt x="381953" y="1862138"/>
                  </a:lnTo>
                  <a:lnTo>
                    <a:pt x="386715" y="1863090"/>
                  </a:lnTo>
                  <a:lnTo>
                    <a:pt x="390525" y="1863090"/>
                  </a:lnTo>
                  <a:lnTo>
                    <a:pt x="395288" y="1863090"/>
                  </a:lnTo>
                  <a:lnTo>
                    <a:pt x="399097" y="1863090"/>
                  </a:lnTo>
                  <a:lnTo>
                    <a:pt x="403860" y="1863090"/>
                  </a:lnTo>
                  <a:lnTo>
                    <a:pt x="408622" y="1863090"/>
                  </a:lnTo>
                  <a:lnTo>
                    <a:pt x="413385" y="1863090"/>
                  </a:lnTo>
                  <a:lnTo>
                    <a:pt x="417195" y="1863090"/>
                  </a:lnTo>
                  <a:lnTo>
                    <a:pt x="421957" y="1863090"/>
                  </a:lnTo>
                  <a:lnTo>
                    <a:pt x="426720" y="1863090"/>
                  </a:lnTo>
                  <a:lnTo>
                    <a:pt x="431482" y="1863090"/>
                  </a:lnTo>
                  <a:lnTo>
                    <a:pt x="436245" y="1863090"/>
                  </a:lnTo>
                  <a:lnTo>
                    <a:pt x="440055" y="1863090"/>
                  </a:lnTo>
                  <a:lnTo>
                    <a:pt x="444817" y="1863090"/>
                  </a:lnTo>
                  <a:lnTo>
                    <a:pt x="448628" y="1863090"/>
                  </a:lnTo>
                  <a:lnTo>
                    <a:pt x="453390" y="1863090"/>
                  </a:lnTo>
                  <a:lnTo>
                    <a:pt x="458153" y="1863090"/>
                  </a:lnTo>
                  <a:lnTo>
                    <a:pt x="462915" y="1863090"/>
                  </a:lnTo>
                  <a:lnTo>
                    <a:pt x="466725" y="1863090"/>
                  </a:lnTo>
                  <a:lnTo>
                    <a:pt x="471488" y="1863090"/>
                  </a:lnTo>
                  <a:lnTo>
                    <a:pt x="475297" y="1863090"/>
                  </a:lnTo>
                  <a:lnTo>
                    <a:pt x="480060" y="1863090"/>
                  </a:lnTo>
                  <a:lnTo>
                    <a:pt x="484822" y="1863090"/>
                  </a:lnTo>
                  <a:lnTo>
                    <a:pt x="489585" y="1863090"/>
                  </a:lnTo>
                  <a:lnTo>
                    <a:pt x="494347" y="1863090"/>
                  </a:lnTo>
                  <a:lnTo>
                    <a:pt x="498157" y="1863090"/>
                  </a:lnTo>
                  <a:lnTo>
                    <a:pt x="502920" y="1863090"/>
                  </a:lnTo>
                  <a:lnTo>
                    <a:pt x="507682" y="1863090"/>
                  </a:lnTo>
                  <a:lnTo>
                    <a:pt x="512445" y="1863090"/>
                  </a:lnTo>
                  <a:lnTo>
                    <a:pt x="516255" y="1863090"/>
                  </a:lnTo>
                  <a:lnTo>
                    <a:pt x="521017" y="1863090"/>
                  </a:lnTo>
                  <a:lnTo>
                    <a:pt x="525780" y="1863090"/>
                  </a:lnTo>
                  <a:lnTo>
                    <a:pt x="529590" y="1863090"/>
                  </a:lnTo>
                  <a:lnTo>
                    <a:pt x="534353" y="1863090"/>
                  </a:lnTo>
                  <a:lnTo>
                    <a:pt x="539115" y="1863090"/>
                  </a:lnTo>
                  <a:lnTo>
                    <a:pt x="543878" y="1863090"/>
                  </a:lnTo>
                  <a:lnTo>
                    <a:pt x="547688" y="1863090"/>
                  </a:lnTo>
                  <a:lnTo>
                    <a:pt x="552450" y="1863090"/>
                  </a:lnTo>
                  <a:lnTo>
                    <a:pt x="556260" y="1863090"/>
                  </a:lnTo>
                  <a:lnTo>
                    <a:pt x="561022" y="1863090"/>
                  </a:lnTo>
                  <a:lnTo>
                    <a:pt x="565785" y="1863090"/>
                  </a:lnTo>
                  <a:lnTo>
                    <a:pt x="570547" y="1863090"/>
                  </a:lnTo>
                  <a:lnTo>
                    <a:pt x="575310" y="1863090"/>
                  </a:lnTo>
                  <a:lnTo>
                    <a:pt x="579120" y="1863090"/>
                  </a:lnTo>
                  <a:lnTo>
                    <a:pt x="583882" y="1863090"/>
                  </a:lnTo>
                  <a:lnTo>
                    <a:pt x="587692" y="1863090"/>
                  </a:lnTo>
                  <a:lnTo>
                    <a:pt x="592455" y="1863090"/>
                  </a:lnTo>
                  <a:lnTo>
                    <a:pt x="597217" y="1863090"/>
                  </a:lnTo>
                  <a:lnTo>
                    <a:pt x="601980" y="1863090"/>
                  </a:lnTo>
                  <a:lnTo>
                    <a:pt x="605790" y="1863090"/>
                  </a:lnTo>
                  <a:lnTo>
                    <a:pt x="610553" y="1863090"/>
                  </a:lnTo>
                  <a:lnTo>
                    <a:pt x="615315" y="1863090"/>
                  </a:lnTo>
                  <a:lnTo>
                    <a:pt x="620078" y="1863090"/>
                  </a:lnTo>
                  <a:lnTo>
                    <a:pt x="624840" y="1863090"/>
                  </a:lnTo>
                  <a:lnTo>
                    <a:pt x="628650" y="1863090"/>
                  </a:lnTo>
                  <a:lnTo>
                    <a:pt x="633412" y="1863090"/>
                  </a:lnTo>
                  <a:lnTo>
                    <a:pt x="637222" y="1863090"/>
                  </a:lnTo>
                  <a:lnTo>
                    <a:pt x="641985" y="1863090"/>
                  </a:lnTo>
                  <a:lnTo>
                    <a:pt x="646747" y="1863090"/>
                  </a:lnTo>
                  <a:lnTo>
                    <a:pt x="651510" y="1863090"/>
                  </a:lnTo>
                  <a:lnTo>
                    <a:pt x="655320" y="1863090"/>
                  </a:lnTo>
                  <a:lnTo>
                    <a:pt x="660082" y="1863090"/>
                  </a:lnTo>
                  <a:lnTo>
                    <a:pt x="663892" y="1863090"/>
                  </a:lnTo>
                  <a:lnTo>
                    <a:pt x="668655" y="1863090"/>
                  </a:lnTo>
                  <a:lnTo>
                    <a:pt x="673417" y="1863090"/>
                  </a:lnTo>
                  <a:lnTo>
                    <a:pt x="678180" y="1863090"/>
                  </a:lnTo>
                  <a:lnTo>
                    <a:pt x="682942" y="1863090"/>
                  </a:lnTo>
                  <a:lnTo>
                    <a:pt x="686753" y="1863090"/>
                  </a:lnTo>
                  <a:lnTo>
                    <a:pt x="691515" y="1862138"/>
                  </a:lnTo>
                  <a:lnTo>
                    <a:pt x="696278" y="1862138"/>
                  </a:lnTo>
                  <a:lnTo>
                    <a:pt x="701040" y="1862138"/>
                  </a:lnTo>
                  <a:lnTo>
                    <a:pt x="704850" y="1862138"/>
                  </a:lnTo>
                  <a:lnTo>
                    <a:pt x="709612" y="1862138"/>
                  </a:lnTo>
                  <a:lnTo>
                    <a:pt x="713422" y="1862138"/>
                  </a:lnTo>
                  <a:lnTo>
                    <a:pt x="718185" y="1863090"/>
                  </a:lnTo>
                  <a:lnTo>
                    <a:pt x="722947" y="1863090"/>
                  </a:lnTo>
                  <a:lnTo>
                    <a:pt x="727710" y="1863090"/>
                  </a:lnTo>
                  <a:lnTo>
                    <a:pt x="732472" y="1863090"/>
                  </a:lnTo>
                  <a:lnTo>
                    <a:pt x="736282" y="1863090"/>
                  </a:lnTo>
                  <a:lnTo>
                    <a:pt x="741045" y="1863090"/>
                  </a:lnTo>
                  <a:lnTo>
                    <a:pt x="744855" y="1863090"/>
                  </a:lnTo>
                  <a:lnTo>
                    <a:pt x="749617" y="1862138"/>
                  </a:lnTo>
                  <a:lnTo>
                    <a:pt x="754380" y="1862138"/>
                  </a:lnTo>
                  <a:lnTo>
                    <a:pt x="759142" y="1862138"/>
                  </a:lnTo>
                  <a:lnTo>
                    <a:pt x="763905" y="1861185"/>
                  </a:lnTo>
                  <a:lnTo>
                    <a:pt x="767715" y="1861185"/>
                  </a:lnTo>
                  <a:lnTo>
                    <a:pt x="772478" y="1861185"/>
                  </a:lnTo>
                  <a:lnTo>
                    <a:pt x="777240" y="1861185"/>
                  </a:lnTo>
                  <a:lnTo>
                    <a:pt x="782003" y="1862138"/>
                  </a:lnTo>
                  <a:lnTo>
                    <a:pt x="785812" y="1862138"/>
                  </a:lnTo>
                  <a:lnTo>
                    <a:pt x="790575" y="1863090"/>
                  </a:lnTo>
                  <a:lnTo>
                    <a:pt x="794385" y="1863090"/>
                  </a:lnTo>
                  <a:lnTo>
                    <a:pt x="799147" y="1863090"/>
                  </a:lnTo>
                  <a:lnTo>
                    <a:pt x="803910" y="1862138"/>
                  </a:lnTo>
                  <a:lnTo>
                    <a:pt x="808672" y="1861185"/>
                  </a:lnTo>
                  <a:lnTo>
                    <a:pt x="813435" y="1859280"/>
                  </a:lnTo>
                  <a:lnTo>
                    <a:pt x="817245" y="1856422"/>
                  </a:lnTo>
                  <a:lnTo>
                    <a:pt x="822007" y="1853565"/>
                  </a:lnTo>
                  <a:lnTo>
                    <a:pt x="825817" y="1848802"/>
                  </a:lnTo>
                  <a:lnTo>
                    <a:pt x="830580" y="1844040"/>
                  </a:lnTo>
                  <a:lnTo>
                    <a:pt x="835342" y="1838325"/>
                  </a:lnTo>
                  <a:lnTo>
                    <a:pt x="840105" y="1831657"/>
                  </a:lnTo>
                  <a:lnTo>
                    <a:pt x="843915" y="1825943"/>
                  </a:lnTo>
                  <a:lnTo>
                    <a:pt x="848678" y="1821180"/>
                  </a:lnTo>
                  <a:lnTo>
                    <a:pt x="853440" y="1816418"/>
                  </a:lnTo>
                  <a:lnTo>
                    <a:pt x="858203" y="1813560"/>
                  </a:lnTo>
                  <a:lnTo>
                    <a:pt x="862965" y="1811655"/>
                  </a:lnTo>
                  <a:lnTo>
                    <a:pt x="866775" y="1811655"/>
                  </a:lnTo>
                  <a:lnTo>
                    <a:pt x="871538" y="1813560"/>
                  </a:lnTo>
                  <a:lnTo>
                    <a:pt x="875347" y="1816418"/>
                  </a:lnTo>
                  <a:lnTo>
                    <a:pt x="880110" y="1821180"/>
                  </a:lnTo>
                  <a:lnTo>
                    <a:pt x="884872" y="1825943"/>
                  </a:lnTo>
                  <a:lnTo>
                    <a:pt x="889635" y="1831657"/>
                  </a:lnTo>
                  <a:lnTo>
                    <a:pt x="893445" y="1838325"/>
                  </a:lnTo>
                  <a:lnTo>
                    <a:pt x="898207" y="1844993"/>
                  </a:lnTo>
                  <a:lnTo>
                    <a:pt x="902017" y="1849755"/>
                  </a:lnTo>
                  <a:lnTo>
                    <a:pt x="906780" y="1854518"/>
                  </a:lnTo>
                  <a:lnTo>
                    <a:pt x="911542" y="1858328"/>
                  </a:lnTo>
                  <a:lnTo>
                    <a:pt x="916305" y="1861185"/>
                  </a:lnTo>
                  <a:lnTo>
                    <a:pt x="921067" y="1862138"/>
                  </a:lnTo>
                  <a:lnTo>
                    <a:pt x="924878" y="1863090"/>
                  </a:lnTo>
                  <a:lnTo>
                    <a:pt x="929640" y="1863090"/>
                  </a:lnTo>
                  <a:lnTo>
                    <a:pt x="934403" y="1862138"/>
                  </a:lnTo>
                  <a:lnTo>
                    <a:pt x="939165" y="1861185"/>
                  </a:lnTo>
                  <a:lnTo>
                    <a:pt x="942975" y="1860232"/>
                  </a:lnTo>
                  <a:lnTo>
                    <a:pt x="947738" y="1859280"/>
                  </a:lnTo>
                  <a:lnTo>
                    <a:pt x="951547" y="1858328"/>
                  </a:lnTo>
                  <a:lnTo>
                    <a:pt x="956310" y="1858328"/>
                  </a:lnTo>
                  <a:lnTo>
                    <a:pt x="961072" y="1859280"/>
                  </a:lnTo>
                  <a:lnTo>
                    <a:pt x="965835" y="1859280"/>
                  </a:lnTo>
                  <a:lnTo>
                    <a:pt x="970597" y="1860232"/>
                  </a:lnTo>
                  <a:lnTo>
                    <a:pt x="974407" y="1861185"/>
                  </a:lnTo>
                  <a:lnTo>
                    <a:pt x="979170" y="1862138"/>
                  </a:lnTo>
                  <a:lnTo>
                    <a:pt x="982980" y="1863090"/>
                  </a:lnTo>
                  <a:lnTo>
                    <a:pt x="987742" y="1863090"/>
                  </a:lnTo>
                  <a:lnTo>
                    <a:pt x="992505" y="1863090"/>
                  </a:lnTo>
                  <a:lnTo>
                    <a:pt x="997267" y="1862138"/>
                  </a:lnTo>
                  <a:lnTo>
                    <a:pt x="1001078" y="1862138"/>
                  </a:lnTo>
                  <a:lnTo>
                    <a:pt x="1005840" y="1861185"/>
                  </a:lnTo>
                  <a:lnTo>
                    <a:pt x="1010603" y="1860232"/>
                  </a:lnTo>
                  <a:lnTo>
                    <a:pt x="1014412" y="1860232"/>
                  </a:lnTo>
                  <a:lnTo>
                    <a:pt x="1019175" y="1859280"/>
                  </a:lnTo>
                  <a:lnTo>
                    <a:pt x="1023938" y="1859280"/>
                  </a:lnTo>
                  <a:lnTo>
                    <a:pt x="1028700" y="1860232"/>
                  </a:lnTo>
                  <a:lnTo>
                    <a:pt x="1032510" y="1860232"/>
                  </a:lnTo>
                  <a:lnTo>
                    <a:pt x="1037272" y="1861185"/>
                  </a:lnTo>
                  <a:lnTo>
                    <a:pt x="1042035" y="1862138"/>
                  </a:lnTo>
                  <a:lnTo>
                    <a:pt x="1046797" y="1862138"/>
                  </a:lnTo>
                  <a:lnTo>
                    <a:pt x="1051560" y="1863090"/>
                  </a:lnTo>
                  <a:lnTo>
                    <a:pt x="1055370" y="1863090"/>
                  </a:lnTo>
                  <a:lnTo>
                    <a:pt x="1060132" y="1863090"/>
                  </a:lnTo>
                  <a:lnTo>
                    <a:pt x="1063942" y="1862138"/>
                  </a:lnTo>
                  <a:lnTo>
                    <a:pt x="1068705" y="1861185"/>
                  </a:lnTo>
                  <a:lnTo>
                    <a:pt x="1073467" y="1860232"/>
                  </a:lnTo>
                  <a:lnTo>
                    <a:pt x="1078230" y="1859280"/>
                  </a:lnTo>
                  <a:lnTo>
                    <a:pt x="1082040" y="1858328"/>
                  </a:lnTo>
                  <a:lnTo>
                    <a:pt x="1086803" y="1857375"/>
                  </a:lnTo>
                  <a:lnTo>
                    <a:pt x="1090612" y="1857375"/>
                  </a:lnTo>
                  <a:lnTo>
                    <a:pt x="1095375" y="1858328"/>
                  </a:lnTo>
                  <a:lnTo>
                    <a:pt x="1100138" y="1859280"/>
                  </a:lnTo>
                  <a:lnTo>
                    <a:pt x="1104900" y="1860232"/>
                  </a:lnTo>
                  <a:lnTo>
                    <a:pt x="1109662" y="1862138"/>
                  </a:lnTo>
                  <a:lnTo>
                    <a:pt x="1113472" y="1862138"/>
                  </a:lnTo>
                  <a:lnTo>
                    <a:pt x="1118235" y="1863090"/>
                  </a:lnTo>
                  <a:lnTo>
                    <a:pt x="1122997" y="1862138"/>
                  </a:lnTo>
                  <a:lnTo>
                    <a:pt x="1127760" y="1861185"/>
                  </a:lnTo>
                  <a:lnTo>
                    <a:pt x="1131570" y="1857375"/>
                  </a:lnTo>
                  <a:lnTo>
                    <a:pt x="1136332" y="1852613"/>
                  </a:lnTo>
                  <a:lnTo>
                    <a:pt x="1140142" y="1845945"/>
                  </a:lnTo>
                  <a:lnTo>
                    <a:pt x="1144905" y="1838325"/>
                  </a:lnTo>
                  <a:lnTo>
                    <a:pt x="1149667" y="1828800"/>
                  </a:lnTo>
                  <a:lnTo>
                    <a:pt x="1154430" y="1819275"/>
                  </a:lnTo>
                  <a:lnTo>
                    <a:pt x="1159192" y="1809750"/>
                  </a:lnTo>
                  <a:lnTo>
                    <a:pt x="1163003" y="1801178"/>
                  </a:lnTo>
                  <a:lnTo>
                    <a:pt x="1167765" y="1793557"/>
                  </a:lnTo>
                  <a:lnTo>
                    <a:pt x="1171575" y="1787843"/>
                  </a:lnTo>
                  <a:lnTo>
                    <a:pt x="1176338" y="1784032"/>
                  </a:lnTo>
                  <a:lnTo>
                    <a:pt x="1181100" y="1783080"/>
                  </a:lnTo>
                  <a:lnTo>
                    <a:pt x="1185862" y="1784985"/>
                  </a:lnTo>
                  <a:lnTo>
                    <a:pt x="1189672" y="1787843"/>
                  </a:lnTo>
                  <a:lnTo>
                    <a:pt x="1194435" y="1794510"/>
                  </a:lnTo>
                  <a:lnTo>
                    <a:pt x="1199197" y="1801178"/>
                  </a:lnTo>
                  <a:lnTo>
                    <a:pt x="1203960" y="1809750"/>
                  </a:lnTo>
                  <a:lnTo>
                    <a:pt x="1208722" y="1819275"/>
                  </a:lnTo>
                  <a:lnTo>
                    <a:pt x="1212532" y="1828800"/>
                  </a:lnTo>
                  <a:lnTo>
                    <a:pt x="1217295" y="1837372"/>
                  </a:lnTo>
                  <a:lnTo>
                    <a:pt x="1221105" y="1844993"/>
                  </a:lnTo>
                  <a:lnTo>
                    <a:pt x="1225867" y="1851660"/>
                  </a:lnTo>
                  <a:lnTo>
                    <a:pt x="1230630" y="1856422"/>
                  </a:lnTo>
                  <a:lnTo>
                    <a:pt x="1235392" y="1860232"/>
                  </a:lnTo>
                  <a:lnTo>
                    <a:pt x="1239203" y="1862138"/>
                  </a:lnTo>
                  <a:lnTo>
                    <a:pt x="1243965" y="1863090"/>
                  </a:lnTo>
                  <a:lnTo>
                    <a:pt x="1248728" y="1863090"/>
                  </a:lnTo>
                  <a:lnTo>
                    <a:pt x="1252538" y="1862138"/>
                  </a:lnTo>
                  <a:lnTo>
                    <a:pt x="1257300" y="1862138"/>
                  </a:lnTo>
                  <a:lnTo>
                    <a:pt x="1262062" y="1861185"/>
                  </a:lnTo>
                  <a:lnTo>
                    <a:pt x="1266825" y="1860232"/>
                  </a:lnTo>
                  <a:lnTo>
                    <a:pt x="1270635" y="1859280"/>
                  </a:lnTo>
                  <a:lnTo>
                    <a:pt x="1275397" y="1859280"/>
                  </a:lnTo>
                  <a:lnTo>
                    <a:pt x="1280160" y="1859280"/>
                  </a:lnTo>
                  <a:lnTo>
                    <a:pt x="1284922" y="1860232"/>
                  </a:lnTo>
                  <a:lnTo>
                    <a:pt x="1289685" y="1861185"/>
                  </a:lnTo>
                  <a:lnTo>
                    <a:pt x="1293495" y="1862138"/>
                  </a:lnTo>
                  <a:lnTo>
                    <a:pt x="1298257" y="1862138"/>
                  </a:lnTo>
                  <a:lnTo>
                    <a:pt x="1302067" y="1863090"/>
                  </a:lnTo>
                  <a:lnTo>
                    <a:pt x="1306830" y="1863090"/>
                  </a:lnTo>
                  <a:lnTo>
                    <a:pt x="1311592" y="1863090"/>
                  </a:lnTo>
                  <a:lnTo>
                    <a:pt x="1316355" y="1863090"/>
                  </a:lnTo>
                  <a:lnTo>
                    <a:pt x="1320165" y="1863090"/>
                  </a:lnTo>
                  <a:lnTo>
                    <a:pt x="1324928" y="1862138"/>
                  </a:lnTo>
                  <a:lnTo>
                    <a:pt x="1328738" y="1862138"/>
                  </a:lnTo>
                  <a:lnTo>
                    <a:pt x="1333500" y="1862138"/>
                  </a:lnTo>
                  <a:lnTo>
                    <a:pt x="1338262" y="1862138"/>
                  </a:lnTo>
                  <a:lnTo>
                    <a:pt x="1343025" y="1862138"/>
                  </a:lnTo>
                  <a:lnTo>
                    <a:pt x="1347788" y="1862138"/>
                  </a:lnTo>
                  <a:lnTo>
                    <a:pt x="1351597" y="1862138"/>
                  </a:lnTo>
                  <a:lnTo>
                    <a:pt x="1356360" y="1862138"/>
                  </a:lnTo>
                  <a:lnTo>
                    <a:pt x="1360170" y="1862138"/>
                  </a:lnTo>
                  <a:lnTo>
                    <a:pt x="1364932" y="1863090"/>
                  </a:lnTo>
                  <a:lnTo>
                    <a:pt x="1369695" y="1863090"/>
                  </a:lnTo>
                  <a:lnTo>
                    <a:pt x="1374457" y="1863090"/>
                  </a:lnTo>
                  <a:lnTo>
                    <a:pt x="1378267" y="1863090"/>
                  </a:lnTo>
                  <a:lnTo>
                    <a:pt x="1383030" y="1863090"/>
                  </a:lnTo>
                  <a:lnTo>
                    <a:pt x="1387792" y="1863090"/>
                  </a:lnTo>
                  <a:lnTo>
                    <a:pt x="1392555" y="1862138"/>
                  </a:lnTo>
                  <a:lnTo>
                    <a:pt x="1397317" y="1862138"/>
                  </a:lnTo>
                  <a:lnTo>
                    <a:pt x="1401128" y="1862138"/>
                  </a:lnTo>
                  <a:lnTo>
                    <a:pt x="1405890" y="1862138"/>
                  </a:lnTo>
                  <a:lnTo>
                    <a:pt x="1409700" y="1862138"/>
                  </a:lnTo>
                  <a:lnTo>
                    <a:pt x="1414462" y="1862138"/>
                  </a:lnTo>
                  <a:lnTo>
                    <a:pt x="1419225" y="1862138"/>
                  </a:lnTo>
                  <a:lnTo>
                    <a:pt x="1423988" y="1862138"/>
                  </a:lnTo>
                  <a:lnTo>
                    <a:pt x="1427797" y="1863090"/>
                  </a:lnTo>
                  <a:lnTo>
                    <a:pt x="1432560" y="1863090"/>
                  </a:lnTo>
                  <a:lnTo>
                    <a:pt x="1437322" y="1863090"/>
                  </a:lnTo>
                  <a:lnTo>
                    <a:pt x="1441132" y="1863090"/>
                  </a:lnTo>
                  <a:lnTo>
                    <a:pt x="1445895" y="1863090"/>
                  </a:lnTo>
                  <a:lnTo>
                    <a:pt x="1450657" y="1863090"/>
                  </a:lnTo>
                  <a:lnTo>
                    <a:pt x="1455420" y="1862138"/>
                  </a:lnTo>
                  <a:lnTo>
                    <a:pt x="1459230" y="1862138"/>
                  </a:lnTo>
                  <a:lnTo>
                    <a:pt x="1463992" y="1862138"/>
                  </a:lnTo>
                  <a:lnTo>
                    <a:pt x="1468755" y="1862138"/>
                  </a:lnTo>
                  <a:lnTo>
                    <a:pt x="1473517" y="1862138"/>
                  </a:lnTo>
                  <a:lnTo>
                    <a:pt x="1477328" y="1862138"/>
                  </a:lnTo>
                  <a:lnTo>
                    <a:pt x="1482090" y="1862138"/>
                  </a:lnTo>
                  <a:lnTo>
                    <a:pt x="1486853" y="1862138"/>
                  </a:lnTo>
                  <a:lnTo>
                    <a:pt x="1490662" y="1863090"/>
                  </a:lnTo>
                  <a:lnTo>
                    <a:pt x="1495425" y="1863090"/>
                  </a:lnTo>
                  <a:lnTo>
                    <a:pt x="1500188" y="1863090"/>
                  </a:lnTo>
                  <a:lnTo>
                    <a:pt x="1504950" y="1863090"/>
                  </a:lnTo>
                  <a:lnTo>
                    <a:pt x="1508760" y="1863090"/>
                  </a:lnTo>
                  <a:lnTo>
                    <a:pt x="1513522" y="1863090"/>
                  </a:lnTo>
                  <a:lnTo>
                    <a:pt x="1517332" y="1862138"/>
                  </a:lnTo>
                  <a:lnTo>
                    <a:pt x="1522095" y="1862138"/>
                  </a:lnTo>
                  <a:lnTo>
                    <a:pt x="1526857" y="1862138"/>
                  </a:lnTo>
                  <a:lnTo>
                    <a:pt x="1531620" y="1862138"/>
                  </a:lnTo>
                  <a:lnTo>
                    <a:pt x="1536382" y="1862138"/>
                  </a:lnTo>
                  <a:lnTo>
                    <a:pt x="1540192" y="1862138"/>
                  </a:lnTo>
                  <a:lnTo>
                    <a:pt x="1544955" y="1862138"/>
                  </a:lnTo>
                  <a:lnTo>
                    <a:pt x="1549717" y="1862138"/>
                  </a:lnTo>
                  <a:lnTo>
                    <a:pt x="1554480" y="1862138"/>
                  </a:lnTo>
                  <a:lnTo>
                    <a:pt x="1558290" y="1863090"/>
                  </a:lnTo>
                  <a:lnTo>
                    <a:pt x="1563053" y="1863090"/>
                  </a:lnTo>
                  <a:lnTo>
                    <a:pt x="1566862" y="1863090"/>
                  </a:lnTo>
                  <a:lnTo>
                    <a:pt x="1571625" y="1863090"/>
                  </a:lnTo>
                  <a:lnTo>
                    <a:pt x="1576388" y="1863090"/>
                  </a:lnTo>
                  <a:lnTo>
                    <a:pt x="1581150" y="1862138"/>
                  </a:lnTo>
                  <a:lnTo>
                    <a:pt x="1585912" y="1862138"/>
                  </a:lnTo>
                  <a:lnTo>
                    <a:pt x="1589722" y="1862138"/>
                  </a:lnTo>
                  <a:lnTo>
                    <a:pt x="1594485" y="1862138"/>
                  </a:lnTo>
                  <a:lnTo>
                    <a:pt x="1598295" y="1862138"/>
                  </a:lnTo>
                  <a:lnTo>
                    <a:pt x="1603057" y="1862138"/>
                  </a:lnTo>
                  <a:lnTo>
                    <a:pt x="1607820" y="1862138"/>
                  </a:lnTo>
                  <a:lnTo>
                    <a:pt x="1612582" y="1862138"/>
                  </a:lnTo>
                  <a:lnTo>
                    <a:pt x="1616392" y="1862138"/>
                  </a:lnTo>
                  <a:lnTo>
                    <a:pt x="1621155" y="1862138"/>
                  </a:lnTo>
                  <a:lnTo>
                    <a:pt x="1625917" y="1863090"/>
                  </a:lnTo>
                  <a:lnTo>
                    <a:pt x="1630680" y="1863090"/>
                  </a:lnTo>
                  <a:lnTo>
                    <a:pt x="1635442" y="1863090"/>
                  </a:lnTo>
                  <a:lnTo>
                    <a:pt x="1639253" y="1863090"/>
                  </a:lnTo>
                  <a:lnTo>
                    <a:pt x="1644015" y="1862138"/>
                  </a:lnTo>
                  <a:lnTo>
                    <a:pt x="1647825" y="1862138"/>
                  </a:lnTo>
                  <a:lnTo>
                    <a:pt x="1652588" y="1861185"/>
                  </a:lnTo>
                  <a:lnTo>
                    <a:pt x="1657350" y="1861185"/>
                  </a:lnTo>
                  <a:lnTo>
                    <a:pt x="1662112" y="1860232"/>
                  </a:lnTo>
                  <a:lnTo>
                    <a:pt x="1665922" y="1860232"/>
                  </a:lnTo>
                  <a:lnTo>
                    <a:pt x="1670685" y="1860232"/>
                  </a:lnTo>
                  <a:lnTo>
                    <a:pt x="1675447" y="1861185"/>
                  </a:lnTo>
                  <a:lnTo>
                    <a:pt x="1679257" y="1861185"/>
                  </a:lnTo>
                  <a:lnTo>
                    <a:pt x="1684020" y="1862138"/>
                  </a:lnTo>
                  <a:lnTo>
                    <a:pt x="1688782" y="1862138"/>
                  </a:lnTo>
                  <a:lnTo>
                    <a:pt x="1693545" y="1863090"/>
                  </a:lnTo>
                  <a:lnTo>
                    <a:pt x="1697355" y="1863090"/>
                  </a:lnTo>
                  <a:lnTo>
                    <a:pt x="1702117" y="1862138"/>
                  </a:lnTo>
                  <a:lnTo>
                    <a:pt x="1705928" y="1862138"/>
                  </a:lnTo>
                  <a:lnTo>
                    <a:pt x="1710690" y="1860232"/>
                  </a:lnTo>
                  <a:lnTo>
                    <a:pt x="1715453" y="1858328"/>
                  </a:lnTo>
                  <a:lnTo>
                    <a:pt x="1720215" y="1856422"/>
                  </a:lnTo>
                  <a:lnTo>
                    <a:pt x="1724978" y="1855470"/>
                  </a:lnTo>
                  <a:lnTo>
                    <a:pt x="1728788" y="1853565"/>
                  </a:lnTo>
                  <a:lnTo>
                    <a:pt x="1733550" y="1853565"/>
                  </a:lnTo>
                  <a:lnTo>
                    <a:pt x="1738312" y="1854518"/>
                  </a:lnTo>
                  <a:lnTo>
                    <a:pt x="1743075" y="1855470"/>
                  </a:lnTo>
                  <a:lnTo>
                    <a:pt x="1746885" y="1858328"/>
                  </a:lnTo>
                  <a:lnTo>
                    <a:pt x="1751647" y="1860232"/>
                  </a:lnTo>
                  <a:lnTo>
                    <a:pt x="1755457" y="1862138"/>
                  </a:lnTo>
                  <a:lnTo>
                    <a:pt x="1760220" y="1863090"/>
                  </a:lnTo>
                  <a:lnTo>
                    <a:pt x="1764982" y="1861185"/>
                  </a:lnTo>
                  <a:lnTo>
                    <a:pt x="1769745" y="1856422"/>
                  </a:lnTo>
                  <a:lnTo>
                    <a:pt x="1774507" y="1846898"/>
                  </a:lnTo>
                  <a:lnTo>
                    <a:pt x="1778317" y="1832610"/>
                  </a:lnTo>
                  <a:lnTo>
                    <a:pt x="1783080" y="1812607"/>
                  </a:lnTo>
                  <a:lnTo>
                    <a:pt x="1786890" y="1787843"/>
                  </a:lnTo>
                  <a:lnTo>
                    <a:pt x="1791653" y="1757363"/>
                  </a:lnTo>
                  <a:lnTo>
                    <a:pt x="1796415" y="1724025"/>
                  </a:lnTo>
                  <a:lnTo>
                    <a:pt x="1801178" y="1686878"/>
                  </a:lnTo>
                  <a:lnTo>
                    <a:pt x="1804988" y="1650682"/>
                  </a:lnTo>
                  <a:lnTo>
                    <a:pt x="1809750" y="1616393"/>
                  </a:lnTo>
                  <a:lnTo>
                    <a:pt x="1814512" y="1585913"/>
                  </a:lnTo>
                  <a:lnTo>
                    <a:pt x="1819275" y="1562100"/>
                  </a:lnTo>
                  <a:lnTo>
                    <a:pt x="1824038" y="1545907"/>
                  </a:lnTo>
                  <a:lnTo>
                    <a:pt x="1827847" y="1539240"/>
                  </a:lnTo>
                  <a:lnTo>
                    <a:pt x="1832610" y="1544002"/>
                  </a:lnTo>
                  <a:lnTo>
                    <a:pt x="1836420" y="1557338"/>
                  </a:lnTo>
                  <a:lnTo>
                    <a:pt x="1841182" y="1580198"/>
                  </a:lnTo>
                  <a:lnTo>
                    <a:pt x="1845945" y="1611630"/>
                  </a:lnTo>
                  <a:lnTo>
                    <a:pt x="1850707" y="1647825"/>
                  </a:lnTo>
                  <a:lnTo>
                    <a:pt x="1854517" y="1686878"/>
                  </a:lnTo>
                  <a:lnTo>
                    <a:pt x="1859280" y="1726882"/>
                  </a:lnTo>
                  <a:lnTo>
                    <a:pt x="1864042" y="1764030"/>
                  </a:lnTo>
                  <a:lnTo>
                    <a:pt x="1867853" y="1797368"/>
                  </a:lnTo>
                  <a:lnTo>
                    <a:pt x="1872615" y="1824990"/>
                  </a:lnTo>
                  <a:lnTo>
                    <a:pt x="1877378" y="1844993"/>
                  </a:lnTo>
                  <a:lnTo>
                    <a:pt x="1882140" y="1857375"/>
                  </a:lnTo>
                  <a:lnTo>
                    <a:pt x="1885950" y="1862138"/>
                  </a:lnTo>
                  <a:lnTo>
                    <a:pt x="1890712" y="1862138"/>
                  </a:lnTo>
                  <a:lnTo>
                    <a:pt x="1895475" y="1857375"/>
                  </a:lnTo>
                  <a:lnTo>
                    <a:pt x="1900238" y="1850707"/>
                  </a:lnTo>
                  <a:lnTo>
                    <a:pt x="1904047" y="1842135"/>
                  </a:lnTo>
                  <a:lnTo>
                    <a:pt x="1908810" y="1835468"/>
                  </a:lnTo>
                  <a:lnTo>
                    <a:pt x="1913572" y="1830705"/>
                  </a:lnTo>
                  <a:lnTo>
                    <a:pt x="1917382" y="1828800"/>
                  </a:lnTo>
                  <a:lnTo>
                    <a:pt x="1922145" y="1829752"/>
                  </a:lnTo>
                  <a:lnTo>
                    <a:pt x="1926907" y="1833563"/>
                  </a:lnTo>
                  <a:lnTo>
                    <a:pt x="1931670" y="1839278"/>
                  </a:lnTo>
                  <a:lnTo>
                    <a:pt x="1935480" y="1846898"/>
                  </a:lnTo>
                  <a:lnTo>
                    <a:pt x="1940242" y="1853565"/>
                  </a:lnTo>
                  <a:lnTo>
                    <a:pt x="1944053" y="1859280"/>
                  </a:lnTo>
                  <a:lnTo>
                    <a:pt x="1948815" y="1862138"/>
                  </a:lnTo>
                  <a:lnTo>
                    <a:pt x="1953578" y="1863090"/>
                  </a:lnTo>
                  <a:lnTo>
                    <a:pt x="1958340" y="1861185"/>
                  </a:lnTo>
                  <a:lnTo>
                    <a:pt x="1963103" y="1856422"/>
                  </a:lnTo>
                  <a:lnTo>
                    <a:pt x="1966912" y="1850707"/>
                  </a:lnTo>
                  <a:lnTo>
                    <a:pt x="1971675" y="1844040"/>
                  </a:lnTo>
                  <a:lnTo>
                    <a:pt x="1976438" y="1838325"/>
                  </a:lnTo>
                  <a:lnTo>
                    <a:pt x="1981200" y="1834515"/>
                  </a:lnTo>
                  <a:lnTo>
                    <a:pt x="1985010" y="1832610"/>
                  </a:lnTo>
                  <a:lnTo>
                    <a:pt x="1989772" y="1833563"/>
                  </a:lnTo>
                  <a:lnTo>
                    <a:pt x="1993582" y="1838325"/>
                  </a:lnTo>
                  <a:lnTo>
                    <a:pt x="1998345" y="1844040"/>
                  </a:lnTo>
                  <a:lnTo>
                    <a:pt x="2003107" y="1850707"/>
                  </a:lnTo>
                  <a:lnTo>
                    <a:pt x="2007870" y="1856422"/>
                  </a:lnTo>
                  <a:lnTo>
                    <a:pt x="2012632" y="1861185"/>
                  </a:lnTo>
                  <a:lnTo>
                    <a:pt x="2016442" y="1863090"/>
                  </a:lnTo>
                  <a:lnTo>
                    <a:pt x="2021205" y="1861185"/>
                  </a:lnTo>
                  <a:lnTo>
                    <a:pt x="2025015" y="1855470"/>
                  </a:lnTo>
                  <a:lnTo>
                    <a:pt x="2029778" y="1846898"/>
                  </a:lnTo>
                  <a:lnTo>
                    <a:pt x="2034540" y="1835468"/>
                  </a:lnTo>
                  <a:lnTo>
                    <a:pt x="2039303" y="1823085"/>
                  </a:lnTo>
                  <a:lnTo>
                    <a:pt x="2043112" y="1812607"/>
                  </a:lnTo>
                  <a:lnTo>
                    <a:pt x="2047875" y="1804988"/>
                  </a:lnTo>
                  <a:lnTo>
                    <a:pt x="2052638" y="1802130"/>
                  </a:lnTo>
                  <a:lnTo>
                    <a:pt x="2057400" y="1804988"/>
                  </a:lnTo>
                  <a:lnTo>
                    <a:pt x="2062162" y="1813560"/>
                  </a:lnTo>
                  <a:lnTo>
                    <a:pt x="2065972" y="1826895"/>
                  </a:lnTo>
                  <a:lnTo>
                    <a:pt x="2070735" y="1841182"/>
                  </a:lnTo>
                  <a:lnTo>
                    <a:pt x="2074545" y="1854518"/>
                  </a:lnTo>
                  <a:lnTo>
                    <a:pt x="2079307" y="1862138"/>
                  </a:lnTo>
                  <a:lnTo>
                    <a:pt x="2084070" y="1859280"/>
                  </a:lnTo>
                  <a:lnTo>
                    <a:pt x="2088832" y="1842135"/>
                  </a:lnTo>
                  <a:lnTo>
                    <a:pt x="2092642" y="1804035"/>
                  </a:lnTo>
                  <a:lnTo>
                    <a:pt x="2097405" y="1744028"/>
                  </a:lnTo>
                  <a:lnTo>
                    <a:pt x="2102167" y="1661160"/>
                  </a:lnTo>
                  <a:lnTo>
                    <a:pt x="2105978" y="1555432"/>
                  </a:lnTo>
                  <a:lnTo>
                    <a:pt x="2110740" y="1430655"/>
                  </a:lnTo>
                  <a:lnTo>
                    <a:pt x="2115502" y="1290638"/>
                  </a:lnTo>
                  <a:lnTo>
                    <a:pt x="2120265" y="1143952"/>
                  </a:lnTo>
                  <a:lnTo>
                    <a:pt x="2124075" y="998220"/>
                  </a:lnTo>
                  <a:lnTo>
                    <a:pt x="2128838" y="862965"/>
                  </a:lnTo>
                  <a:lnTo>
                    <a:pt x="2132648" y="746760"/>
                  </a:lnTo>
                  <a:lnTo>
                    <a:pt x="2137410" y="658178"/>
                  </a:lnTo>
                  <a:lnTo>
                    <a:pt x="2142172" y="602932"/>
                  </a:lnTo>
                  <a:lnTo>
                    <a:pt x="2146935" y="586740"/>
                  </a:lnTo>
                  <a:lnTo>
                    <a:pt x="2151698" y="608648"/>
                  </a:lnTo>
                  <a:lnTo>
                    <a:pt x="2155507" y="669607"/>
                  </a:lnTo>
                  <a:lnTo>
                    <a:pt x="2160270" y="764857"/>
                  </a:lnTo>
                  <a:lnTo>
                    <a:pt x="2165032" y="886778"/>
                  </a:lnTo>
                  <a:lnTo>
                    <a:pt x="2169795" y="1028700"/>
                  </a:lnTo>
                  <a:lnTo>
                    <a:pt x="2173605" y="1179195"/>
                  </a:lnTo>
                  <a:lnTo>
                    <a:pt x="2178367" y="1330643"/>
                  </a:lnTo>
                  <a:lnTo>
                    <a:pt x="2182178" y="1472565"/>
                  </a:lnTo>
                  <a:lnTo>
                    <a:pt x="2186940" y="1597343"/>
                  </a:lnTo>
                  <a:lnTo>
                    <a:pt x="2191702" y="1700213"/>
                  </a:lnTo>
                  <a:lnTo>
                    <a:pt x="2196465" y="1778318"/>
                  </a:lnTo>
                  <a:lnTo>
                    <a:pt x="2201228" y="1829752"/>
                  </a:lnTo>
                  <a:lnTo>
                    <a:pt x="2205038" y="1856422"/>
                  </a:lnTo>
                  <a:lnTo>
                    <a:pt x="2209800" y="1863090"/>
                  </a:lnTo>
                  <a:lnTo>
                    <a:pt x="2213610" y="1853565"/>
                  </a:lnTo>
                  <a:lnTo>
                    <a:pt x="2218372" y="1834515"/>
                  </a:lnTo>
                  <a:lnTo>
                    <a:pt x="2223135" y="1812607"/>
                  </a:lnTo>
                  <a:lnTo>
                    <a:pt x="2227898" y="1790700"/>
                  </a:lnTo>
                  <a:lnTo>
                    <a:pt x="2231707" y="1775460"/>
                  </a:lnTo>
                  <a:lnTo>
                    <a:pt x="2236470" y="1766888"/>
                  </a:lnTo>
                  <a:lnTo>
                    <a:pt x="2241232" y="1767840"/>
                  </a:lnTo>
                  <a:lnTo>
                    <a:pt x="2245995" y="1777365"/>
                  </a:lnTo>
                  <a:lnTo>
                    <a:pt x="2250757" y="1792605"/>
                  </a:lnTo>
                  <a:lnTo>
                    <a:pt x="2254567" y="1811655"/>
                  </a:lnTo>
                  <a:lnTo>
                    <a:pt x="2259330" y="1830705"/>
                  </a:lnTo>
                  <a:lnTo>
                    <a:pt x="2263140" y="1847850"/>
                  </a:lnTo>
                  <a:lnTo>
                    <a:pt x="2267902" y="1858328"/>
                  </a:lnTo>
                  <a:lnTo>
                    <a:pt x="2272665" y="1863090"/>
                  </a:lnTo>
                  <a:lnTo>
                    <a:pt x="2277428" y="1860232"/>
                  </a:lnTo>
                  <a:lnTo>
                    <a:pt x="2281238" y="1851660"/>
                  </a:lnTo>
                  <a:lnTo>
                    <a:pt x="2286000" y="1839278"/>
                  </a:lnTo>
                  <a:lnTo>
                    <a:pt x="2290762" y="1824990"/>
                  </a:lnTo>
                  <a:lnTo>
                    <a:pt x="2294572" y="1810702"/>
                  </a:lnTo>
                  <a:lnTo>
                    <a:pt x="2299335" y="1800225"/>
                  </a:lnTo>
                  <a:lnTo>
                    <a:pt x="2304098" y="1795463"/>
                  </a:lnTo>
                  <a:lnTo>
                    <a:pt x="2308860" y="1796415"/>
                  </a:lnTo>
                  <a:lnTo>
                    <a:pt x="2312670" y="1803082"/>
                  </a:lnTo>
                  <a:lnTo>
                    <a:pt x="2317432" y="1815465"/>
                  </a:lnTo>
                  <a:lnTo>
                    <a:pt x="2322195" y="1829752"/>
                  </a:lnTo>
                  <a:lnTo>
                    <a:pt x="2326957" y="1844040"/>
                  </a:lnTo>
                  <a:lnTo>
                    <a:pt x="2330767" y="1856422"/>
                  </a:lnTo>
                  <a:lnTo>
                    <a:pt x="2335530" y="1862138"/>
                  </a:lnTo>
                  <a:lnTo>
                    <a:pt x="2340292" y="1862138"/>
                  </a:lnTo>
                  <a:lnTo>
                    <a:pt x="2344102" y="1853565"/>
                  </a:lnTo>
                  <a:lnTo>
                    <a:pt x="2348865" y="1838325"/>
                  </a:lnTo>
                  <a:lnTo>
                    <a:pt x="2353628" y="1818322"/>
                  </a:lnTo>
                  <a:lnTo>
                    <a:pt x="2358390" y="1795463"/>
                  </a:lnTo>
                  <a:lnTo>
                    <a:pt x="2362200" y="1774507"/>
                  </a:lnTo>
                  <a:lnTo>
                    <a:pt x="2366962" y="1758315"/>
                  </a:lnTo>
                  <a:lnTo>
                    <a:pt x="2370772" y="1750695"/>
                  </a:lnTo>
                  <a:lnTo>
                    <a:pt x="2375535" y="1752600"/>
                  </a:lnTo>
                  <a:lnTo>
                    <a:pt x="2380298" y="1764982"/>
                  </a:lnTo>
                  <a:lnTo>
                    <a:pt x="2385060" y="1786890"/>
                  </a:lnTo>
                  <a:lnTo>
                    <a:pt x="2389822" y="1813560"/>
                  </a:lnTo>
                  <a:lnTo>
                    <a:pt x="2393632" y="1839278"/>
                  </a:lnTo>
                  <a:lnTo>
                    <a:pt x="2398395" y="1858328"/>
                  </a:lnTo>
                  <a:lnTo>
                    <a:pt x="2403157" y="1862138"/>
                  </a:lnTo>
                  <a:lnTo>
                    <a:pt x="2407920" y="1843088"/>
                  </a:lnTo>
                  <a:lnTo>
                    <a:pt x="2411730" y="1795463"/>
                  </a:lnTo>
                  <a:lnTo>
                    <a:pt x="2416492" y="1713548"/>
                  </a:lnTo>
                  <a:lnTo>
                    <a:pt x="2420302" y="1596390"/>
                  </a:lnTo>
                  <a:lnTo>
                    <a:pt x="2425065" y="1443038"/>
                  </a:lnTo>
                  <a:lnTo>
                    <a:pt x="2429828" y="1260157"/>
                  </a:lnTo>
                  <a:lnTo>
                    <a:pt x="2434590" y="1055370"/>
                  </a:lnTo>
                  <a:lnTo>
                    <a:pt x="2439352" y="838200"/>
                  </a:lnTo>
                  <a:lnTo>
                    <a:pt x="2443162" y="621982"/>
                  </a:lnTo>
                  <a:lnTo>
                    <a:pt x="2447925" y="420052"/>
                  </a:lnTo>
                  <a:lnTo>
                    <a:pt x="2451735" y="246698"/>
                  </a:lnTo>
                  <a:lnTo>
                    <a:pt x="2456498" y="112395"/>
                  </a:lnTo>
                  <a:lnTo>
                    <a:pt x="2461260" y="28575"/>
                  </a:lnTo>
                  <a:lnTo>
                    <a:pt x="2466022" y="0"/>
                  </a:lnTo>
                  <a:lnTo>
                    <a:pt x="2469832" y="28575"/>
                  </a:lnTo>
                  <a:lnTo>
                    <a:pt x="2474595" y="112395"/>
                  </a:lnTo>
                  <a:lnTo>
                    <a:pt x="2479357" y="246698"/>
                  </a:lnTo>
                  <a:lnTo>
                    <a:pt x="2483167" y="420052"/>
                  </a:lnTo>
                  <a:lnTo>
                    <a:pt x="2487930" y="621982"/>
                  </a:lnTo>
                  <a:lnTo>
                    <a:pt x="2492692" y="838200"/>
                  </a:lnTo>
                  <a:lnTo>
                    <a:pt x="2497455" y="1055370"/>
                  </a:lnTo>
                  <a:lnTo>
                    <a:pt x="2501265" y="1260157"/>
                  </a:lnTo>
                  <a:lnTo>
                    <a:pt x="2506028" y="1443038"/>
                  </a:lnTo>
                  <a:lnTo>
                    <a:pt x="2510790" y="1596390"/>
                  </a:lnTo>
                  <a:lnTo>
                    <a:pt x="2515552" y="1713548"/>
                  </a:lnTo>
                  <a:lnTo>
                    <a:pt x="2519362" y="1795463"/>
                  </a:lnTo>
                  <a:lnTo>
                    <a:pt x="2524125" y="1843088"/>
                  </a:lnTo>
                  <a:lnTo>
                    <a:pt x="2528888" y="1862138"/>
                  </a:lnTo>
                  <a:lnTo>
                    <a:pt x="2532698" y="1858328"/>
                  </a:lnTo>
                  <a:lnTo>
                    <a:pt x="2537460" y="1839278"/>
                  </a:lnTo>
                  <a:lnTo>
                    <a:pt x="2542222" y="1813560"/>
                  </a:lnTo>
                  <a:lnTo>
                    <a:pt x="2546985" y="1786890"/>
                  </a:lnTo>
                  <a:lnTo>
                    <a:pt x="2550795" y="1764982"/>
                  </a:lnTo>
                  <a:lnTo>
                    <a:pt x="2555557" y="1752600"/>
                  </a:lnTo>
                  <a:lnTo>
                    <a:pt x="2559367" y="1750695"/>
                  </a:lnTo>
                  <a:lnTo>
                    <a:pt x="2564130" y="1758315"/>
                  </a:lnTo>
                  <a:lnTo>
                    <a:pt x="2568892" y="1774507"/>
                  </a:lnTo>
                  <a:lnTo>
                    <a:pt x="2573655" y="1795463"/>
                  </a:lnTo>
                  <a:lnTo>
                    <a:pt x="2578417" y="1818322"/>
                  </a:lnTo>
                  <a:lnTo>
                    <a:pt x="2582228" y="1838325"/>
                  </a:lnTo>
                  <a:lnTo>
                    <a:pt x="2586990" y="1853565"/>
                  </a:lnTo>
                  <a:lnTo>
                    <a:pt x="2591752" y="1862138"/>
                  </a:lnTo>
                  <a:lnTo>
                    <a:pt x="2596515" y="1862138"/>
                  </a:lnTo>
                  <a:lnTo>
                    <a:pt x="2600325" y="1856422"/>
                  </a:lnTo>
                  <a:lnTo>
                    <a:pt x="2605088" y="1844040"/>
                  </a:lnTo>
                  <a:lnTo>
                    <a:pt x="2608898" y="1829752"/>
                  </a:lnTo>
                  <a:lnTo>
                    <a:pt x="2613660" y="1815465"/>
                  </a:lnTo>
                  <a:lnTo>
                    <a:pt x="2618422" y="1803082"/>
                  </a:lnTo>
                  <a:lnTo>
                    <a:pt x="2623185" y="1796415"/>
                  </a:lnTo>
                  <a:lnTo>
                    <a:pt x="2627948" y="1795463"/>
                  </a:lnTo>
                  <a:lnTo>
                    <a:pt x="2631757" y="1800225"/>
                  </a:lnTo>
                  <a:lnTo>
                    <a:pt x="2636520" y="1810702"/>
                  </a:lnTo>
                  <a:lnTo>
                    <a:pt x="2640330" y="1824990"/>
                  </a:lnTo>
                  <a:lnTo>
                    <a:pt x="2645092" y="1839278"/>
                  </a:lnTo>
                  <a:lnTo>
                    <a:pt x="2649855" y="1851660"/>
                  </a:lnTo>
                  <a:lnTo>
                    <a:pt x="2654617" y="1860232"/>
                  </a:lnTo>
                  <a:lnTo>
                    <a:pt x="2658428" y="1863090"/>
                  </a:lnTo>
                  <a:lnTo>
                    <a:pt x="2663190" y="1858328"/>
                  </a:lnTo>
                  <a:lnTo>
                    <a:pt x="2667952" y="1847850"/>
                  </a:lnTo>
                  <a:lnTo>
                    <a:pt x="2672715" y="1830705"/>
                  </a:lnTo>
                  <a:lnTo>
                    <a:pt x="2677478" y="1811655"/>
                  </a:lnTo>
                  <a:lnTo>
                    <a:pt x="2681288" y="1792605"/>
                  </a:lnTo>
                  <a:lnTo>
                    <a:pt x="2686050" y="1777365"/>
                  </a:lnTo>
                  <a:lnTo>
                    <a:pt x="2689860" y="1767840"/>
                  </a:lnTo>
                  <a:lnTo>
                    <a:pt x="2694622" y="1766888"/>
                  </a:lnTo>
                  <a:lnTo>
                    <a:pt x="2699385" y="1775460"/>
                  </a:lnTo>
                  <a:lnTo>
                    <a:pt x="2704148" y="1790700"/>
                  </a:lnTo>
                  <a:lnTo>
                    <a:pt x="2707957" y="1812607"/>
                  </a:lnTo>
                  <a:lnTo>
                    <a:pt x="2712720" y="1834515"/>
                  </a:lnTo>
                  <a:lnTo>
                    <a:pt x="2717482" y="1853565"/>
                  </a:lnTo>
                  <a:lnTo>
                    <a:pt x="2721292" y="1863090"/>
                  </a:lnTo>
                  <a:lnTo>
                    <a:pt x="2726055" y="1856422"/>
                  </a:lnTo>
                  <a:lnTo>
                    <a:pt x="2730817" y="1829752"/>
                  </a:lnTo>
                  <a:lnTo>
                    <a:pt x="2735580" y="1778318"/>
                  </a:lnTo>
                  <a:lnTo>
                    <a:pt x="2739390" y="1700213"/>
                  </a:lnTo>
                  <a:lnTo>
                    <a:pt x="2744152" y="1597343"/>
                  </a:lnTo>
                  <a:lnTo>
                    <a:pt x="2748915" y="1472565"/>
                  </a:lnTo>
                  <a:lnTo>
                    <a:pt x="2753678" y="1330643"/>
                  </a:lnTo>
                  <a:lnTo>
                    <a:pt x="2757488" y="1179195"/>
                  </a:lnTo>
                  <a:lnTo>
                    <a:pt x="2762250" y="1028700"/>
                  </a:lnTo>
                  <a:lnTo>
                    <a:pt x="2767012" y="886778"/>
                  </a:lnTo>
                  <a:lnTo>
                    <a:pt x="2770822" y="764857"/>
                  </a:lnTo>
                  <a:lnTo>
                    <a:pt x="2775585" y="669607"/>
                  </a:lnTo>
                  <a:lnTo>
                    <a:pt x="2780348" y="608648"/>
                  </a:lnTo>
                  <a:lnTo>
                    <a:pt x="2785110" y="586740"/>
                  </a:lnTo>
                  <a:lnTo>
                    <a:pt x="2788920" y="602932"/>
                  </a:lnTo>
                  <a:lnTo>
                    <a:pt x="2793682" y="658178"/>
                  </a:lnTo>
                  <a:lnTo>
                    <a:pt x="2797492" y="746760"/>
                  </a:lnTo>
                  <a:lnTo>
                    <a:pt x="2802255" y="862965"/>
                  </a:lnTo>
                  <a:lnTo>
                    <a:pt x="2807017" y="998220"/>
                  </a:lnTo>
                  <a:lnTo>
                    <a:pt x="2811780" y="1143952"/>
                  </a:lnTo>
                  <a:lnTo>
                    <a:pt x="2816542" y="1290638"/>
                  </a:lnTo>
                  <a:lnTo>
                    <a:pt x="2820352" y="1430655"/>
                  </a:lnTo>
                  <a:lnTo>
                    <a:pt x="2825115" y="1555432"/>
                  </a:lnTo>
                  <a:lnTo>
                    <a:pt x="2828925" y="1661160"/>
                  </a:lnTo>
                  <a:lnTo>
                    <a:pt x="2833688" y="1744028"/>
                  </a:lnTo>
                  <a:lnTo>
                    <a:pt x="2838450" y="1804035"/>
                  </a:lnTo>
                  <a:lnTo>
                    <a:pt x="2843212" y="1842135"/>
                  </a:lnTo>
                  <a:lnTo>
                    <a:pt x="2847022" y="1859280"/>
                  </a:lnTo>
                  <a:lnTo>
                    <a:pt x="2851785" y="1862138"/>
                  </a:lnTo>
                  <a:lnTo>
                    <a:pt x="2856548" y="1854518"/>
                  </a:lnTo>
                  <a:lnTo>
                    <a:pt x="2861310" y="1841182"/>
                  </a:lnTo>
                  <a:lnTo>
                    <a:pt x="2866072" y="1826895"/>
                  </a:lnTo>
                  <a:lnTo>
                    <a:pt x="2869882" y="1813560"/>
                  </a:lnTo>
                  <a:lnTo>
                    <a:pt x="2874645" y="1804988"/>
                  </a:lnTo>
                  <a:lnTo>
                    <a:pt x="2878455" y="1802130"/>
                  </a:lnTo>
                  <a:lnTo>
                    <a:pt x="2883217" y="1804988"/>
                  </a:lnTo>
                  <a:lnTo>
                    <a:pt x="2887980" y="1812607"/>
                  </a:lnTo>
                  <a:lnTo>
                    <a:pt x="2892742" y="1823085"/>
                  </a:lnTo>
                  <a:lnTo>
                    <a:pt x="2896552" y="1835468"/>
                  </a:lnTo>
                  <a:lnTo>
                    <a:pt x="2901315" y="1846898"/>
                  </a:lnTo>
                  <a:lnTo>
                    <a:pt x="2905125" y="1855470"/>
                  </a:lnTo>
                  <a:lnTo>
                    <a:pt x="2909888" y="1861185"/>
                  </a:lnTo>
                  <a:lnTo>
                    <a:pt x="2914650" y="1863090"/>
                  </a:lnTo>
                  <a:lnTo>
                    <a:pt x="2919412" y="1861185"/>
                  </a:lnTo>
                  <a:lnTo>
                    <a:pt x="2924175" y="1856422"/>
                  </a:lnTo>
                  <a:lnTo>
                    <a:pt x="2927985" y="1850707"/>
                  </a:lnTo>
                  <a:lnTo>
                    <a:pt x="2932748" y="1844040"/>
                  </a:lnTo>
                  <a:lnTo>
                    <a:pt x="2937510" y="1838325"/>
                  </a:lnTo>
                  <a:lnTo>
                    <a:pt x="2942272" y="1833563"/>
                  </a:lnTo>
                  <a:lnTo>
                    <a:pt x="2946082" y="1832610"/>
                  </a:lnTo>
                  <a:lnTo>
                    <a:pt x="2950845" y="1834515"/>
                  </a:lnTo>
                  <a:lnTo>
                    <a:pt x="2955607" y="1838325"/>
                  </a:lnTo>
                  <a:lnTo>
                    <a:pt x="2959417" y="1844040"/>
                  </a:lnTo>
                  <a:lnTo>
                    <a:pt x="2964180" y="1850707"/>
                  </a:lnTo>
                  <a:lnTo>
                    <a:pt x="2968942" y="1856422"/>
                  </a:lnTo>
                  <a:lnTo>
                    <a:pt x="2973705" y="1861185"/>
                  </a:lnTo>
                  <a:lnTo>
                    <a:pt x="2977515" y="1863090"/>
                  </a:lnTo>
                  <a:lnTo>
                    <a:pt x="2982278" y="1862138"/>
                  </a:lnTo>
                  <a:lnTo>
                    <a:pt x="2986088" y="1859280"/>
                  </a:lnTo>
                  <a:lnTo>
                    <a:pt x="2990850" y="1853565"/>
                  </a:lnTo>
                  <a:lnTo>
                    <a:pt x="2995612" y="1846898"/>
                  </a:lnTo>
                  <a:lnTo>
                    <a:pt x="3000375" y="1839278"/>
                  </a:lnTo>
                  <a:lnTo>
                    <a:pt x="3005138" y="1833563"/>
                  </a:lnTo>
                  <a:lnTo>
                    <a:pt x="3008948" y="1829752"/>
                  </a:lnTo>
                  <a:lnTo>
                    <a:pt x="3013710" y="1828800"/>
                  </a:lnTo>
                  <a:lnTo>
                    <a:pt x="3018472" y="1830705"/>
                  </a:lnTo>
                  <a:lnTo>
                    <a:pt x="3023235" y="1835468"/>
                  </a:lnTo>
                  <a:lnTo>
                    <a:pt x="3027045" y="1842135"/>
                  </a:lnTo>
                  <a:lnTo>
                    <a:pt x="3031807" y="1850707"/>
                  </a:lnTo>
                  <a:lnTo>
                    <a:pt x="3035617" y="1857375"/>
                  </a:lnTo>
                  <a:lnTo>
                    <a:pt x="3040380" y="1862138"/>
                  </a:lnTo>
                  <a:lnTo>
                    <a:pt x="3045142" y="1862138"/>
                  </a:lnTo>
                  <a:lnTo>
                    <a:pt x="3049905" y="1857375"/>
                  </a:lnTo>
                  <a:lnTo>
                    <a:pt x="3054667" y="1844993"/>
                  </a:lnTo>
                  <a:lnTo>
                    <a:pt x="3058478" y="1824990"/>
                  </a:lnTo>
                  <a:lnTo>
                    <a:pt x="3063240" y="1797368"/>
                  </a:lnTo>
                  <a:lnTo>
                    <a:pt x="3067050" y="1764030"/>
                  </a:lnTo>
                  <a:lnTo>
                    <a:pt x="3071812" y="1726882"/>
                  </a:lnTo>
                  <a:lnTo>
                    <a:pt x="3076575" y="1686878"/>
                  </a:lnTo>
                  <a:lnTo>
                    <a:pt x="3081338" y="1647825"/>
                  </a:lnTo>
                  <a:lnTo>
                    <a:pt x="3085148" y="1611630"/>
                  </a:lnTo>
                  <a:lnTo>
                    <a:pt x="3089910" y="1580198"/>
                  </a:lnTo>
                  <a:lnTo>
                    <a:pt x="3094672" y="1557338"/>
                  </a:lnTo>
                  <a:lnTo>
                    <a:pt x="3099435" y="1544002"/>
                  </a:lnTo>
                  <a:lnTo>
                    <a:pt x="3104198" y="1539240"/>
                  </a:lnTo>
                  <a:lnTo>
                    <a:pt x="3108007" y="1545907"/>
                  </a:lnTo>
                  <a:lnTo>
                    <a:pt x="3112770" y="1562100"/>
                  </a:lnTo>
                  <a:lnTo>
                    <a:pt x="3116580" y="1585913"/>
                  </a:lnTo>
                  <a:lnTo>
                    <a:pt x="3121342" y="1616393"/>
                  </a:lnTo>
                  <a:lnTo>
                    <a:pt x="3126105" y="1650682"/>
                  </a:lnTo>
                  <a:lnTo>
                    <a:pt x="3130867" y="1686878"/>
                  </a:lnTo>
                  <a:lnTo>
                    <a:pt x="3134678" y="1724025"/>
                  </a:lnTo>
                  <a:lnTo>
                    <a:pt x="3139440" y="1757363"/>
                  </a:lnTo>
                  <a:lnTo>
                    <a:pt x="3143250" y="1787843"/>
                  </a:lnTo>
                  <a:lnTo>
                    <a:pt x="3148012" y="1812607"/>
                  </a:lnTo>
                  <a:lnTo>
                    <a:pt x="3152775" y="1832610"/>
                  </a:lnTo>
                  <a:lnTo>
                    <a:pt x="3157538" y="1846898"/>
                  </a:lnTo>
                  <a:lnTo>
                    <a:pt x="3162300" y="1856422"/>
                  </a:lnTo>
                  <a:lnTo>
                    <a:pt x="3166110" y="1861185"/>
                  </a:lnTo>
                  <a:lnTo>
                    <a:pt x="3170872" y="1863090"/>
                  </a:lnTo>
                  <a:lnTo>
                    <a:pt x="3175635" y="1862138"/>
                  </a:lnTo>
                  <a:lnTo>
                    <a:pt x="3180398" y="1860232"/>
                  </a:lnTo>
                  <a:lnTo>
                    <a:pt x="3184207" y="1858328"/>
                  </a:lnTo>
                  <a:lnTo>
                    <a:pt x="3188970" y="1855470"/>
                  </a:lnTo>
                  <a:lnTo>
                    <a:pt x="3193732" y="1854518"/>
                  </a:lnTo>
                  <a:lnTo>
                    <a:pt x="3197542" y="1853565"/>
                  </a:lnTo>
                  <a:lnTo>
                    <a:pt x="3202305" y="1853565"/>
                  </a:lnTo>
                  <a:lnTo>
                    <a:pt x="3207067" y="1855470"/>
                  </a:lnTo>
                  <a:lnTo>
                    <a:pt x="3211830" y="1856422"/>
                  </a:lnTo>
                  <a:lnTo>
                    <a:pt x="3215640" y="1858328"/>
                  </a:lnTo>
                  <a:lnTo>
                    <a:pt x="3220402" y="1860232"/>
                  </a:lnTo>
                  <a:lnTo>
                    <a:pt x="3224212" y="1862138"/>
                  </a:lnTo>
                  <a:lnTo>
                    <a:pt x="3228975" y="1862138"/>
                  </a:lnTo>
                  <a:lnTo>
                    <a:pt x="3233738" y="1863090"/>
                  </a:lnTo>
                  <a:lnTo>
                    <a:pt x="3238500" y="1863090"/>
                  </a:lnTo>
                  <a:lnTo>
                    <a:pt x="3243262" y="1862138"/>
                  </a:lnTo>
                  <a:lnTo>
                    <a:pt x="3247072" y="1862138"/>
                  </a:lnTo>
                  <a:lnTo>
                    <a:pt x="3251835" y="1861185"/>
                  </a:lnTo>
                  <a:lnTo>
                    <a:pt x="3255645" y="1861185"/>
                  </a:lnTo>
                  <a:lnTo>
                    <a:pt x="3260407" y="1860232"/>
                  </a:lnTo>
                  <a:lnTo>
                    <a:pt x="3265170" y="1860232"/>
                  </a:lnTo>
                  <a:lnTo>
                    <a:pt x="3269932" y="1860232"/>
                  </a:lnTo>
                  <a:lnTo>
                    <a:pt x="3273742" y="1861185"/>
                  </a:lnTo>
                  <a:lnTo>
                    <a:pt x="3278505" y="1861185"/>
                  </a:lnTo>
                  <a:lnTo>
                    <a:pt x="3283267" y="1862138"/>
                  </a:lnTo>
                  <a:lnTo>
                    <a:pt x="3288030" y="1862138"/>
                  </a:lnTo>
                  <a:lnTo>
                    <a:pt x="3292792" y="1863090"/>
                  </a:lnTo>
                  <a:lnTo>
                    <a:pt x="3296602" y="1863090"/>
                  </a:lnTo>
                  <a:lnTo>
                    <a:pt x="3301365" y="1863090"/>
                  </a:lnTo>
                  <a:lnTo>
                    <a:pt x="3305175" y="1863090"/>
                  </a:lnTo>
                  <a:lnTo>
                    <a:pt x="3309938" y="1862138"/>
                  </a:lnTo>
                  <a:lnTo>
                    <a:pt x="3314700" y="1862138"/>
                  </a:lnTo>
                  <a:lnTo>
                    <a:pt x="3319462" y="1862138"/>
                  </a:lnTo>
                  <a:lnTo>
                    <a:pt x="3323272" y="1862138"/>
                  </a:lnTo>
                  <a:lnTo>
                    <a:pt x="3328035" y="1862138"/>
                  </a:lnTo>
                  <a:lnTo>
                    <a:pt x="3331845" y="1862138"/>
                  </a:lnTo>
                  <a:lnTo>
                    <a:pt x="3336607" y="1862138"/>
                  </a:lnTo>
                  <a:lnTo>
                    <a:pt x="3341370" y="1862138"/>
                  </a:lnTo>
                  <a:lnTo>
                    <a:pt x="3346132" y="1862138"/>
                  </a:lnTo>
                  <a:lnTo>
                    <a:pt x="3350895" y="1862138"/>
                  </a:lnTo>
                  <a:lnTo>
                    <a:pt x="3354705" y="1863090"/>
                  </a:lnTo>
                  <a:lnTo>
                    <a:pt x="3359467" y="1863090"/>
                  </a:lnTo>
                  <a:lnTo>
                    <a:pt x="3364230" y="1863090"/>
                  </a:lnTo>
                  <a:lnTo>
                    <a:pt x="3368992" y="1863090"/>
                  </a:lnTo>
                  <a:lnTo>
                    <a:pt x="3372802" y="1863090"/>
                  </a:lnTo>
                  <a:lnTo>
                    <a:pt x="3377565" y="1862138"/>
                  </a:lnTo>
                  <a:lnTo>
                    <a:pt x="3381375" y="1862138"/>
                  </a:lnTo>
                  <a:lnTo>
                    <a:pt x="3386138" y="1862138"/>
                  </a:lnTo>
                  <a:lnTo>
                    <a:pt x="3390900" y="1862138"/>
                  </a:lnTo>
                  <a:lnTo>
                    <a:pt x="3395662" y="1862138"/>
                  </a:lnTo>
                  <a:lnTo>
                    <a:pt x="3400425" y="1862138"/>
                  </a:lnTo>
                  <a:lnTo>
                    <a:pt x="3404235" y="1862138"/>
                  </a:lnTo>
                  <a:lnTo>
                    <a:pt x="3408998" y="1862138"/>
                  </a:lnTo>
                  <a:lnTo>
                    <a:pt x="3412807" y="1862138"/>
                  </a:lnTo>
                  <a:lnTo>
                    <a:pt x="3417570" y="1863090"/>
                  </a:lnTo>
                  <a:lnTo>
                    <a:pt x="3422332" y="1863090"/>
                  </a:lnTo>
                  <a:lnTo>
                    <a:pt x="3427095" y="1863090"/>
                  </a:lnTo>
                  <a:lnTo>
                    <a:pt x="3431857" y="1863090"/>
                  </a:lnTo>
                  <a:lnTo>
                    <a:pt x="3435667" y="1863090"/>
                  </a:lnTo>
                  <a:lnTo>
                    <a:pt x="3440430" y="1863090"/>
                  </a:lnTo>
                  <a:lnTo>
                    <a:pt x="3445192" y="1862138"/>
                  </a:lnTo>
                  <a:lnTo>
                    <a:pt x="3449955" y="1862138"/>
                  </a:lnTo>
                  <a:lnTo>
                    <a:pt x="3453765" y="1862138"/>
                  </a:lnTo>
                  <a:lnTo>
                    <a:pt x="3458528" y="1862138"/>
                  </a:lnTo>
                  <a:lnTo>
                    <a:pt x="3462338" y="1862138"/>
                  </a:lnTo>
                  <a:lnTo>
                    <a:pt x="3467100" y="1862138"/>
                  </a:lnTo>
                  <a:lnTo>
                    <a:pt x="3471862" y="1862138"/>
                  </a:lnTo>
                  <a:lnTo>
                    <a:pt x="3476625" y="1862138"/>
                  </a:lnTo>
                  <a:lnTo>
                    <a:pt x="3481388" y="1863090"/>
                  </a:lnTo>
                  <a:lnTo>
                    <a:pt x="3485198" y="1863090"/>
                  </a:lnTo>
                  <a:lnTo>
                    <a:pt x="3489960" y="1863090"/>
                  </a:lnTo>
                  <a:lnTo>
                    <a:pt x="3493770" y="1863090"/>
                  </a:lnTo>
                  <a:lnTo>
                    <a:pt x="3498532" y="1863090"/>
                  </a:lnTo>
                  <a:lnTo>
                    <a:pt x="3503295" y="1863090"/>
                  </a:lnTo>
                  <a:lnTo>
                    <a:pt x="3508057" y="1862138"/>
                  </a:lnTo>
                  <a:lnTo>
                    <a:pt x="3511867" y="1862138"/>
                  </a:lnTo>
                  <a:lnTo>
                    <a:pt x="3516630" y="1862138"/>
                  </a:lnTo>
                  <a:lnTo>
                    <a:pt x="3521392" y="1862138"/>
                  </a:lnTo>
                  <a:lnTo>
                    <a:pt x="3526155" y="1862138"/>
                  </a:lnTo>
                  <a:lnTo>
                    <a:pt x="3530917" y="1862138"/>
                  </a:lnTo>
                  <a:lnTo>
                    <a:pt x="3534728" y="1862138"/>
                  </a:lnTo>
                  <a:lnTo>
                    <a:pt x="3539490" y="1862138"/>
                  </a:lnTo>
                  <a:lnTo>
                    <a:pt x="3543300" y="1863090"/>
                  </a:lnTo>
                  <a:lnTo>
                    <a:pt x="3548062" y="1863090"/>
                  </a:lnTo>
                  <a:lnTo>
                    <a:pt x="3552825" y="1863090"/>
                  </a:lnTo>
                  <a:lnTo>
                    <a:pt x="3557587" y="1863090"/>
                  </a:lnTo>
                  <a:lnTo>
                    <a:pt x="3561398" y="1863090"/>
                  </a:lnTo>
                  <a:lnTo>
                    <a:pt x="3566160" y="1863090"/>
                  </a:lnTo>
                  <a:lnTo>
                    <a:pt x="3569970" y="1862138"/>
                  </a:lnTo>
                  <a:lnTo>
                    <a:pt x="3574733" y="1862138"/>
                  </a:lnTo>
                  <a:lnTo>
                    <a:pt x="3579495" y="1862138"/>
                  </a:lnTo>
                  <a:lnTo>
                    <a:pt x="3584258" y="1862138"/>
                  </a:lnTo>
                  <a:lnTo>
                    <a:pt x="3589020" y="1862138"/>
                  </a:lnTo>
                  <a:lnTo>
                    <a:pt x="3592830" y="1862138"/>
                  </a:lnTo>
                  <a:lnTo>
                    <a:pt x="3597592" y="1862138"/>
                  </a:lnTo>
                  <a:lnTo>
                    <a:pt x="3601402" y="1862138"/>
                  </a:lnTo>
                  <a:lnTo>
                    <a:pt x="3606165" y="1862138"/>
                  </a:lnTo>
                  <a:lnTo>
                    <a:pt x="3610928" y="1863090"/>
                  </a:lnTo>
                  <a:lnTo>
                    <a:pt x="3615690" y="1863090"/>
                  </a:lnTo>
                  <a:lnTo>
                    <a:pt x="3619500" y="1863090"/>
                  </a:lnTo>
                  <a:lnTo>
                    <a:pt x="3624262" y="1863090"/>
                  </a:lnTo>
                  <a:lnTo>
                    <a:pt x="3629025" y="1863090"/>
                  </a:lnTo>
                  <a:lnTo>
                    <a:pt x="3633787" y="1862138"/>
                  </a:lnTo>
                  <a:lnTo>
                    <a:pt x="3638550" y="1862138"/>
                  </a:lnTo>
                  <a:lnTo>
                    <a:pt x="3642360" y="1861185"/>
                  </a:lnTo>
                  <a:lnTo>
                    <a:pt x="3647122" y="1860232"/>
                  </a:lnTo>
                  <a:lnTo>
                    <a:pt x="3650933" y="1859280"/>
                  </a:lnTo>
                  <a:lnTo>
                    <a:pt x="3655695" y="1859280"/>
                  </a:lnTo>
                  <a:lnTo>
                    <a:pt x="3660458" y="1859280"/>
                  </a:lnTo>
                  <a:lnTo>
                    <a:pt x="3665220" y="1860232"/>
                  </a:lnTo>
                  <a:lnTo>
                    <a:pt x="3669983" y="1861185"/>
                  </a:lnTo>
                  <a:lnTo>
                    <a:pt x="3673792" y="1862138"/>
                  </a:lnTo>
                  <a:lnTo>
                    <a:pt x="3678555" y="1862138"/>
                  </a:lnTo>
                  <a:lnTo>
                    <a:pt x="3682365" y="1863090"/>
                  </a:lnTo>
                  <a:lnTo>
                    <a:pt x="3687128" y="1863090"/>
                  </a:lnTo>
                  <a:lnTo>
                    <a:pt x="3691890" y="1862138"/>
                  </a:lnTo>
                  <a:lnTo>
                    <a:pt x="3696652" y="1860232"/>
                  </a:lnTo>
                  <a:lnTo>
                    <a:pt x="3700462" y="1856422"/>
                  </a:lnTo>
                  <a:lnTo>
                    <a:pt x="3705225" y="1851660"/>
                  </a:lnTo>
                  <a:lnTo>
                    <a:pt x="3709987" y="1844993"/>
                  </a:lnTo>
                  <a:lnTo>
                    <a:pt x="3714750" y="1837372"/>
                  </a:lnTo>
                  <a:lnTo>
                    <a:pt x="3719512" y="1828800"/>
                  </a:lnTo>
                  <a:lnTo>
                    <a:pt x="3723322" y="1819275"/>
                  </a:lnTo>
                  <a:lnTo>
                    <a:pt x="3728085" y="1809750"/>
                  </a:lnTo>
                  <a:lnTo>
                    <a:pt x="3731895" y="1801178"/>
                  </a:lnTo>
                  <a:lnTo>
                    <a:pt x="3736658" y="1794510"/>
                  </a:lnTo>
                  <a:lnTo>
                    <a:pt x="3741420" y="1787843"/>
                  </a:lnTo>
                  <a:lnTo>
                    <a:pt x="3746183" y="1784985"/>
                  </a:lnTo>
                  <a:lnTo>
                    <a:pt x="3749992" y="1783080"/>
                  </a:lnTo>
                  <a:lnTo>
                    <a:pt x="3754755" y="1784032"/>
                  </a:lnTo>
                  <a:lnTo>
                    <a:pt x="3758565" y="1787843"/>
                  </a:lnTo>
                  <a:lnTo>
                    <a:pt x="3763328" y="1793557"/>
                  </a:lnTo>
                  <a:lnTo>
                    <a:pt x="3768090" y="1801178"/>
                  </a:lnTo>
                  <a:lnTo>
                    <a:pt x="3772852" y="1809750"/>
                  </a:lnTo>
                  <a:lnTo>
                    <a:pt x="3777615" y="1819275"/>
                  </a:lnTo>
                  <a:lnTo>
                    <a:pt x="3781425" y="1828800"/>
                  </a:lnTo>
                  <a:lnTo>
                    <a:pt x="3786187" y="1838325"/>
                  </a:lnTo>
                  <a:lnTo>
                    <a:pt x="3790950" y="1845945"/>
                  </a:lnTo>
                  <a:lnTo>
                    <a:pt x="3795712" y="1852613"/>
                  </a:lnTo>
                  <a:lnTo>
                    <a:pt x="3799522" y="1857375"/>
                  </a:lnTo>
                  <a:lnTo>
                    <a:pt x="3804285" y="1861185"/>
                  </a:lnTo>
                  <a:lnTo>
                    <a:pt x="3808095" y="1862138"/>
                  </a:lnTo>
                  <a:lnTo>
                    <a:pt x="3812858" y="1863090"/>
                  </a:lnTo>
                  <a:lnTo>
                    <a:pt x="3817620" y="1862138"/>
                  </a:lnTo>
                  <a:lnTo>
                    <a:pt x="3822383" y="1862138"/>
                  </a:lnTo>
                  <a:lnTo>
                    <a:pt x="3827145" y="1860232"/>
                  </a:lnTo>
                  <a:lnTo>
                    <a:pt x="3830955" y="1859280"/>
                  </a:lnTo>
                  <a:lnTo>
                    <a:pt x="3835717" y="1858328"/>
                  </a:lnTo>
                  <a:lnTo>
                    <a:pt x="3839528" y="1857375"/>
                  </a:lnTo>
                  <a:lnTo>
                    <a:pt x="3844290" y="1857375"/>
                  </a:lnTo>
                  <a:lnTo>
                    <a:pt x="3849052" y="1858328"/>
                  </a:lnTo>
                  <a:lnTo>
                    <a:pt x="3853815" y="1859280"/>
                  </a:lnTo>
                  <a:lnTo>
                    <a:pt x="3857625" y="1860232"/>
                  </a:lnTo>
                  <a:lnTo>
                    <a:pt x="3862387" y="1861185"/>
                  </a:lnTo>
                  <a:lnTo>
                    <a:pt x="3867150" y="1862138"/>
                  </a:lnTo>
                  <a:lnTo>
                    <a:pt x="3871912" y="1863090"/>
                  </a:lnTo>
                  <a:lnTo>
                    <a:pt x="3876675" y="1863090"/>
                  </a:lnTo>
                  <a:lnTo>
                    <a:pt x="3880485" y="1863090"/>
                  </a:lnTo>
                  <a:lnTo>
                    <a:pt x="3885248" y="1862138"/>
                  </a:lnTo>
                  <a:lnTo>
                    <a:pt x="3889058" y="1862138"/>
                  </a:lnTo>
                  <a:lnTo>
                    <a:pt x="3893820" y="1861185"/>
                  </a:lnTo>
                  <a:lnTo>
                    <a:pt x="3898583" y="1860232"/>
                  </a:lnTo>
                  <a:lnTo>
                    <a:pt x="3903345" y="1860232"/>
                  </a:lnTo>
                  <a:lnTo>
                    <a:pt x="3908108" y="1859280"/>
                  </a:lnTo>
                  <a:lnTo>
                    <a:pt x="3911917" y="1859280"/>
                  </a:lnTo>
                  <a:lnTo>
                    <a:pt x="3916680" y="1860232"/>
                  </a:lnTo>
                  <a:lnTo>
                    <a:pt x="3920490" y="1860232"/>
                  </a:lnTo>
                  <a:lnTo>
                    <a:pt x="3925252" y="1861185"/>
                  </a:lnTo>
                  <a:lnTo>
                    <a:pt x="3930015" y="1862138"/>
                  </a:lnTo>
                  <a:lnTo>
                    <a:pt x="3934778" y="1862138"/>
                  </a:lnTo>
                  <a:lnTo>
                    <a:pt x="3938587" y="1863090"/>
                  </a:lnTo>
                  <a:lnTo>
                    <a:pt x="3943350" y="1863090"/>
                  </a:lnTo>
                  <a:lnTo>
                    <a:pt x="3947160" y="1863090"/>
                  </a:lnTo>
                  <a:lnTo>
                    <a:pt x="3951922" y="1862138"/>
                  </a:lnTo>
                  <a:lnTo>
                    <a:pt x="3956685" y="1861185"/>
                  </a:lnTo>
                  <a:lnTo>
                    <a:pt x="3961448" y="1860232"/>
                  </a:lnTo>
                  <a:lnTo>
                    <a:pt x="3966210" y="1859280"/>
                  </a:lnTo>
                  <a:lnTo>
                    <a:pt x="3970020" y="1859280"/>
                  </a:lnTo>
                  <a:lnTo>
                    <a:pt x="3974783" y="1858328"/>
                  </a:lnTo>
                  <a:lnTo>
                    <a:pt x="3979545" y="1858328"/>
                  </a:lnTo>
                  <a:lnTo>
                    <a:pt x="3984308" y="1859280"/>
                  </a:lnTo>
                  <a:lnTo>
                    <a:pt x="3988117" y="1860232"/>
                  </a:lnTo>
                  <a:lnTo>
                    <a:pt x="3992880" y="1861185"/>
                  </a:lnTo>
                  <a:lnTo>
                    <a:pt x="3996690" y="1862138"/>
                  </a:lnTo>
                  <a:lnTo>
                    <a:pt x="4001452" y="1863090"/>
                  </a:lnTo>
                  <a:lnTo>
                    <a:pt x="4006215" y="1863090"/>
                  </a:lnTo>
                  <a:lnTo>
                    <a:pt x="4010978" y="1862138"/>
                  </a:lnTo>
                  <a:lnTo>
                    <a:pt x="4015740" y="1861185"/>
                  </a:lnTo>
                  <a:lnTo>
                    <a:pt x="4019550" y="1858328"/>
                  </a:lnTo>
                  <a:lnTo>
                    <a:pt x="4024312" y="1854518"/>
                  </a:lnTo>
                  <a:lnTo>
                    <a:pt x="4028122" y="1849755"/>
                  </a:lnTo>
                  <a:lnTo>
                    <a:pt x="4032885" y="1844993"/>
                  </a:lnTo>
                  <a:lnTo>
                    <a:pt x="4037648" y="1838325"/>
                  </a:lnTo>
                  <a:lnTo>
                    <a:pt x="4042410" y="1831657"/>
                  </a:lnTo>
                  <a:lnTo>
                    <a:pt x="4046220" y="1825943"/>
                  </a:lnTo>
                  <a:lnTo>
                    <a:pt x="4050983" y="1821180"/>
                  </a:lnTo>
                  <a:lnTo>
                    <a:pt x="4055745" y="1816418"/>
                  </a:lnTo>
                  <a:lnTo>
                    <a:pt x="4060508" y="1813560"/>
                  </a:lnTo>
                  <a:lnTo>
                    <a:pt x="4065270" y="1811655"/>
                  </a:lnTo>
                  <a:lnTo>
                    <a:pt x="4069080" y="1811655"/>
                  </a:lnTo>
                  <a:lnTo>
                    <a:pt x="4073842" y="1813560"/>
                  </a:lnTo>
                  <a:lnTo>
                    <a:pt x="4077652" y="1816418"/>
                  </a:lnTo>
                  <a:lnTo>
                    <a:pt x="4082415" y="1821180"/>
                  </a:lnTo>
                  <a:lnTo>
                    <a:pt x="4087178" y="1825943"/>
                  </a:lnTo>
                  <a:lnTo>
                    <a:pt x="4091940" y="1831657"/>
                  </a:lnTo>
                  <a:lnTo>
                    <a:pt x="4095750" y="1838325"/>
                  </a:lnTo>
                  <a:lnTo>
                    <a:pt x="4100512" y="1844040"/>
                  </a:lnTo>
                  <a:lnTo>
                    <a:pt x="4105275" y="1848802"/>
                  </a:lnTo>
                  <a:lnTo>
                    <a:pt x="4109085" y="1853565"/>
                  </a:lnTo>
                  <a:lnTo>
                    <a:pt x="4113848" y="1856422"/>
                  </a:lnTo>
                  <a:lnTo>
                    <a:pt x="4118610" y="1859280"/>
                  </a:lnTo>
                  <a:lnTo>
                    <a:pt x="4123372" y="1861185"/>
                  </a:lnTo>
                  <a:lnTo>
                    <a:pt x="4127183" y="1862138"/>
                  </a:lnTo>
                  <a:lnTo>
                    <a:pt x="4131945" y="1863090"/>
                  </a:lnTo>
                  <a:lnTo>
                    <a:pt x="4136708" y="1863090"/>
                  </a:lnTo>
                  <a:lnTo>
                    <a:pt x="4141470" y="1863090"/>
                  </a:lnTo>
                  <a:lnTo>
                    <a:pt x="4145280" y="1862138"/>
                  </a:lnTo>
                  <a:lnTo>
                    <a:pt x="4150042" y="1862138"/>
                  </a:lnTo>
                  <a:lnTo>
                    <a:pt x="4154805" y="1861185"/>
                  </a:lnTo>
                  <a:lnTo>
                    <a:pt x="4158615" y="1861185"/>
                  </a:lnTo>
                  <a:lnTo>
                    <a:pt x="4163378" y="1861185"/>
                  </a:lnTo>
                  <a:lnTo>
                    <a:pt x="4168140" y="1861185"/>
                  </a:lnTo>
                  <a:lnTo>
                    <a:pt x="4172902" y="1862138"/>
                  </a:lnTo>
                  <a:lnTo>
                    <a:pt x="4176712" y="1862138"/>
                  </a:lnTo>
                  <a:lnTo>
                    <a:pt x="4181475" y="1862138"/>
                  </a:lnTo>
                  <a:lnTo>
                    <a:pt x="4185285" y="1863090"/>
                  </a:lnTo>
                  <a:lnTo>
                    <a:pt x="4190048" y="1863090"/>
                  </a:lnTo>
                  <a:lnTo>
                    <a:pt x="4194810" y="1863090"/>
                  </a:lnTo>
                  <a:lnTo>
                    <a:pt x="4199572" y="1863090"/>
                  </a:lnTo>
                  <a:lnTo>
                    <a:pt x="4204335" y="1863090"/>
                  </a:lnTo>
                  <a:lnTo>
                    <a:pt x="4208145" y="1863090"/>
                  </a:lnTo>
                  <a:lnTo>
                    <a:pt x="4212908" y="1863090"/>
                  </a:lnTo>
                  <a:lnTo>
                    <a:pt x="4217670" y="1862138"/>
                  </a:lnTo>
                  <a:lnTo>
                    <a:pt x="4222433" y="1862138"/>
                  </a:lnTo>
                  <a:lnTo>
                    <a:pt x="4226242" y="1862138"/>
                  </a:lnTo>
                  <a:lnTo>
                    <a:pt x="4231005" y="1862138"/>
                  </a:lnTo>
                  <a:lnTo>
                    <a:pt x="4234815" y="1862138"/>
                  </a:lnTo>
                  <a:lnTo>
                    <a:pt x="4239578" y="1862138"/>
                  </a:lnTo>
                  <a:lnTo>
                    <a:pt x="4244340" y="1863090"/>
                  </a:lnTo>
                  <a:lnTo>
                    <a:pt x="4249102" y="1863090"/>
                  </a:lnTo>
                  <a:lnTo>
                    <a:pt x="4253865" y="1863090"/>
                  </a:lnTo>
                  <a:lnTo>
                    <a:pt x="4257675" y="1863090"/>
                  </a:lnTo>
                  <a:lnTo>
                    <a:pt x="4262437" y="1863090"/>
                  </a:lnTo>
                  <a:lnTo>
                    <a:pt x="4266248" y="1863090"/>
                  </a:lnTo>
                  <a:lnTo>
                    <a:pt x="4271010" y="1863090"/>
                  </a:lnTo>
                  <a:lnTo>
                    <a:pt x="4275772" y="1863090"/>
                  </a:lnTo>
                  <a:lnTo>
                    <a:pt x="4280535" y="1863090"/>
                  </a:lnTo>
                  <a:lnTo>
                    <a:pt x="4284345" y="1863090"/>
                  </a:lnTo>
                  <a:lnTo>
                    <a:pt x="4289108" y="1863090"/>
                  </a:lnTo>
                  <a:lnTo>
                    <a:pt x="4293870" y="1863090"/>
                  </a:lnTo>
                  <a:lnTo>
                    <a:pt x="4298633" y="1863090"/>
                  </a:lnTo>
                  <a:lnTo>
                    <a:pt x="4302442" y="1863090"/>
                  </a:lnTo>
                  <a:lnTo>
                    <a:pt x="4307205" y="1863090"/>
                  </a:lnTo>
                  <a:lnTo>
                    <a:pt x="4311967" y="1863090"/>
                  </a:lnTo>
                  <a:lnTo>
                    <a:pt x="4315778" y="1863090"/>
                  </a:lnTo>
                  <a:lnTo>
                    <a:pt x="4320540" y="1863090"/>
                  </a:lnTo>
                  <a:lnTo>
                    <a:pt x="4325302" y="1863090"/>
                  </a:lnTo>
                  <a:lnTo>
                    <a:pt x="4330065" y="1863090"/>
                  </a:lnTo>
                  <a:lnTo>
                    <a:pt x="4333875" y="1863090"/>
                  </a:lnTo>
                  <a:lnTo>
                    <a:pt x="4338637" y="1863090"/>
                  </a:lnTo>
                  <a:lnTo>
                    <a:pt x="4343400" y="1863090"/>
                  </a:lnTo>
                  <a:lnTo>
                    <a:pt x="4347210" y="1863090"/>
                  </a:lnTo>
                  <a:lnTo>
                    <a:pt x="4351972" y="1863090"/>
                  </a:lnTo>
                  <a:lnTo>
                    <a:pt x="4356735" y="1863090"/>
                  </a:lnTo>
                  <a:lnTo>
                    <a:pt x="4361498" y="1863090"/>
                  </a:lnTo>
                  <a:lnTo>
                    <a:pt x="4365308" y="1863090"/>
                  </a:lnTo>
                  <a:lnTo>
                    <a:pt x="4370070" y="1863090"/>
                  </a:lnTo>
                  <a:lnTo>
                    <a:pt x="4373880" y="1863090"/>
                  </a:lnTo>
                  <a:lnTo>
                    <a:pt x="4378642" y="1863090"/>
                  </a:lnTo>
                  <a:lnTo>
                    <a:pt x="4383405" y="1863090"/>
                  </a:lnTo>
                  <a:lnTo>
                    <a:pt x="4388167" y="1863090"/>
                  </a:lnTo>
                  <a:lnTo>
                    <a:pt x="4392930" y="1863090"/>
                  </a:lnTo>
                  <a:lnTo>
                    <a:pt x="4396740" y="1863090"/>
                  </a:lnTo>
                  <a:lnTo>
                    <a:pt x="4401502" y="1863090"/>
                  </a:lnTo>
                  <a:lnTo>
                    <a:pt x="4406265" y="1863090"/>
                  </a:lnTo>
                  <a:lnTo>
                    <a:pt x="4411028" y="1863090"/>
                  </a:lnTo>
                  <a:lnTo>
                    <a:pt x="4414837" y="1863090"/>
                  </a:lnTo>
                  <a:lnTo>
                    <a:pt x="4419600" y="1863090"/>
                  </a:lnTo>
                  <a:lnTo>
                    <a:pt x="4423410" y="1863090"/>
                  </a:lnTo>
                  <a:lnTo>
                    <a:pt x="4428172" y="1863090"/>
                  </a:lnTo>
                  <a:lnTo>
                    <a:pt x="4432935" y="1863090"/>
                  </a:lnTo>
                  <a:lnTo>
                    <a:pt x="4437698" y="1863090"/>
                  </a:lnTo>
                  <a:lnTo>
                    <a:pt x="4442460" y="1863090"/>
                  </a:lnTo>
                  <a:lnTo>
                    <a:pt x="4446270" y="1863090"/>
                  </a:lnTo>
                  <a:lnTo>
                    <a:pt x="4451033" y="1863090"/>
                  </a:lnTo>
                  <a:lnTo>
                    <a:pt x="4454842" y="1863090"/>
                  </a:lnTo>
                  <a:lnTo>
                    <a:pt x="4459605" y="1863090"/>
                  </a:lnTo>
                  <a:lnTo>
                    <a:pt x="4464367" y="1863090"/>
                  </a:lnTo>
                  <a:lnTo>
                    <a:pt x="4469130" y="1863090"/>
                  </a:lnTo>
                  <a:lnTo>
                    <a:pt x="4472940" y="1863090"/>
                  </a:lnTo>
                  <a:lnTo>
                    <a:pt x="4477702" y="1863090"/>
                  </a:lnTo>
                  <a:lnTo>
                    <a:pt x="4482465" y="1863090"/>
                  </a:lnTo>
                  <a:lnTo>
                    <a:pt x="4487228" y="1863090"/>
                  </a:lnTo>
                  <a:lnTo>
                    <a:pt x="4491990" y="1863090"/>
                  </a:lnTo>
                  <a:lnTo>
                    <a:pt x="4495800" y="1863090"/>
                  </a:lnTo>
                  <a:lnTo>
                    <a:pt x="4500562" y="1863090"/>
                  </a:lnTo>
                  <a:lnTo>
                    <a:pt x="4504372" y="1863090"/>
                  </a:lnTo>
                  <a:lnTo>
                    <a:pt x="4509135" y="1863090"/>
                  </a:lnTo>
                  <a:lnTo>
                    <a:pt x="4513898" y="1863090"/>
                  </a:lnTo>
                  <a:lnTo>
                    <a:pt x="4518660" y="1863090"/>
                  </a:lnTo>
                  <a:lnTo>
                    <a:pt x="4522470" y="1863090"/>
                  </a:lnTo>
                  <a:lnTo>
                    <a:pt x="4527233" y="1863090"/>
                  </a:lnTo>
                  <a:lnTo>
                    <a:pt x="4531995" y="1863090"/>
                  </a:lnTo>
                  <a:lnTo>
                    <a:pt x="4535805" y="1863090"/>
                  </a:lnTo>
                  <a:lnTo>
                    <a:pt x="4540567" y="1863090"/>
                  </a:lnTo>
                  <a:lnTo>
                    <a:pt x="4545330" y="1863090"/>
                  </a:lnTo>
                  <a:lnTo>
                    <a:pt x="4550092" y="1862138"/>
                  </a:lnTo>
                  <a:lnTo>
                    <a:pt x="4553902" y="1862138"/>
                  </a:lnTo>
                  <a:lnTo>
                    <a:pt x="4558665" y="1862138"/>
                  </a:lnTo>
                  <a:lnTo>
                    <a:pt x="4563428" y="1863090"/>
                  </a:lnTo>
                  <a:lnTo>
                    <a:pt x="4568190" y="1863090"/>
                  </a:lnTo>
                  <a:lnTo>
                    <a:pt x="4572000" y="1863090"/>
                  </a:lnTo>
                  <a:lnTo>
                    <a:pt x="4576762" y="1863090"/>
                  </a:lnTo>
                  <a:lnTo>
                    <a:pt x="4581525" y="1863090"/>
                  </a:lnTo>
                  <a:lnTo>
                    <a:pt x="4585335" y="1863090"/>
                  </a:lnTo>
                  <a:lnTo>
                    <a:pt x="4590098" y="1863090"/>
                  </a:lnTo>
                  <a:lnTo>
                    <a:pt x="4594860" y="1863090"/>
                  </a:lnTo>
                  <a:lnTo>
                    <a:pt x="4599622" y="1862138"/>
                  </a:lnTo>
                  <a:lnTo>
                    <a:pt x="4603433" y="1862138"/>
                  </a:lnTo>
                  <a:lnTo>
                    <a:pt x="4608195" y="1862138"/>
                  </a:lnTo>
                  <a:lnTo>
                    <a:pt x="4612005" y="1862138"/>
                  </a:lnTo>
                  <a:lnTo>
                    <a:pt x="4616767" y="1862138"/>
                  </a:lnTo>
                  <a:lnTo>
                    <a:pt x="4621530" y="1862138"/>
                  </a:lnTo>
                  <a:lnTo>
                    <a:pt x="4626292" y="1862138"/>
                  </a:lnTo>
                  <a:lnTo>
                    <a:pt x="4631055" y="1862138"/>
                  </a:lnTo>
                  <a:lnTo>
                    <a:pt x="4634865" y="1862138"/>
                  </a:lnTo>
                  <a:lnTo>
                    <a:pt x="4639628" y="1863090"/>
                  </a:lnTo>
                  <a:lnTo>
                    <a:pt x="4644390" y="1863090"/>
                  </a:lnTo>
                  <a:lnTo>
                    <a:pt x="4649152" y="1863090"/>
                  </a:lnTo>
                  <a:lnTo>
                    <a:pt x="4652962" y="1863090"/>
                  </a:lnTo>
                  <a:lnTo>
                    <a:pt x="4657725" y="1862138"/>
                  </a:lnTo>
                  <a:lnTo>
                    <a:pt x="4661535" y="1861185"/>
                  </a:lnTo>
                  <a:lnTo>
                    <a:pt x="4666298" y="1860232"/>
                  </a:lnTo>
                  <a:lnTo>
                    <a:pt x="4671060" y="1858328"/>
                  </a:lnTo>
                  <a:lnTo>
                    <a:pt x="4675822" y="1855470"/>
                  </a:lnTo>
                  <a:lnTo>
                    <a:pt x="4680585" y="1852613"/>
                  </a:lnTo>
                  <a:lnTo>
                    <a:pt x="4684395" y="1849755"/>
                  </a:lnTo>
                  <a:lnTo>
                    <a:pt x="4689158" y="1846898"/>
                  </a:lnTo>
                  <a:lnTo>
                    <a:pt x="4692967" y="1844040"/>
                  </a:lnTo>
                  <a:lnTo>
                    <a:pt x="4697730" y="1841182"/>
                  </a:lnTo>
                  <a:lnTo>
                    <a:pt x="4702492" y="1839278"/>
                  </a:lnTo>
                  <a:lnTo>
                    <a:pt x="4707255" y="1837372"/>
                  </a:lnTo>
                  <a:lnTo>
                    <a:pt x="4711065" y="1837372"/>
                  </a:lnTo>
                  <a:lnTo>
                    <a:pt x="4715828" y="1837372"/>
                  </a:lnTo>
                  <a:lnTo>
                    <a:pt x="4720590" y="1838325"/>
                  </a:lnTo>
                  <a:lnTo>
                    <a:pt x="4724400" y="1839278"/>
                  </a:lnTo>
                  <a:lnTo>
                    <a:pt x="4729162" y="1842135"/>
                  </a:lnTo>
                  <a:lnTo>
                    <a:pt x="4733925" y="1844993"/>
                  </a:lnTo>
                  <a:lnTo>
                    <a:pt x="4738687" y="1847850"/>
                  </a:lnTo>
                  <a:lnTo>
                    <a:pt x="4742498" y="1850707"/>
                  </a:lnTo>
                  <a:lnTo>
                    <a:pt x="4747260" y="1853565"/>
                  </a:lnTo>
                  <a:lnTo>
                    <a:pt x="4752022" y="1856422"/>
                  </a:lnTo>
                  <a:lnTo>
                    <a:pt x="4756785" y="1859280"/>
                  </a:lnTo>
                  <a:lnTo>
                    <a:pt x="4760595" y="1861185"/>
                  </a:lnTo>
                  <a:lnTo>
                    <a:pt x="4765358" y="1862138"/>
                  </a:lnTo>
                  <a:lnTo>
                    <a:pt x="4770120" y="1863090"/>
                  </a:lnTo>
                  <a:lnTo>
                    <a:pt x="4773930" y="1863090"/>
                  </a:lnTo>
                  <a:lnTo>
                    <a:pt x="4778692" y="1863090"/>
                  </a:lnTo>
                  <a:lnTo>
                    <a:pt x="4783455" y="1862138"/>
                  </a:lnTo>
                  <a:lnTo>
                    <a:pt x="4788217" y="1862138"/>
                  </a:lnTo>
                  <a:lnTo>
                    <a:pt x="4792028" y="1862138"/>
                  </a:lnTo>
                  <a:lnTo>
                    <a:pt x="4796790" y="1861185"/>
                  </a:lnTo>
                  <a:lnTo>
                    <a:pt x="4800600" y="1861185"/>
                  </a:lnTo>
                  <a:lnTo>
                    <a:pt x="4805362" y="1861185"/>
                  </a:lnTo>
                  <a:lnTo>
                    <a:pt x="4810125" y="1861185"/>
                  </a:lnTo>
                  <a:lnTo>
                    <a:pt x="4814887" y="1862138"/>
                  </a:lnTo>
                  <a:lnTo>
                    <a:pt x="4819650" y="1862138"/>
                  </a:lnTo>
                  <a:lnTo>
                    <a:pt x="4823460" y="1862138"/>
                  </a:lnTo>
                  <a:lnTo>
                    <a:pt x="4828222" y="1862138"/>
                  </a:lnTo>
                  <a:lnTo>
                    <a:pt x="4832985" y="1863090"/>
                  </a:lnTo>
                  <a:lnTo>
                    <a:pt x="4837748" y="1863090"/>
                  </a:lnTo>
                  <a:lnTo>
                    <a:pt x="4841558" y="1863090"/>
                  </a:lnTo>
                  <a:lnTo>
                    <a:pt x="4846320" y="1863090"/>
                  </a:lnTo>
                  <a:lnTo>
                    <a:pt x="4850130" y="1863090"/>
                  </a:lnTo>
                  <a:lnTo>
                    <a:pt x="4854892" y="1862138"/>
                  </a:lnTo>
                  <a:lnTo>
                    <a:pt x="4859655" y="1862138"/>
                  </a:lnTo>
                  <a:lnTo>
                    <a:pt x="4864417" y="1862138"/>
                  </a:lnTo>
                  <a:lnTo>
                    <a:pt x="4869180" y="1862138"/>
                  </a:lnTo>
                  <a:lnTo>
                    <a:pt x="4872990" y="1862138"/>
                  </a:lnTo>
                  <a:lnTo>
                    <a:pt x="4877752" y="1862138"/>
                  </a:lnTo>
                  <a:lnTo>
                    <a:pt x="4881562" y="1862138"/>
                  </a:lnTo>
                  <a:lnTo>
                    <a:pt x="4886325" y="1862138"/>
                  </a:lnTo>
                  <a:lnTo>
                    <a:pt x="4891087" y="1862138"/>
                  </a:lnTo>
                  <a:lnTo>
                    <a:pt x="4895850" y="1863090"/>
                  </a:lnTo>
                  <a:lnTo>
                    <a:pt x="4899660" y="1863090"/>
                  </a:lnTo>
                  <a:lnTo>
                    <a:pt x="4904422" y="1863090"/>
                  </a:lnTo>
                  <a:lnTo>
                    <a:pt x="4909185" y="1863090"/>
                  </a:lnTo>
                  <a:lnTo>
                    <a:pt x="4913948" y="1863090"/>
                  </a:lnTo>
                  <a:lnTo>
                    <a:pt x="4918710" y="1862138"/>
                  </a:lnTo>
                  <a:lnTo>
                    <a:pt x="4922520" y="1862138"/>
                  </a:lnTo>
                  <a:lnTo>
                    <a:pt x="4927283" y="1862138"/>
                  </a:lnTo>
                  <a:lnTo>
                    <a:pt x="4931092" y="1862138"/>
                  </a:lnTo>
                  <a:lnTo>
                    <a:pt x="4926330" y="1862138"/>
                  </a:lnTo>
                </a:path>
              </a:pathLst>
            </a:custGeom>
            <a:noFill/>
            <a:ln w="15240">
              <a:solidFill>
                <a:srgbClr val="2F4B9A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6459855" y="3848100"/>
              <a:ext cx="9525" cy="32385"/>
            </a:xfrm>
            <a:custGeom>
              <a:avLst/>
              <a:gdLst/>
              <a:ahLst/>
              <a:cxnLst/>
              <a:rect l="l" t="t" r="r" b="b"/>
              <a:pathLst>
                <a:path w="9525" h="32385">
                  <a:moveTo>
                    <a:pt x="0" y="0"/>
                  </a:moveTo>
                  <a:lnTo>
                    <a:pt x="0" y="32385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6780848" y="3848100"/>
              <a:ext cx="9525" cy="32385"/>
            </a:xfrm>
            <a:custGeom>
              <a:avLst/>
              <a:gdLst/>
              <a:ahLst/>
              <a:cxnLst/>
              <a:rect l="l" t="t" r="r" b="b"/>
              <a:pathLst>
                <a:path w="9525" h="32385">
                  <a:moveTo>
                    <a:pt x="0" y="0"/>
                  </a:moveTo>
                  <a:lnTo>
                    <a:pt x="0" y="32385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7100888" y="3848100"/>
              <a:ext cx="9525" cy="32385"/>
            </a:xfrm>
            <a:custGeom>
              <a:avLst/>
              <a:gdLst/>
              <a:ahLst/>
              <a:cxnLst/>
              <a:rect l="l" t="t" r="r" b="b"/>
              <a:pathLst>
                <a:path w="9525" h="32385">
                  <a:moveTo>
                    <a:pt x="0" y="0"/>
                  </a:moveTo>
                  <a:lnTo>
                    <a:pt x="0" y="32385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7422832" y="3848100"/>
              <a:ext cx="9525" cy="32385"/>
            </a:xfrm>
            <a:custGeom>
              <a:avLst/>
              <a:gdLst/>
              <a:ahLst/>
              <a:cxnLst/>
              <a:rect l="l" t="t" r="r" b="b"/>
              <a:pathLst>
                <a:path w="9525" h="32385">
                  <a:moveTo>
                    <a:pt x="0" y="0"/>
                  </a:moveTo>
                  <a:lnTo>
                    <a:pt x="0" y="32385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7742872" y="3848100"/>
              <a:ext cx="9525" cy="32385"/>
            </a:xfrm>
            <a:custGeom>
              <a:avLst/>
              <a:gdLst/>
              <a:ahLst/>
              <a:cxnLst/>
              <a:rect l="l" t="t" r="r" b="b"/>
              <a:pathLst>
                <a:path w="9525" h="32385">
                  <a:moveTo>
                    <a:pt x="0" y="0"/>
                  </a:moveTo>
                  <a:lnTo>
                    <a:pt x="0" y="32385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8063865" y="3848100"/>
              <a:ext cx="9525" cy="32385"/>
            </a:xfrm>
            <a:custGeom>
              <a:avLst/>
              <a:gdLst/>
              <a:ahLst/>
              <a:cxnLst/>
              <a:rect l="l" t="t" r="r" b="b"/>
              <a:pathLst>
                <a:path w="9525" h="32385">
                  <a:moveTo>
                    <a:pt x="0" y="0"/>
                  </a:moveTo>
                  <a:lnTo>
                    <a:pt x="0" y="32385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8384858" y="3848100"/>
              <a:ext cx="9525" cy="32385"/>
            </a:xfrm>
            <a:custGeom>
              <a:avLst/>
              <a:gdLst/>
              <a:ahLst/>
              <a:cxnLst/>
              <a:rect l="l" t="t" r="r" b="b"/>
              <a:pathLst>
                <a:path w="9525" h="32385">
                  <a:moveTo>
                    <a:pt x="0" y="0"/>
                  </a:moveTo>
                  <a:lnTo>
                    <a:pt x="0" y="32385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8705850" y="3848100"/>
              <a:ext cx="9525" cy="32385"/>
            </a:xfrm>
            <a:custGeom>
              <a:avLst/>
              <a:gdLst/>
              <a:ahLst/>
              <a:cxnLst/>
              <a:rect l="l" t="t" r="r" b="b"/>
              <a:pathLst>
                <a:path w="9525" h="32385">
                  <a:moveTo>
                    <a:pt x="0" y="0"/>
                  </a:moveTo>
                  <a:lnTo>
                    <a:pt x="0" y="32385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9026842" y="3848100"/>
              <a:ext cx="9525" cy="32385"/>
            </a:xfrm>
            <a:custGeom>
              <a:avLst/>
              <a:gdLst/>
              <a:ahLst/>
              <a:cxnLst/>
              <a:rect l="l" t="t" r="r" b="b"/>
              <a:pathLst>
                <a:path w="9525" h="32385">
                  <a:moveTo>
                    <a:pt x="0" y="0"/>
                  </a:moveTo>
                  <a:lnTo>
                    <a:pt x="0" y="32385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9346882" y="3848100"/>
              <a:ext cx="9525" cy="32385"/>
            </a:xfrm>
            <a:custGeom>
              <a:avLst/>
              <a:gdLst/>
              <a:ahLst/>
              <a:cxnLst/>
              <a:rect l="l" t="t" r="r" b="b"/>
              <a:pathLst>
                <a:path w="9525" h="32385">
                  <a:moveTo>
                    <a:pt x="0" y="0"/>
                  </a:moveTo>
                  <a:lnTo>
                    <a:pt x="0" y="32385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9667875" y="3848100"/>
              <a:ext cx="9525" cy="32385"/>
            </a:xfrm>
            <a:custGeom>
              <a:avLst/>
              <a:gdLst/>
              <a:ahLst/>
              <a:cxnLst/>
              <a:rect l="l" t="t" r="r" b="b"/>
              <a:pathLst>
                <a:path w="9525" h="32385">
                  <a:moveTo>
                    <a:pt x="0" y="0"/>
                  </a:moveTo>
                  <a:lnTo>
                    <a:pt x="0" y="32385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9988868" y="3848100"/>
              <a:ext cx="9525" cy="32385"/>
            </a:xfrm>
            <a:custGeom>
              <a:avLst/>
              <a:gdLst/>
              <a:ahLst/>
              <a:cxnLst/>
              <a:rect l="l" t="t" r="r" b="b"/>
              <a:pathLst>
                <a:path w="9525" h="32385">
                  <a:moveTo>
                    <a:pt x="0" y="0"/>
                  </a:moveTo>
                  <a:lnTo>
                    <a:pt x="0" y="32385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10309860" y="3848100"/>
              <a:ext cx="9525" cy="32385"/>
            </a:xfrm>
            <a:custGeom>
              <a:avLst/>
              <a:gdLst/>
              <a:ahLst/>
              <a:cxnLst/>
              <a:rect l="l" t="t" r="r" b="b"/>
              <a:pathLst>
                <a:path w="9525" h="32385">
                  <a:moveTo>
                    <a:pt x="0" y="0"/>
                  </a:moveTo>
                  <a:lnTo>
                    <a:pt x="0" y="32385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10629900" y="3848100"/>
              <a:ext cx="9525" cy="32385"/>
            </a:xfrm>
            <a:custGeom>
              <a:avLst/>
              <a:gdLst/>
              <a:ahLst/>
              <a:cxnLst/>
              <a:rect l="l" t="t" r="r" b="b"/>
              <a:pathLst>
                <a:path w="9525" h="32385">
                  <a:moveTo>
                    <a:pt x="0" y="0"/>
                  </a:moveTo>
                  <a:lnTo>
                    <a:pt x="0" y="32385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10950892" y="3848100"/>
              <a:ext cx="9525" cy="32385"/>
            </a:xfrm>
            <a:custGeom>
              <a:avLst/>
              <a:gdLst/>
              <a:ahLst/>
              <a:cxnLst/>
              <a:rect l="l" t="t" r="r" b="b"/>
              <a:pathLst>
                <a:path w="9525" h="32385">
                  <a:moveTo>
                    <a:pt x="0" y="0"/>
                  </a:moveTo>
                  <a:lnTo>
                    <a:pt x="0" y="32385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394379" y="394477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−7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734698" y="367093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712336" y="3946684"/>
              <a:ext cx="1370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−6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035411" y="394477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−5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357356" y="394477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−4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696723" y="367093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674361" y="3946684"/>
              <a:ext cx="1370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−3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998389" y="394477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−2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319381" y="394477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−1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991723" y="39447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311763" y="39447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621726" y="367093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631238" y="3946684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953748" y="39447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274741" y="39447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583751" y="367093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0593263" y="3946684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0915773" y="39447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739311" y="39447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909851" y="1636395"/>
              <a:ext cx="159199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N = 5，d = 3a：±3、±6 缺级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9727882" y="2075021"/>
              <a:ext cx="78224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虚线：单缝轮廓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9848972" y="4186714"/>
              <a:ext cx="138386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k（主极大级次，d sinφ/λ）</a:t>
              </a:r>
            </a:p>
          </p:txBody>
        </p:sp>
      </p:grpSp>
      <p:grpSp>
        <p:nvGrpSpPr>
          <p:cNvPr id="81" name="c2-callout-2"/>
          <p:cNvGrpSpPr/>
          <p:nvPr/>
        </p:nvGrpSpPr>
        <p:grpSpPr>
          <a:xfrm>
            <a:off x="5707380" y="4559618"/>
            <a:ext cx="5951220" cy="1081088"/>
            <a:chOff x="5707380" y="4559618"/>
            <a:chExt cx="5951220" cy="1081088"/>
          </a:xfrm>
        </p:grpSpPr>
        <p:sp>
          <p:nvSpPr>
            <p:cNvPr id="75" name="Rectangle 75"/>
            <p:cNvSpPr/>
            <p:nvPr/>
          </p:nvSpPr>
          <p:spPr>
            <a:xfrm>
              <a:off x="5707380" y="4559618"/>
              <a:ext cx="5951220" cy="1081088"/>
            </a:xfrm>
            <a:prstGeom prst="roundRect">
              <a:avLst>
                <a:gd name="adj" fmla="val 1057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9" name="Group 79"/>
            <p:cNvGrpSpPr/>
            <p:nvPr/>
          </p:nvGrpSpPr>
          <p:grpSpPr>
            <a:xfrm>
              <a:off x="5912168" y="4999673"/>
              <a:ext cx="200026" cy="200025"/>
              <a:chOff x="5912168" y="4999673"/>
              <a:chExt cx="200026" cy="200025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5912168" y="49996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5951906" y="50441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5986622" y="51552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80" name="TextBox 80"/>
            <p:cNvSpPr txBox="1"/>
            <p:nvPr/>
          </p:nvSpPr>
          <p:spPr>
            <a:xfrm>
              <a:off x="6214872" y="4881562"/>
              <a:ext cx="490861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单缝中央明纹内的主极大满足 |k| &lt; (a+b)/a。d = 3a 时中央明纹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内有 k = 0, ±1, ±2 共 5 条。</a:t>
              </a:r>
            </a:p>
          </p:txBody>
        </p:sp>
      </p:grpSp>
      <p:grpSp>
        <p:nvGrpSpPr>
          <p:cNvPr id="88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82" name="Rectangle 82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86" name="Group 86"/>
            <p:cNvGrpSpPr/>
            <p:nvPr/>
          </p:nvGrpSpPr>
          <p:grpSpPr>
            <a:xfrm>
              <a:off x="726129" y="6014203"/>
              <a:ext cx="224134" cy="192560"/>
              <a:chOff x="726129" y="6014203"/>
              <a:chExt cx="224134" cy="192560"/>
            </a:xfrm>
          </p:grpSpPr>
          <p:sp>
            <p:nvSpPr>
              <p:cNvPr id="83" name="Freeform 83"/>
              <p:cNvSpPr/>
              <p:nvPr/>
            </p:nvSpPr>
            <p:spPr>
              <a:xfrm>
                <a:off x="838200" y="608457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726129" y="601420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85" name="Freeform 85"/>
              <p:cNvSpPr/>
              <p:nvPr/>
            </p:nvSpPr>
            <p:spPr>
              <a:xfrm>
                <a:off x="838200" y="61623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87" name="TextBox 87"/>
            <p:cNvSpPr txBox="1"/>
            <p:nvPr/>
          </p:nvSpPr>
          <p:spPr>
            <a:xfrm>
              <a:off x="1040892" y="6023610"/>
              <a:ext cx="76466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缺级的主极大光强为零（单缝在那个方向上不发光），不是变弱。数可见条纹时要把它们去掉。</a:t>
              </a:r>
            </a:p>
          </p:txBody>
        </p:sp>
      </p:grpSp>
      <p:grpSp>
        <p:nvGrpSpPr>
          <p:cNvPr id="9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9" name="TextBox 89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第8章 光的衍射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64652" cy="909257"/>
            <a:chOff x="520446" y="342900"/>
            <a:chExt cx="8264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光的衍射 · 光栅衍射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646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光栅光谱：同一级里波长不同的光分开，排成彩色光带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626418" cy="1443038"/>
            <a:chOff x="533400" y="1524000"/>
            <a:chExt cx="5626418" cy="144303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443038"/>
            </a:xfrm>
            <a:prstGeom prst="roundRect">
              <a:avLst>
                <a:gd name="adj" fmla="val 924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176338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2759" y="174355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光栅光谱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1332" y="2054542"/>
              <a:ext cx="49857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+ b 一定时，sinφ = kλ/(a+b) 随 λ 增大。白光入射，中央零级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是白色明纹，其他各级由紫到红依次展开，对称排列在两侧，叫光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栅光谱。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136582"/>
            <a:ext cx="5626418" cy="1185862"/>
            <a:chOff x="533400" y="3136582"/>
            <a:chExt cx="5626418" cy="1185862"/>
          </a:xfrm>
        </p:grpSpPr>
        <p:sp>
          <p:nvSpPr>
            <p:cNvPr id="13" name="Rectangle 13"/>
            <p:cNvSpPr/>
            <p:nvPr/>
          </p:nvSpPr>
          <p:spPr>
            <a:xfrm>
              <a:off x="533400" y="3136582"/>
              <a:ext cx="5626418" cy="1185862"/>
            </a:xfrm>
            <a:prstGeom prst="roundRect">
              <a:avLst>
                <a:gd name="adj" fmla="val 112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3269932"/>
              <a:ext cx="47625" cy="919162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58190" y="3323272"/>
              <a:ext cx="1361122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23157" y="3356134"/>
              <a:ext cx="123023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色散（dispersion）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1332" y="3668077"/>
              <a:ext cx="49857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光栅能把光源中不同波长的光分开，这种性质叫色散。光谱仪就是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用它分析光源含有哪些波长。</a:t>
              </a:r>
            </a:p>
          </p:txBody>
        </p:sp>
      </p:grpSp>
      <p:grpSp>
        <p:nvGrpSpPr>
          <p:cNvPr id="24" name="c1-card-3"/>
          <p:cNvGrpSpPr/>
          <p:nvPr/>
        </p:nvGrpSpPr>
        <p:grpSpPr>
          <a:xfrm>
            <a:off x="533400" y="4491990"/>
            <a:ext cx="5626418" cy="1185862"/>
            <a:chOff x="533400" y="4491990"/>
            <a:chExt cx="5626418" cy="1185862"/>
          </a:xfrm>
        </p:grpSpPr>
        <p:sp>
          <p:nvSpPr>
            <p:cNvPr id="19" name="Rectangle 19"/>
            <p:cNvSpPr/>
            <p:nvPr/>
          </p:nvSpPr>
          <p:spPr>
            <a:xfrm>
              <a:off x="533400" y="4491990"/>
              <a:ext cx="5626418" cy="1185862"/>
            </a:xfrm>
            <a:prstGeom prst="roundRect">
              <a:avLst>
                <a:gd name="adj" fmla="val 112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42925" y="4625340"/>
              <a:ext cx="47625" cy="91916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58190" y="4678680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42759" y="471154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光谱重叠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1332" y="5023485"/>
              <a:ext cx="494290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k₁λ₁ = k₂λ₂ 时两种波长的不同级次落在同一方向。400～760 nm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的白光从第二、三级开始重叠，例如 3 × 400 nm = 2 × 600 nm。</a:t>
              </a:r>
            </a:p>
          </p:txBody>
        </p:sp>
      </p:grpSp>
      <p:grpSp>
        <p:nvGrpSpPr>
          <p:cNvPr id="27" name="c2-image-1"/>
          <p:cNvGrpSpPr/>
          <p:nvPr/>
        </p:nvGrpSpPr>
        <p:grpSpPr>
          <a:xfrm>
            <a:off x="6464618" y="1524000"/>
            <a:ext cx="5193982" cy="4178331"/>
            <a:chOff x="6464618" y="1524000"/>
            <a:chExt cx="5193982" cy="4178331"/>
          </a:xfrm>
        </p:grpSpPr>
        <p:pic>
          <p:nvPicPr>
            <p:cNvPr id="25" name="Image 25"/>
            <p:cNvPicPr>
              <a:picLocks noChangeAspect="1"/>
            </p:cNvPicPr>
            <p:nvPr/>
          </p:nvPicPr>
          <p:blipFill>
            <a:blip r:embed="rId2"/>
            <a:srcRect l="0" t="4997" r="0" b="4997"/>
            <a:stretch>
              <a:fillRect/>
            </a:stretch>
          </p:blipFill>
          <p:spPr>
            <a:xfrm>
              <a:off x="6464618" y="1524000"/>
              <a:ext cx="5193982" cy="3895725"/>
            </a:xfrm>
            <a:prstGeom prst="roundRect">
              <a:avLst>
                <a:gd name="adj" fmla="val 3422"/>
              </a:avLst>
            </a:prstGeom>
          </p:spPr>
        </p:pic>
        <p:sp>
          <p:nvSpPr>
            <p:cNvPr id="26" name="TextBox 26"/>
            <p:cNvSpPr txBox="1"/>
            <p:nvPr/>
          </p:nvSpPr>
          <p:spPr>
            <a:xfrm>
              <a:off x="7408037" y="5511641"/>
              <a:ext cx="33080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光盘上密排的信息轨道相当于反射光栅，白光被分成彩带</a:t>
              </a:r>
            </a:p>
          </p:txBody>
        </p:sp>
      </p:grpSp>
      <p:grpSp>
        <p:nvGrpSpPr>
          <p:cNvPr id="34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28" name="Rectangle 28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738188" y="6022658"/>
              <a:ext cx="200026" cy="200025"/>
              <a:chOff x="738188" y="6022658"/>
              <a:chExt cx="200026" cy="200025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738188" y="602265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777926" y="606710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12642" y="617823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040892" y="6028373"/>
              <a:ext cx="76648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零级不色散：k = 0 时 φ = 0，与波长无关，所以中央明纹是白色；级次越高，展开的光谱越宽。</a:t>
              </a:r>
            </a:p>
          </p:txBody>
        </p:sp>
      </p:grpSp>
      <p:grpSp>
        <p:nvGrpSpPr>
          <p:cNvPr id="3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5" name="TextBox 35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第8章 光的衍射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142981" cy="909257"/>
            <a:chOff x="520446" y="342900"/>
            <a:chExt cx="714298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光的衍射 · 光栅衍射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14298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例8.5　两条相近谱线在第一级光谱中相距多远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869180" cy="1937385"/>
            <a:chOff x="533400" y="1524000"/>
            <a:chExt cx="4869180" cy="19373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869180" cy="1937385"/>
            </a:xfrm>
            <a:prstGeom prst="roundRect">
              <a:avLst>
                <a:gd name="adj" fmla="val 68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7068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59817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8424" y="1769269"/>
              <a:ext cx="423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例8.5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1109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波长 λ₁ = 500 nm 和 λ₂ = 520 nm 的光垂直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照射光栅常量 a + b = 0.002 cm 的光栅，透镜焦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距 f = 2 m。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3017520"/>
              <a:ext cx="33066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两种光第一级谱线在屏上的距离。</a:t>
              </a:r>
            </a:p>
          </p:txBody>
        </p:sp>
      </p:grpSp>
      <p:grpSp>
        <p:nvGrpSpPr>
          <p:cNvPr id="22" name="c1-card-2"/>
          <p:cNvGrpSpPr/>
          <p:nvPr/>
        </p:nvGrpSpPr>
        <p:grpSpPr>
          <a:xfrm>
            <a:off x="533400" y="3651885"/>
            <a:ext cx="4869180" cy="1651635"/>
            <a:chOff x="533400" y="3651885"/>
            <a:chExt cx="4869180" cy="1651635"/>
          </a:xfrm>
        </p:grpSpPr>
        <p:sp>
          <p:nvSpPr>
            <p:cNvPr id="14" name="Rectangle 14"/>
            <p:cNvSpPr/>
            <p:nvPr/>
          </p:nvSpPr>
          <p:spPr>
            <a:xfrm>
              <a:off x="533400" y="3651885"/>
              <a:ext cx="4869180" cy="1651635"/>
            </a:xfrm>
            <a:prstGeom prst="roundRect">
              <a:avLst>
                <a:gd name="adj" fmla="val 80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785235"/>
              <a:ext cx="47625" cy="138493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81050" y="38614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71258" y="38971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检验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86765" y="430149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44880" y="4238625"/>
              <a:ext cx="38919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不作近似，用 x = f tanφ 分别算两条谱线，得</a:t>
              </a:r>
              <a:br/>
              <a:r>
                <a:rPr lang="el-GR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Δx = 2.002 mm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86765" y="492252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44880" y="485965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sinφ 只有 0.025，小角近似误差约 0.1%</a:t>
              </a:r>
            </a:p>
          </p:txBody>
        </p:sp>
      </p:grpSp>
      <p:grpSp>
        <p:nvGrpSpPr>
          <p:cNvPr id="40" name="c2-steps-1"/>
          <p:cNvGrpSpPr/>
          <p:nvPr/>
        </p:nvGrpSpPr>
        <p:grpSpPr>
          <a:xfrm>
            <a:off x="5707380" y="1533525"/>
            <a:ext cx="4922962" cy="2529173"/>
            <a:chOff x="5707380" y="1533525"/>
            <a:chExt cx="4922962" cy="2529173"/>
          </a:xfrm>
        </p:grpSpPr>
        <p:sp>
          <p:nvSpPr>
            <p:cNvPr id="23" name="Rectangle 23"/>
            <p:cNvSpPr/>
            <p:nvPr/>
          </p:nvSpPr>
          <p:spPr>
            <a:xfrm>
              <a:off x="5840730" y="1676400"/>
              <a:ext cx="19050" cy="19526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5707380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80100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5707380" y="218408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801004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5707380" y="283464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801004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5707380" y="348615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801004" y="35599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118860" y="156781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光栅方程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120003" y="1861661"/>
              <a:ext cx="29595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sinφ₁ = λ₁/(a+b)，sinφ₂ = λ₂/(a+b)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118860" y="2218372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判断角度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120003" y="2512219"/>
              <a:ext cx="45103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sinφ₁ = 5×10⁻⁷/(2×10⁻⁵) = 0.025，角很小，tanφ ≈ sinφ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118860" y="286893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列式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120003" y="3162776"/>
              <a:ext cx="34714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Δx = f(tanφ₂ − tanφ₁) ≈ f(λ₂ − λ₁)/(a+b)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118860" y="352044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代数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120003" y="3813334"/>
              <a:ext cx="32895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Δx = 2 × 2×10⁻⁸/(2×10⁻⁵) m = 2×10⁻³ m</a:t>
              </a:r>
            </a:p>
          </p:txBody>
        </p:sp>
      </p:grpSp>
      <p:grpSp>
        <p:nvGrpSpPr>
          <p:cNvPr id="45" name="c2-card-2"/>
          <p:cNvGrpSpPr/>
          <p:nvPr/>
        </p:nvGrpSpPr>
        <p:grpSpPr>
          <a:xfrm>
            <a:off x="5707380" y="4241482"/>
            <a:ext cx="5951220" cy="1062038"/>
            <a:chOff x="5707380" y="4241482"/>
            <a:chExt cx="5951220" cy="1062038"/>
          </a:xfrm>
        </p:grpSpPr>
        <p:sp>
          <p:nvSpPr>
            <p:cNvPr id="41" name="Rectangle 41"/>
            <p:cNvSpPr/>
            <p:nvPr/>
          </p:nvSpPr>
          <p:spPr>
            <a:xfrm>
              <a:off x="5707380" y="4241482"/>
              <a:ext cx="5951220" cy="1062038"/>
            </a:xfrm>
            <a:prstGeom prst="roundRect">
              <a:avLst>
                <a:gd name="adj" fmla="val 12556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916930" y="4451032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012040" y="448675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909310" y="4828222"/>
              <a:ext cx="25696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两条第一级谱线相距 2 mm。</a:t>
              </a:r>
            </a:p>
          </p:txBody>
        </p:sp>
      </p:grpSp>
      <p:grpSp>
        <p:nvGrpSpPr>
          <p:cNvPr id="52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46" name="Rectangle 46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738188" y="5871210"/>
              <a:ext cx="200026" cy="200026"/>
              <a:chOff x="738188" y="5871210"/>
              <a:chExt cx="200026" cy="200026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738188" y="587121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38200" y="59378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27088" y="597122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1040130" y="5728335"/>
              <a:ext cx="97974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原课件代数写成 200/0.002 × (5.2×10⁻⁴ − 5.0×10⁻⁴) mm，f 与 a + b 用 cm、波长用 mm，结果正确但单位混用；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统一用 SI 单位更不容易出错。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第8章 光的衍射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142981" cy="909257"/>
            <a:chOff x="520446" y="342900"/>
            <a:chExt cx="714298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光的衍射 · 光栅衍射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14298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例8.6（一）钠黄光第一级与第三级条纹的距离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869180" cy="1865948"/>
            <a:chOff x="533400" y="1524000"/>
            <a:chExt cx="4869180" cy="186594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869180" cy="1865948"/>
            </a:xfrm>
            <a:prstGeom prst="roundRect">
              <a:avLst>
                <a:gd name="adj" fmla="val 714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59924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59817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2709" y="1763554"/>
              <a:ext cx="423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例8.6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8096" y="2100739"/>
              <a:ext cx="414426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λ = 589.3 nm 的钠黄光垂直照射每毫米 500 条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刻痕的光栅，光栅后放焦距 f = 20 cm 的凸透镜。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692241"/>
              <a:ext cx="41622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① 第一级与第三级条纹的距离；② 最多能看到几条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明纹；③ 以 30° 斜入射时最多能看到第几级。</a:t>
              </a:r>
            </a:p>
          </p:txBody>
        </p:sp>
      </p:grpSp>
      <p:grpSp>
        <p:nvGrpSpPr>
          <p:cNvPr id="37" name="c1-table-2"/>
          <p:cNvGrpSpPr/>
          <p:nvPr/>
        </p:nvGrpSpPr>
        <p:grpSpPr>
          <a:xfrm>
            <a:off x="533400" y="3575685"/>
            <a:ext cx="4869180" cy="1290638"/>
            <a:chOff x="533400" y="3575685"/>
            <a:chExt cx="4869180" cy="1290638"/>
          </a:xfrm>
        </p:grpSpPr>
        <p:sp>
          <p:nvSpPr>
            <p:cNvPr id="14" name="Rectangle 14"/>
            <p:cNvSpPr/>
            <p:nvPr/>
          </p:nvSpPr>
          <p:spPr>
            <a:xfrm>
              <a:off x="533400" y="3575685"/>
              <a:ext cx="4869180" cy="43053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24498" y="370713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35378" y="3707130"/>
              <a:ext cx="3429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sinφ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477098" y="370713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φ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310616" y="3707130"/>
              <a:ext cx="3853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tanφ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263066" y="3707130"/>
              <a:ext cx="8178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 = f tanφ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8746" y="4136707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25474" y="4136707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0.2947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099882" y="4136707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17.14°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170492" y="4136707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0.308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046792" y="4136707"/>
              <a:ext cx="6260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0.062 m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4431030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4435792"/>
              <a:ext cx="486918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8746" y="456723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25474" y="4567238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0.8840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099882" y="4567238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62.12°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170492" y="4567238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1.890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046792" y="4567238"/>
              <a:ext cx="6260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0.378 m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3575685"/>
              <a:ext cx="4869180" cy="129063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1015365" y="3575685"/>
              <a:ext cx="9525" cy="12906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1989772" y="3575685"/>
              <a:ext cx="9525" cy="12906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3060382" y="3575685"/>
              <a:ext cx="9525" cy="12906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3936682" y="3575685"/>
              <a:ext cx="9525" cy="12906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3" name="c1-card-3"/>
          <p:cNvGrpSpPr/>
          <p:nvPr/>
        </p:nvGrpSpPr>
        <p:grpSpPr>
          <a:xfrm>
            <a:off x="533400" y="5051108"/>
            <a:ext cx="4869180" cy="1274445"/>
            <a:chOff x="533400" y="5051108"/>
            <a:chExt cx="4869180" cy="1274445"/>
          </a:xfrm>
        </p:grpSpPr>
        <p:sp>
          <p:nvSpPr>
            <p:cNvPr id="38" name="Rectangle 38"/>
            <p:cNvSpPr/>
            <p:nvPr/>
          </p:nvSpPr>
          <p:spPr>
            <a:xfrm>
              <a:off x="533400" y="5051108"/>
              <a:ext cx="4869180" cy="1274445"/>
            </a:xfrm>
            <a:prstGeom prst="roundRect">
              <a:avLst>
                <a:gd name="adj" fmla="val 10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542925" y="5184458"/>
              <a:ext cx="47625" cy="100774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775335" y="525494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65543" y="529066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8096" y="5628799"/>
              <a:ext cx="426148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原课件把第三级的衍射角写作「φ₁ = 62.12°」，下标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应为 φ₃。</a:t>
              </a:r>
            </a:p>
          </p:txBody>
        </p:sp>
      </p:grpSp>
      <p:grpSp>
        <p:nvGrpSpPr>
          <p:cNvPr id="61" name="c2-steps-1"/>
          <p:cNvGrpSpPr/>
          <p:nvPr/>
        </p:nvGrpSpPr>
        <p:grpSpPr>
          <a:xfrm>
            <a:off x="5707380" y="1533525"/>
            <a:ext cx="5287670" cy="2411159"/>
            <a:chOff x="5707380" y="1533525"/>
            <a:chExt cx="5287670" cy="2411159"/>
          </a:xfrm>
        </p:grpSpPr>
        <p:sp>
          <p:nvSpPr>
            <p:cNvPr id="44" name="Rectangle 44"/>
            <p:cNvSpPr/>
            <p:nvPr/>
          </p:nvSpPr>
          <p:spPr>
            <a:xfrm>
              <a:off x="5840730" y="1676400"/>
              <a:ext cx="19050" cy="18621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5707380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80100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5707380" y="215455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801004" y="22283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5707380" y="277558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801004" y="28494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5707380" y="339566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801004" y="34694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119241" y="156638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光栅常量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120384" y="1846898"/>
              <a:ext cx="25080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+ b = 1×10⁻³/500 m = 2×10⁻⁶ m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119241" y="2187416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第一级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120384" y="2467927"/>
              <a:ext cx="48746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sinφ₁ = λ/(a+b) = 5.893×10⁻⁷/(2×10⁻⁶) = 0.2947，φ₁ = 17.14°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119241" y="2808446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第三级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120384" y="3088957"/>
              <a:ext cx="30896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sinφ₃ = 3λ/(a+b) = 0.8840，φ₃ = 62.12°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119241" y="342947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距离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120384" y="3709988"/>
              <a:ext cx="45956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Δx = f(tanφ₃ − tanφ₁) = 0.2 × (1.890 − 0.308) m ≈ 0.316 m</a:t>
              </a:r>
            </a:p>
          </p:txBody>
        </p:sp>
      </p:grpSp>
      <p:grpSp>
        <p:nvGrpSpPr>
          <p:cNvPr id="66" name="c2-card-2"/>
          <p:cNvGrpSpPr/>
          <p:nvPr/>
        </p:nvGrpSpPr>
        <p:grpSpPr>
          <a:xfrm>
            <a:off x="5707380" y="4120515"/>
            <a:ext cx="5951220" cy="1002982"/>
            <a:chOff x="5707380" y="4120515"/>
            <a:chExt cx="5951220" cy="1002982"/>
          </a:xfrm>
        </p:grpSpPr>
        <p:sp>
          <p:nvSpPr>
            <p:cNvPr id="62" name="Rectangle 62"/>
            <p:cNvSpPr/>
            <p:nvPr/>
          </p:nvSpPr>
          <p:spPr>
            <a:xfrm>
              <a:off x="5707380" y="4120515"/>
              <a:ext cx="5951220" cy="1002982"/>
            </a:xfrm>
            <a:prstGeom prst="roundRect">
              <a:avLst>
                <a:gd name="adj" fmla="val 13295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5911215" y="4324350"/>
              <a:ext cx="479108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001907" y="4360069"/>
              <a:ext cx="2967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 ①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5903976" y="4697254"/>
              <a:ext cx="328332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第一级与第三级条纹相距约 0.316 m。</a:t>
              </a:r>
            </a:p>
          </p:txBody>
        </p:sp>
      </p:grpSp>
      <p:grpSp>
        <p:nvGrpSpPr>
          <p:cNvPr id="73" name="c2-callout-3"/>
          <p:cNvGrpSpPr/>
          <p:nvPr/>
        </p:nvGrpSpPr>
        <p:grpSpPr>
          <a:xfrm>
            <a:off x="5707380" y="5309235"/>
            <a:ext cx="5951220" cy="1017270"/>
            <a:chOff x="5707380" y="5309235"/>
            <a:chExt cx="5951220" cy="1017270"/>
          </a:xfrm>
        </p:grpSpPr>
        <p:sp>
          <p:nvSpPr>
            <p:cNvPr id="67" name="Rectangle 67"/>
            <p:cNvSpPr/>
            <p:nvPr/>
          </p:nvSpPr>
          <p:spPr>
            <a:xfrm>
              <a:off x="5707380" y="5309235"/>
              <a:ext cx="5951220" cy="1017270"/>
            </a:xfrm>
            <a:prstGeom prst="roundRect">
              <a:avLst>
                <a:gd name="adj" fmla="val 1123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5900109" y="5714166"/>
              <a:ext cx="224134" cy="192560"/>
              <a:chOff x="5900109" y="5714166"/>
              <a:chExt cx="224134" cy="192560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6012180" y="578453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5900109" y="571416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6012180" y="586232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6214491" y="5586889"/>
              <a:ext cx="4856607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角度这么大不能用小角近似。按 Δx ≈ 2fλ/(a+b) 只得 0.118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m，正确值是它的 2.7 倍。</a:t>
              </a:r>
            </a:p>
          </p:txBody>
        </p:sp>
      </p:grpSp>
      <p:grpSp>
        <p:nvGrpSpPr>
          <p:cNvPr id="7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4" name="TextBox 74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第8章 光的衍射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486262" cy="909257"/>
            <a:chOff x="520446" y="342900"/>
            <a:chExt cx="748626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光的衍射 · 光栅衍射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48626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例8.6（二）最多几条明纹，斜入射时最高第几级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steps-1"/>
          <p:cNvGrpSpPr/>
          <p:nvPr/>
        </p:nvGrpSpPr>
        <p:grpSpPr>
          <a:xfrm>
            <a:off x="533400" y="1533525"/>
            <a:ext cx="4269562" cy="2867502"/>
            <a:chOff x="533400" y="1533525"/>
            <a:chExt cx="4269562" cy="2867502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234791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2026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1940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70700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7808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29469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3685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88143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39552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642" y="1564957"/>
              <a:ext cx="7211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② 正入射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785" y="1833086"/>
              <a:ext cx="38411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&lt; (a+b)/λ = 2×10⁻⁶/(5.893×10⁻⁷) = 3.39，kₘₐₓ = 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642" y="2152650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数条纹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785" y="2419826"/>
              <a:ext cx="21599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= 0, ±1, ±2, ±3，共 7 条明纹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642" y="2739390"/>
              <a:ext cx="10932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③ 30° 斜入射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785" y="3006566"/>
              <a:ext cx="25067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光栅方程 (a+b)(sin30° + sinφ) = kλ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5642" y="332613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同侧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785" y="3593306"/>
              <a:ext cx="36073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φ → 90°：k &lt; (a+b)(0.5 + 1)/λ = 5.09，最高第 5 级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5642" y="391287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异侧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785" y="4180999"/>
              <a:ext cx="38561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φ → −90°：k &gt; (a+b)(0.5 − 1)/λ = −1.70，只到第 −1 级</a:t>
              </a:r>
            </a:p>
          </p:txBody>
        </p:sp>
      </p:grpSp>
      <p:grpSp>
        <p:nvGrpSpPr>
          <p:cNvPr id="33" name="c1-card-2"/>
          <p:cNvGrpSpPr/>
          <p:nvPr/>
        </p:nvGrpSpPr>
        <p:grpSpPr>
          <a:xfrm>
            <a:off x="533400" y="4569142"/>
            <a:ext cx="5410200" cy="952500"/>
            <a:chOff x="533400" y="4569142"/>
            <a:chExt cx="5410200" cy="952500"/>
          </a:xfrm>
        </p:grpSpPr>
        <p:sp>
          <p:nvSpPr>
            <p:cNvPr id="29" name="Rectangle 29"/>
            <p:cNvSpPr/>
            <p:nvPr/>
          </p:nvSpPr>
          <p:spPr>
            <a:xfrm>
              <a:off x="533400" y="4569142"/>
              <a:ext cx="5410200" cy="952500"/>
            </a:xfrm>
            <a:prstGeom prst="roundRect">
              <a:avLst>
                <a:gd name="adj" fmla="val 14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725805" y="4761548"/>
              <a:ext cx="581025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14152" y="4795838"/>
              <a:ext cx="4043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 ② ③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18947" y="5118735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② 最多看到 7 条明纹；③ 斜入射时最多看到第 5 级。</a:t>
              </a:r>
            </a:p>
          </p:txBody>
        </p:sp>
      </p:grpSp>
      <p:grpSp>
        <p:nvGrpSpPr>
          <p:cNvPr id="80" name="c2-cells-1"/>
          <p:cNvGrpSpPr/>
          <p:nvPr/>
        </p:nvGrpSpPr>
        <p:grpSpPr>
          <a:xfrm>
            <a:off x="6242685" y="1524000"/>
            <a:ext cx="5415915" cy="918210"/>
            <a:chOff x="6242685" y="1524000"/>
            <a:chExt cx="5415915" cy="918210"/>
          </a:xfrm>
        </p:grpSpPr>
        <p:sp>
          <p:nvSpPr>
            <p:cNvPr id="34" name="TextBox 34"/>
            <p:cNvSpPr txBox="1"/>
            <p:nvPr/>
          </p:nvSpPr>
          <p:spPr>
            <a:xfrm>
              <a:off x="6242685" y="164449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正入射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808470" y="1524000"/>
              <a:ext cx="441008" cy="3810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935710" y="164449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−4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7249478" y="1524000"/>
              <a:ext cx="441008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376718" y="164449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−3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7690485" y="1524000"/>
              <a:ext cx="441008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817725" y="164449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−2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8131492" y="1524000"/>
              <a:ext cx="441008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258733" y="164449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−1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8572500" y="1524000"/>
              <a:ext cx="441008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743276" y="16444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9013508" y="1524000"/>
              <a:ext cx="441008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184284" y="16444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9453562" y="1524000"/>
              <a:ext cx="441008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625291" y="16444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9894570" y="1524000"/>
              <a:ext cx="441008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066299" y="16444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10335578" y="1524000"/>
              <a:ext cx="441008" cy="3810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0507306" y="16444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10776585" y="1524000"/>
              <a:ext cx="441008" cy="3810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0948314" y="16444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11217592" y="1524000"/>
              <a:ext cx="441008" cy="3810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1389321" y="16444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242685" y="218170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斜入射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808470" y="2061210"/>
              <a:ext cx="441008" cy="3810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935710" y="218170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−4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7249478" y="2061210"/>
              <a:ext cx="441008" cy="3810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376718" y="218170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−3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7690485" y="2061210"/>
              <a:ext cx="441008" cy="3810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817725" y="218170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−2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8131492" y="2061210"/>
              <a:ext cx="441008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8258733" y="218170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−1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8572500" y="2061210"/>
              <a:ext cx="441008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8743276" y="21817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9013508" y="2061210"/>
              <a:ext cx="441008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9184284" y="21817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9453562" y="2061210"/>
              <a:ext cx="441008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9625291" y="21817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9894570" y="2061210"/>
              <a:ext cx="441008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10066299" y="21817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10335578" y="2061210"/>
              <a:ext cx="441008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10507306" y="21817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10776585" y="2061210"/>
              <a:ext cx="441008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10948314" y="21817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11217592" y="2061210"/>
              <a:ext cx="441008" cy="3810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11389321" y="21817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  <p:grpSp>
        <p:nvGrpSpPr>
          <p:cNvPr id="82" name="c2-text-2"/>
          <p:cNvGrpSpPr/>
          <p:nvPr/>
        </p:nvGrpSpPr>
        <p:grpSpPr>
          <a:xfrm>
            <a:off x="6242685" y="2636044"/>
            <a:ext cx="5103622" cy="441008"/>
            <a:chOff x="6242685" y="2636044"/>
            <a:chExt cx="5103622" cy="441008"/>
          </a:xfrm>
        </p:grpSpPr>
        <p:sp>
          <p:nvSpPr>
            <p:cNvPr id="81" name="TextBox 81"/>
            <p:cNvSpPr txBox="1"/>
            <p:nvPr/>
          </p:nvSpPr>
          <p:spPr>
            <a:xfrm>
              <a:off x="6242685" y="2636044"/>
              <a:ext cx="5103622" cy="4410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绿色为能看到的级次，红色为超出 ±90° 的级次。斜入射时整体向一侧平移，仍是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 条。</a:t>
              </a:r>
            </a:p>
          </p:txBody>
        </p:sp>
      </p:grpSp>
      <p:grpSp>
        <p:nvGrpSpPr>
          <p:cNvPr id="89" name="c2-card-3"/>
          <p:cNvGrpSpPr/>
          <p:nvPr/>
        </p:nvGrpSpPr>
        <p:grpSpPr>
          <a:xfrm>
            <a:off x="6248400" y="3208972"/>
            <a:ext cx="5410200" cy="2313622"/>
            <a:chOff x="6248400" y="3208972"/>
            <a:chExt cx="5410200" cy="2313622"/>
          </a:xfrm>
        </p:grpSpPr>
        <p:sp>
          <p:nvSpPr>
            <p:cNvPr id="83" name="Rectangle 83"/>
            <p:cNvSpPr/>
            <p:nvPr/>
          </p:nvSpPr>
          <p:spPr>
            <a:xfrm>
              <a:off x="6248400" y="3208972"/>
              <a:ext cx="5410200" cy="2313622"/>
            </a:xfrm>
            <a:prstGeom prst="roundRect">
              <a:avLst>
                <a:gd name="adj" fmla="val 57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4" name="Rectangle 84"/>
            <p:cNvSpPr/>
            <p:nvPr/>
          </p:nvSpPr>
          <p:spPr>
            <a:xfrm>
              <a:off x="6257925" y="3342322"/>
              <a:ext cx="47625" cy="204692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85" name="Rectangle 85"/>
            <p:cNvSpPr/>
            <p:nvPr/>
          </p:nvSpPr>
          <p:spPr>
            <a:xfrm>
              <a:off x="6478905" y="3401378"/>
              <a:ext cx="1037272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6553965" y="3435668"/>
              <a:ext cx="8881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原课件第 ③ 问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6472047" y="3757612"/>
              <a:ext cx="473716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原课件只求同侧最高级 kₘₐₓ = 5.09 → 5。补上异侧：只能看到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−1 级，所以斜入射时屏上是 −1～5 级。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6472047" y="4317682"/>
              <a:ext cx="469430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sinφ = kλ/(a+b) − sin30° 可算出各级方向（负角在法线另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一侧）：k = 0 对应 −30°，k = 5 对应 76.7°，k = −1 对应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−52.6°。</a:t>
              </a:r>
            </a:p>
          </p:txBody>
        </p:sp>
      </p:grpSp>
      <p:grpSp>
        <p:nvGrpSpPr>
          <p:cNvPr id="96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90" name="Rectangle 90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94" name="Group 94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91" name="Freeform 91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92" name="Freeform 92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93" name="Freeform 93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95" name="TextBox 95"/>
            <p:cNvSpPr txBox="1"/>
            <p:nvPr/>
          </p:nvSpPr>
          <p:spPr>
            <a:xfrm>
              <a:off x="1040892" y="6023610"/>
              <a:ext cx="77011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斜入射时的零级在 sinφ = −sin30° 方向，也就是沿入射光直穿过去的方向，不再在光栅法线上。</a:t>
              </a:r>
            </a:p>
          </p:txBody>
        </p:sp>
      </p:grpSp>
      <p:grpSp>
        <p:nvGrpSpPr>
          <p:cNvPr id="9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7" name="TextBox 97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第8章 光的衍射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740014" cy="909257"/>
            <a:chOff x="520446" y="342900"/>
            <a:chExt cx="474001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光的衍射 · 光栅衍射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74001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例8.7　白光第三级光谱的张角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869180" cy="1485900"/>
            <a:chOff x="533400" y="1524000"/>
            <a:chExt cx="4869180" cy="14859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869180" cy="1485900"/>
            </a:xfrm>
            <a:prstGeom prst="roundRect">
              <a:avLst>
                <a:gd name="adj" fmla="val 89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21920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54959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8263" y="1743551"/>
              <a:ext cx="3703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例8.7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1332" y="2054542"/>
              <a:ext cx="41285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白光（400～760 nm）垂直照射每厘米 6500 条刻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线的平面透射光栅。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1332" y="2612708"/>
              <a:ext cx="18856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第三级光谱的张角。</a:t>
              </a:r>
            </a:p>
          </p:txBody>
        </p:sp>
      </p:grpSp>
      <p:grpSp>
        <p:nvGrpSpPr>
          <p:cNvPr id="445" name="g_ex87"/>
          <p:cNvGrpSpPr/>
          <p:nvPr/>
        </p:nvGrpSpPr>
        <p:grpSpPr>
          <a:xfrm>
            <a:off x="1640205" y="3306604"/>
            <a:ext cx="3196911" cy="2424112"/>
            <a:chOff x="1640205" y="3306604"/>
            <a:chExt cx="3196911" cy="2424112"/>
          </a:xfrm>
        </p:grpSpPr>
        <p:sp>
          <p:nvSpPr>
            <p:cNvPr id="14" name="Freeform 14"/>
            <p:cNvSpPr/>
            <p:nvPr/>
          </p:nvSpPr>
          <p:spPr>
            <a:xfrm>
              <a:off x="1757362" y="5568315"/>
              <a:ext cx="2176462" cy="9525"/>
            </a:xfrm>
            <a:custGeom>
              <a:avLst/>
              <a:gdLst/>
              <a:ahLst/>
              <a:cxnLst/>
              <a:rect l="l" t="t" r="r" b="b"/>
              <a:pathLst>
                <a:path w="2176462" h="9525">
                  <a:moveTo>
                    <a:pt x="0" y="0"/>
                  </a:moveTo>
                  <a:lnTo>
                    <a:pt x="2176462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15" name="Freeform 15"/>
            <p:cNvSpPr/>
            <p:nvPr/>
          </p:nvSpPr>
          <p:spPr>
            <a:xfrm>
              <a:off x="1747838" y="3382328"/>
              <a:ext cx="9525" cy="2176462"/>
            </a:xfrm>
            <a:custGeom>
              <a:avLst/>
              <a:gdLst/>
              <a:ahLst/>
              <a:cxnLst/>
              <a:rect l="l" t="t" r="r" b="b"/>
              <a:pathLst>
                <a:path w="9525" h="2176462">
                  <a:moveTo>
                    <a:pt x="0" y="2176462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16" name="Freeform 16"/>
            <p:cNvSpPr/>
            <p:nvPr/>
          </p:nvSpPr>
          <p:spPr>
            <a:xfrm>
              <a:off x="1640205" y="5635942"/>
              <a:ext cx="215265" cy="9525"/>
            </a:xfrm>
            <a:custGeom>
              <a:avLst/>
              <a:gdLst/>
              <a:ahLst/>
              <a:cxnLst/>
              <a:rect l="l" t="t" r="r" b="b"/>
              <a:pathLst>
                <a:path w="215265" h="9525">
                  <a:moveTo>
                    <a:pt x="0" y="0"/>
                  </a:moveTo>
                  <a:lnTo>
                    <a:pt x="215265" y="0"/>
                  </a:lnTo>
                </a:path>
              </a:pathLst>
            </a:custGeom>
            <a:noFill/>
            <a:ln w="38100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1984058" y="4582478"/>
              <a:ext cx="29527" cy="111442"/>
            </a:xfrm>
            <a:custGeom>
              <a:avLst/>
              <a:gdLst/>
              <a:ahLst/>
              <a:cxnLst/>
              <a:rect l="l" t="t" r="r" b="b"/>
              <a:pathLst>
                <a:path w="29527" h="111442">
                  <a:moveTo>
                    <a:pt x="0" y="111442"/>
                  </a:moveTo>
                  <a:lnTo>
                    <a:pt x="29527" y="0"/>
                  </a:lnTo>
                </a:path>
              </a:pathLst>
            </a:custGeom>
            <a:noFill/>
            <a:ln w="30004">
              <a:solidFill>
                <a:srgbClr val="8300B9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1985010" y="4582478"/>
              <a:ext cx="30480" cy="111442"/>
            </a:xfrm>
            <a:custGeom>
              <a:avLst/>
              <a:gdLst/>
              <a:ahLst/>
              <a:cxnLst/>
              <a:rect l="l" t="t" r="r" b="b"/>
              <a:pathLst>
                <a:path w="30480" h="111442">
                  <a:moveTo>
                    <a:pt x="0" y="111442"/>
                  </a:moveTo>
                  <a:lnTo>
                    <a:pt x="30480" y="0"/>
                  </a:lnTo>
                </a:path>
              </a:pathLst>
            </a:custGeom>
            <a:noFill/>
            <a:ln w="30004">
              <a:solidFill>
                <a:srgbClr val="8300C0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1985962" y="4583430"/>
              <a:ext cx="30480" cy="110490"/>
            </a:xfrm>
            <a:custGeom>
              <a:avLst/>
              <a:gdLst/>
              <a:ahLst/>
              <a:cxnLst/>
              <a:rect l="l" t="t" r="r" b="b"/>
              <a:pathLst>
                <a:path w="30480" h="110490">
                  <a:moveTo>
                    <a:pt x="0" y="110490"/>
                  </a:moveTo>
                  <a:lnTo>
                    <a:pt x="30480" y="0"/>
                  </a:lnTo>
                </a:path>
              </a:pathLst>
            </a:custGeom>
            <a:noFill/>
            <a:ln w="30004">
              <a:solidFill>
                <a:srgbClr val="8200C8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1987868" y="4583430"/>
              <a:ext cx="30480" cy="111442"/>
            </a:xfrm>
            <a:custGeom>
              <a:avLst/>
              <a:gdLst/>
              <a:ahLst/>
              <a:cxnLst/>
              <a:rect l="l" t="t" r="r" b="b"/>
              <a:pathLst>
                <a:path w="30480" h="111442">
                  <a:moveTo>
                    <a:pt x="0" y="111442"/>
                  </a:moveTo>
                  <a:lnTo>
                    <a:pt x="30480" y="0"/>
                  </a:lnTo>
                </a:path>
              </a:pathLst>
            </a:custGeom>
            <a:noFill/>
            <a:ln w="30004">
              <a:solidFill>
                <a:srgbClr val="8100CF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1988820" y="4584382"/>
              <a:ext cx="30480" cy="110490"/>
            </a:xfrm>
            <a:custGeom>
              <a:avLst/>
              <a:gdLst/>
              <a:ahLst/>
              <a:cxnLst/>
              <a:rect l="l" t="t" r="r" b="b"/>
              <a:pathLst>
                <a:path w="30480" h="110490">
                  <a:moveTo>
                    <a:pt x="0" y="110490"/>
                  </a:moveTo>
                  <a:lnTo>
                    <a:pt x="30480" y="0"/>
                  </a:lnTo>
                </a:path>
              </a:pathLst>
            </a:custGeom>
            <a:noFill/>
            <a:ln w="30004">
              <a:solidFill>
                <a:srgbClr val="7F00D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1989772" y="4584382"/>
              <a:ext cx="30480" cy="110490"/>
            </a:xfrm>
            <a:custGeom>
              <a:avLst/>
              <a:gdLst/>
              <a:ahLst/>
              <a:cxnLst/>
              <a:rect l="l" t="t" r="r" b="b"/>
              <a:pathLst>
                <a:path w="30480" h="110490">
                  <a:moveTo>
                    <a:pt x="0" y="110490"/>
                  </a:moveTo>
                  <a:lnTo>
                    <a:pt x="30480" y="0"/>
                  </a:lnTo>
                </a:path>
              </a:pathLst>
            </a:custGeom>
            <a:noFill/>
            <a:ln w="30004">
              <a:solidFill>
                <a:srgbClr val="7C00DE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1990725" y="4584382"/>
              <a:ext cx="31433" cy="111442"/>
            </a:xfrm>
            <a:custGeom>
              <a:avLst/>
              <a:gdLst/>
              <a:ahLst/>
              <a:cxnLst/>
              <a:rect l="l" t="t" r="r" b="b"/>
              <a:pathLst>
                <a:path w="31433" h="111442">
                  <a:moveTo>
                    <a:pt x="0" y="111442"/>
                  </a:moveTo>
                  <a:lnTo>
                    <a:pt x="31433" y="0"/>
                  </a:lnTo>
                </a:path>
              </a:pathLst>
            </a:custGeom>
            <a:noFill/>
            <a:ln w="30004">
              <a:solidFill>
                <a:srgbClr val="7900E6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1991678" y="4585335"/>
              <a:ext cx="31433" cy="110490"/>
            </a:xfrm>
            <a:custGeom>
              <a:avLst/>
              <a:gdLst/>
              <a:ahLst/>
              <a:cxnLst/>
              <a:rect l="l" t="t" r="r" b="b"/>
              <a:pathLst>
                <a:path w="31433" h="110490">
                  <a:moveTo>
                    <a:pt x="0" y="110490"/>
                  </a:moveTo>
                  <a:lnTo>
                    <a:pt x="31433" y="0"/>
                  </a:lnTo>
                </a:path>
              </a:pathLst>
            </a:custGeom>
            <a:noFill/>
            <a:ln w="30004">
              <a:solidFill>
                <a:srgbClr val="7600ED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1993582" y="4585335"/>
              <a:ext cx="30480" cy="110490"/>
            </a:xfrm>
            <a:custGeom>
              <a:avLst/>
              <a:gdLst/>
              <a:ahLst/>
              <a:cxnLst/>
              <a:rect l="l" t="t" r="r" b="b"/>
              <a:pathLst>
                <a:path w="30480" h="110490">
                  <a:moveTo>
                    <a:pt x="0" y="110490"/>
                  </a:moveTo>
                  <a:lnTo>
                    <a:pt x="30480" y="0"/>
                  </a:lnTo>
                </a:path>
              </a:pathLst>
            </a:custGeom>
            <a:noFill/>
            <a:ln w="30004">
              <a:solidFill>
                <a:srgbClr val="7100F4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1994535" y="4586288"/>
              <a:ext cx="31432" cy="110490"/>
            </a:xfrm>
            <a:custGeom>
              <a:avLst/>
              <a:gdLst/>
              <a:ahLst/>
              <a:cxnLst/>
              <a:rect l="l" t="t" r="r" b="b"/>
              <a:pathLst>
                <a:path w="31432" h="110490">
                  <a:moveTo>
                    <a:pt x="0" y="110490"/>
                  </a:moveTo>
                  <a:lnTo>
                    <a:pt x="31432" y="0"/>
                  </a:lnTo>
                </a:path>
              </a:pathLst>
            </a:custGeom>
            <a:noFill/>
            <a:ln w="30004">
              <a:solidFill>
                <a:srgbClr val="6D00FB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1995488" y="4586288"/>
              <a:ext cx="31433" cy="110490"/>
            </a:xfrm>
            <a:custGeom>
              <a:avLst/>
              <a:gdLst/>
              <a:ahLst/>
              <a:cxnLst/>
              <a:rect l="l" t="t" r="r" b="b"/>
              <a:pathLst>
                <a:path w="31433" h="110490">
                  <a:moveTo>
                    <a:pt x="0" y="110490"/>
                  </a:moveTo>
                  <a:lnTo>
                    <a:pt x="31433" y="0"/>
                  </a:lnTo>
                </a:path>
              </a:pathLst>
            </a:custGeom>
            <a:noFill/>
            <a:ln w="30004">
              <a:solidFill>
                <a:srgbClr val="6600FF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1996440" y="4586288"/>
              <a:ext cx="32385" cy="111442"/>
            </a:xfrm>
            <a:custGeom>
              <a:avLst/>
              <a:gdLst/>
              <a:ahLst/>
              <a:cxnLst/>
              <a:rect l="l" t="t" r="r" b="b"/>
              <a:pathLst>
                <a:path w="32385" h="111442">
                  <a:moveTo>
                    <a:pt x="0" y="111442"/>
                  </a:moveTo>
                  <a:lnTo>
                    <a:pt x="32385" y="0"/>
                  </a:lnTo>
                </a:path>
              </a:pathLst>
            </a:custGeom>
            <a:noFill/>
            <a:ln w="30004">
              <a:solidFill>
                <a:srgbClr val="5D00FF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1997392" y="4587240"/>
              <a:ext cx="32385" cy="110490"/>
            </a:xfrm>
            <a:custGeom>
              <a:avLst/>
              <a:gdLst/>
              <a:ahLst/>
              <a:cxnLst/>
              <a:rect l="l" t="t" r="r" b="b"/>
              <a:pathLst>
                <a:path w="32385" h="110490">
                  <a:moveTo>
                    <a:pt x="0" y="110490"/>
                  </a:moveTo>
                  <a:lnTo>
                    <a:pt x="32385" y="0"/>
                  </a:lnTo>
                </a:path>
              </a:pathLst>
            </a:custGeom>
            <a:noFill/>
            <a:ln w="30004">
              <a:solidFill>
                <a:srgbClr val="5400FF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1999298" y="4587240"/>
              <a:ext cx="31432" cy="110490"/>
            </a:xfrm>
            <a:custGeom>
              <a:avLst/>
              <a:gdLst/>
              <a:ahLst/>
              <a:cxnLst/>
              <a:rect l="l" t="t" r="r" b="b"/>
              <a:pathLst>
                <a:path w="31432" h="110490">
                  <a:moveTo>
                    <a:pt x="0" y="110490"/>
                  </a:moveTo>
                  <a:lnTo>
                    <a:pt x="31432" y="0"/>
                  </a:lnTo>
                </a:path>
              </a:pathLst>
            </a:custGeom>
            <a:noFill/>
            <a:ln w="30004">
              <a:solidFill>
                <a:srgbClr val="4B00FF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2000250" y="4588192"/>
              <a:ext cx="32385" cy="110490"/>
            </a:xfrm>
            <a:custGeom>
              <a:avLst/>
              <a:gdLst/>
              <a:ahLst/>
              <a:cxnLst/>
              <a:rect l="l" t="t" r="r" b="b"/>
              <a:pathLst>
                <a:path w="32385" h="110490">
                  <a:moveTo>
                    <a:pt x="0" y="110490"/>
                  </a:moveTo>
                  <a:lnTo>
                    <a:pt x="32385" y="0"/>
                  </a:lnTo>
                </a:path>
              </a:pathLst>
            </a:custGeom>
            <a:noFill/>
            <a:ln w="30004">
              <a:solidFill>
                <a:srgbClr val="4200FF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2002155" y="4588192"/>
              <a:ext cx="31433" cy="110490"/>
            </a:xfrm>
            <a:custGeom>
              <a:avLst/>
              <a:gdLst/>
              <a:ahLst/>
              <a:cxnLst/>
              <a:rect l="l" t="t" r="r" b="b"/>
              <a:pathLst>
                <a:path w="31433" h="110490">
                  <a:moveTo>
                    <a:pt x="0" y="110490"/>
                  </a:moveTo>
                  <a:lnTo>
                    <a:pt x="31433" y="0"/>
                  </a:lnTo>
                </a:path>
              </a:pathLst>
            </a:custGeom>
            <a:noFill/>
            <a:ln w="30004">
              <a:solidFill>
                <a:srgbClr val="3800FF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2003108" y="4588192"/>
              <a:ext cx="32385" cy="110490"/>
            </a:xfrm>
            <a:custGeom>
              <a:avLst/>
              <a:gdLst/>
              <a:ahLst/>
              <a:cxnLst/>
              <a:rect l="l" t="t" r="r" b="b"/>
              <a:pathLst>
                <a:path w="32385" h="110490">
                  <a:moveTo>
                    <a:pt x="0" y="110490"/>
                  </a:moveTo>
                  <a:lnTo>
                    <a:pt x="32385" y="0"/>
                  </a:lnTo>
                </a:path>
              </a:pathLst>
            </a:custGeom>
            <a:noFill/>
            <a:ln w="30004">
              <a:solidFill>
                <a:srgbClr val="2E00FF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2004060" y="4589145"/>
              <a:ext cx="32385" cy="110490"/>
            </a:xfrm>
            <a:custGeom>
              <a:avLst/>
              <a:gdLst/>
              <a:ahLst/>
              <a:cxnLst/>
              <a:rect l="l" t="t" r="r" b="b"/>
              <a:pathLst>
                <a:path w="32385" h="110490">
                  <a:moveTo>
                    <a:pt x="0" y="110490"/>
                  </a:moveTo>
                  <a:lnTo>
                    <a:pt x="32385" y="0"/>
                  </a:lnTo>
                </a:path>
              </a:pathLst>
            </a:custGeom>
            <a:noFill/>
            <a:ln w="30004">
              <a:solidFill>
                <a:srgbClr val="2300FF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2005012" y="4589145"/>
              <a:ext cx="32385" cy="110490"/>
            </a:xfrm>
            <a:custGeom>
              <a:avLst/>
              <a:gdLst/>
              <a:ahLst/>
              <a:cxnLst/>
              <a:rect l="l" t="t" r="r" b="b"/>
              <a:pathLst>
                <a:path w="32385" h="110490">
                  <a:moveTo>
                    <a:pt x="0" y="110490"/>
                  </a:moveTo>
                  <a:lnTo>
                    <a:pt x="32385" y="0"/>
                  </a:lnTo>
                </a:path>
              </a:pathLst>
            </a:custGeom>
            <a:noFill/>
            <a:ln w="30004">
              <a:solidFill>
                <a:srgbClr val="1700FF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2005965" y="4589145"/>
              <a:ext cx="33338" cy="110490"/>
            </a:xfrm>
            <a:custGeom>
              <a:avLst/>
              <a:gdLst/>
              <a:ahLst/>
              <a:cxnLst/>
              <a:rect l="l" t="t" r="r" b="b"/>
              <a:pathLst>
                <a:path w="33338" h="110490">
                  <a:moveTo>
                    <a:pt x="0" y="110490"/>
                  </a:moveTo>
                  <a:lnTo>
                    <a:pt x="33338" y="0"/>
                  </a:lnTo>
                </a:path>
              </a:pathLst>
            </a:custGeom>
            <a:noFill/>
            <a:ln w="30004">
              <a:solidFill>
                <a:srgbClr val="0A00FF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2007870" y="4590098"/>
              <a:ext cx="32385" cy="110490"/>
            </a:xfrm>
            <a:custGeom>
              <a:avLst/>
              <a:gdLst/>
              <a:ahLst/>
              <a:cxnLst/>
              <a:rect l="l" t="t" r="r" b="b"/>
              <a:pathLst>
                <a:path w="32385" h="110490">
                  <a:moveTo>
                    <a:pt x="0" y="110490"/>
                  </a:moveTo>
                  <a:lnTo>
                    <a:pt x="32385" y="0"/>
                  </a:lnTo>
                </a:path>
              </a:pathLst>
            </a:custGeom>
            <a:noFill/>
            <a:ln w="30004">
              <a:solidFill>
                <a:srgbClr val="000BFF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2008822" y="4591050"/>
              <a:ext cx="32385" cy="109538"/>
            </a:xfrm>
            <a:custGeom>
              <a:avLst/>
              <a:gdLst/>
              <a:ahLst/>
              <a:cxnLst/>
              <a:rect l="l" t="t" r="r" b="b"/>
              <a:pathLst>
                <a:path w="32385" h="109538">
                  <a:moveTo>
                    <a:pt x="0" y="109538"/>
                  </a:moveTo>
                  <a:lnTo>
                    <a:pt x="32385" y="0"/>
                  </a:lnTo>
                </a:path>
              </a:pathLst>
            </a:custGeom>
            <a:noFill/>
            <a:ln w="30004">
              <a:solidFill>
                <a:srgbClr val="001BFF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2009775" y="4591050"/>
              <a:ext cx="33338" cy="110490"/>
            </a:xfrm>
            <a:custGeom>
              <a:avLst/>
              <a:gdLst/>
              <a:ahLst/>
              <a:cxnLst/>
              <a:rect l="l" t="t" r="r" b="b"/>
              <a:pathLst>
                <a:path w="33338" h="110490">
                  <a:moveTo>
                    <a:pt x="0" y="110490"/>
                  </a:moveTo>
                  <a:lnTo>
                    <a:pt x="33338" y="0"/>
                  </a:lnTo>
                </a:path>
              </a:pathLst>
            </a:custGeom>
            <a:noFill/>
            <a:ln w="30004">
              <a:solidFill>
                <a:srgbClr val="0028FF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2010728" y="4591050"/>
              <a:ext cx="33338" cy="110490"/>
            </a:xfrm>
            <a:custGeom>
              <a:avLst/>
              <a:gdLst/>
              <a:ahLst/>
              <a:cxnLst/>
              <a:rect l="l" t="t" r="r" b="b"/>
              <a:pathLst>
                <a:path w="33338" h="110490">
                  <a:moveTo>
                    <a:pt x="0" y="110490"/>
                  </a:moveTo>
                  <a:lnTo>
                    <a:pt x="33338" y="0"/>
                  </a:lnTo>
                </a:path>
              </a:pathLst>
            </a:custGeom>
            <a:noFill/>
            <a:ln w="30004">
              <a:solidFill>
                <a:srgbClr val="0035FF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2011680" y="4592002"/>
              <a:ext cx="34290" cy="109538"/>
            </a:xfrm>
            <a:custGeom>
              <a:avLst/>
              <a:gdLst/>
              <a:ahLst/>
              <a:cxnLst/>
              <a:rect l="l" t="t" r="r" b="b"/>
              <a:pathLst>
                <a:path w="34290" h="109538">
                  <a:moveTo>
                    <a:pt x="0" y="109538"/>
                  </a:moveTo>
                  <a:lnTo>
                    <a:pt x="34290" y="0"/>
                  </a:lnTo>
                </a:path>
              </a:pathLst>
            </a:custGeom>
            <a:noFill/>
            <a:ln w="30004">
              <a:solidFill>
                <a:srgbClr val="0041FF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2013585" y="4592002"/>
              <a:ext cx="33338" cy="110490"/>
            </a:xfrm>
            <a:custGeom>
              <a:avLst/>
              <a:gdLst/>
              <a:ahLst/>
              <a:cxnLst/>
              <a:rect l="l" t="t" r="r" b="b"/>
              <a:pathLst>
                <a:path w="33338" h="110490">
                  <a:moveTo>
                    <a:pt x="0" y="110490"/>
                  </a:moveTo>
                  <a:lnTo>
                    <a:pt x="33338" y="0"/>
                  </a:lnTo>
                </a:path>
              </a:pathLst>
            </a:custGeom>
            <a:noFill/>
            <a:ln w="30004">
              <a:solidFill>
                <a:srgbClr val="004CFF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2014538" y="4592955"/>
              <a:ext cx="33338" cy="109538"/>
            </a:xfrm>
            <a:custGeom>
              <a:avLst/>
              <a:gdLst/>
              <a:ahLst/>
              <a:cxnLst/>
              <a:rect l="l" t="t" r="r" b="b"/>
              <a:pathLst>
                <a:path w="33338" h="109538">
                  <a:moveTo>
                    <a:pt x="0" y="109538"/>
                  </a:moveTo>
                  <a:lnTo>
                    <a:pt x="33338" y="0"/>
                  </a:lnTo>
                </a:path>
              </a:pathLst>
            </a:custGeom>
            <a:noFill/>
            <a:ln w="30004">
              <a:solidFill>
                <a:srgbClr val="0057FF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2015490" y="4592955"/>
              <a:ext cx="34290" cy="109538"/>
            </a:xfrm>
            <a:custGeom>
              <a:avLst/>
              <a:gdLst/>
              <a:ahLst/>
              <a:cxnLst/>
              <a:rect l="l" t="t" r="r" b="b"/>
              <a:pathLst>
                <a:path w="34290" h="109538">
                  <a:moveTo>
                    <a:pt x="0" y="109538"/>
                  </a:moveTo>
                  <a:lnTo>
                    <a:pt x="34290" y="0"/>
                  </a:lnTo>
                </a:path>
              </a:pathLst>
            </a:custGeom>
            <a:noFill/>
            <a:ln w="30004">
              <a:solidFill>
                <a:srgbClr val="0061FF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2017395" y="4592955"/>
              <a:ext cx="33338" cy="110490"/>
            </a:xfrm>
            <a:custGeom>
              <a:avLst/>
              <a:gdLst/>
              <a:ahLst/>
              <a:cxnLst/>
              <a:rect l="l" t="t" r="r" b="b"/>
              <a:pathLst>
                <a:path w="33338" h="110490">
                  <a:moveTo>
                    <a:pt x="0" y="110490"/>
                  </a:moveTo>
                  <a:lnTo>
                    <a:pt x="33338" y="0"/>
                  </a:lnTo>
                </a:path>
              </a:pathLst>
            </a:custGeom>
            <a:noFill/>
            <a:ln w="30004">
              <a:solidFill>
                <a:srgbClr val="006CFF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2018348" y="4593908"/>
              <a:ext cx="34290" cy="109538"/>
            </a:xfrm>
            <a:custGeom>
              <a:avLst/>
              <a:gdLst/>
              <a:ahLst/>
              <a:cxnLst/>
              <a:rect l="l" t="t" r="r" b="b"/>
              <a:pathLst>
                <a:path w="34290" h="109538">
                  <a:moveTo>
                    <a:pt x="0" y="109538"/>
                  </a:moveTo>
                  <a:lnTo>
                    <a:pt x="34290" y="0"/>
                  </a:lnTo>
                </a:path>
              </a:pathLst>
            </a:custGeom>
            <a:noFill/>
            <a:ln w="30004">
              <a:solidFill>
                <a:srgbClr val="0076FF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2019300" y="4593908"/>
              <a:ext cx="34290" cy="109538"/>
            </a:xfrm>
            <a:custGeom>
              <a:avLst/>
              <a:gdLst/>
              <a:ahLst/>
              <a:cxnLst/>
              <a:rect l="l" t="t" r="r" b="b"/>
              <a:pathLst>
                <a:path w="34290" h="109538">
                  <a:moveTo>
                    <a:pt x="0" y="109538"/>
                  </a:moveTo>
                  <a:lnTo>
                    <a:pt x="34290" y="0"/>
                  </a:lnTo>
                </a:path>
              </a:pathLst>
            </a:custGeom>
            <a:noFill/>
            <a:ln w="30004">
              <a:solidFill>
                <a:srgbClr val="007FFF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2020252" y="4594860"/>
              <a:ext cx="35243" cy="109538"/>
            </a:xfrm>
            <a:custGeom>
              <a:avLst/>
              <a:gdLst/>
              <a:ahLst/>
              <a:cxnLst/>
              <a:rect l="l" t="t" r="r" b="b"/>
              <a:pathLst>
                <a:path w="35243" h="109538">
                  <a:moveTo>
                    <a:pt x="0" y="109538"/>
                  </a:moveTo>
                  <a:lnTo>
                    <a:pt x="35243" y="0"/>
                  </a:lnTo>
                </a:path>
              </a:pathLst>
            </a:custGeom>
            <a:noFill/>
            <a:ln w="30004">
              <a:solidFill>
                <a:srgbClr val="0089FF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2021205" y="4594860"/>
              <a:ext cx="35243" cy="109538"/>
            </a:xfrm>
            <a:custGeom>
              <a:avLst/>
              <a:gdLst/>
              <a:ahLst/>
              <a:cxnLst/>
              <a:rect l="l" t="t" r="r" b="b"/>
              <a:pathLst>
                <a:path w="35243" h="109538">
                  <a:moveTo>
                    <a:pt x="0" y="109538"/>
                  </a:moveTo>
                  <a:lnTo>
                    <a:pt x="35243" y="0"/>
                  </a:lnTo>
                </a:path>
              </a:pathLst>
            </a:custGeom>
            <a:noFill/>
            <a:ln w="30004">
              <a:solidFill>
                <a:srgbClr val="0092FF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2023110" y="4594860"/>
              <a:ext cx="34290" cy="110490"/>
            </a:xfrm>
            <a:custGeom>
              <a:avLst/>
              <a:gdLst/>
              <a:ahLst/>
              <a:cxnLst/>
              <a:rect l="l" t="t" r="r" b="b"/>
              <a:pathLst>
                <a:path w="34290" h="110490">
                  <a:moveTo>
                    <a:pt x="0" y="110490"/>
                  </a:moveTo>
                  <a:lnTo>
                    <a:pt x="34290" y="0"/>
                  </a:lnTo>
                </a:path>
              </a:pathLst>
            </a:custGeom>
            <a:noFill/>
            <a:ln w="30004">
              <a:solidFill>
                <a:srgbClr val="009CFF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2024062" y="4595812"/>
              <a:ext cx="35242" cy="109538"/>
            </a:xfrm>
            <a:custGeom>
              <a:avLst/>
              <a:gdLst/>
              <a:ahLst/>
              <a:cxnLst/>
              <a:rect l="l" t="t" r="r" b="b"/>
              <a:pathLst>
                <a:path w="35242" h="109538">
                  <a:moveTo>
                    <a:pt x="0" y="109538"/>
                  </a:moveTo>
                  <a:lnTo>
                    <a:pt x="35242" y="0"/>
                  </a:lnTo>
                </a:path>
              </a:pathLst>
            </a:custGeom>
            <a:noFill/>
            <a:ln w="30004">
              <a:solidFill>
                <a:srgbClr val="00A5FF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2025015" y="4596765"/>
              <a:ext cx="35243" cy="109538"/>
            </a:xfrm>
            <a:custGeom>
              <a:avLst/>
              <a:gdLst/>
              <a:ahLst/>
              <a:cxnLst/>
              <a:rect l="l" t="t" r="r" b="b"/>
              <a:pathLst>
                <a:path w="35243" h="109538">
                  <a:moveTo>
                    <a:pt x="0" y="109538"/>
                  </a:moveTo>
                  <a:lnTo>
                    <a:pt x="35243" y="0"/>
                  </a:lnTo>
                </a:path>
              </a:pathLst>
            </a:custGeom>
            <a:noFill/>
            <a:ln w="30004">
              <a:solidFill>
                <a:srgbClr val="00AEFF"/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2025968" y="4596765"/>
              <a:ext cx="36195" cy="109538"/>
            </a:xfrm>
            <a:custGeom>
              <a:avLst/>
              <a:gdLst/>
              <a:ahLst/>
              <a:cxnLst/>
              <a:rect l="l" t="t" r="r" b="b"/>
              <a:pathLst>
                <a:path w="36195" h="109538">
                  <a:moveTo>
                    <a:pt x="0" y="109538"/>
                  </a:moveTo>
                  <a:lnTo>
                    <a:pt x="36195" y="0"/>
                  </a:lnTo>
                </a:path>
              </a:pathLst>
            </a:custGeom>
            <a:noFill/>
            <a:ln w="30004">
              <a:solidFill>
                <a:srgbClr val="00B7FF"/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2026920" y="4596765"/>
              <a:ext cx="36195" cy="109538"/>
            </a:xfrm>
            <a:custGeom>
              <a:avLst/>
              <a:gdLst/>
              <a:ahLst/>
              <a:cxnLst/>
              <a:rect l="l" t="t" r="r" b="b"/>
              <a:pathLst>
                <a:path w="36195" h="109538">
                  <a:moveTo>
                    <a:pt x="0" y="109538"/>
                  </a:moveTo>
                  <a:lnTo>
                    <a:pt x="36195" y="0"/>
                  </a:lnTo>
                </a:path>
              </a:pathLst>
            </a:custGeom>
            <a:noFill/>
            <a:ln w="30004">
              <a:solidFill>
                <a:srgbClr val="00C0FF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2028825" y="4597718"/>
              <a:ext cx="35242" cy="109538"/>
            </a:xfrm>
            <a:custGeom>
              <a:avLst/>
              <a:gdLst/>
              <a:ahLst/>
              <a:cxnLst/>
              <a:rect l="l" t="t" r="r" b="b"/>
              <a:pathLst>
                <a:path w="35242" h="109538">
                  <a:moveTo>
                    <a:pt x="0" y="109538"/>
                  </a:moveTo>
                  <a:lnTo>
                    <a:pt x="35242" y="0"/>
                  </a:lnTo>
                </a:path>
              </a:pathLst>
            </a:custGeom>
            <a:noFill/>
            <a:ln w="30004">
              <a:solidFill>
                <a:srgbClr val="00C8FF"/>
              </a:solidFill>
            </a:ln>
          </p:spPr>
        </p:sp>
        <p:sp>
          <p:nvSpPr>
            <p:cNvPr id="56" name="Freeform 56"/>
            <p:cNvSpPr/>
            <p:nvPr/>
          </p:nvSpPr>
          <p:spPr>
            <a:xfrm>
              <a:off x="2029778" y="4597718"/>
              <a:ext cx="36195" cy="109538"/>
            </a:xfrm>
            <a:custGeom>
              <a:avLst/>
              <a:gdLst/>
              <a:ahLst/>
              <a:cxnLst/>
              <a:rect l="l" t="t" r="r" b="b"/>
              <a:pathLst>
                <a:path w="36195" h="109538">
                  <a:moveTo>
                    <a:pt x="0" y="109538"/>
                  </a:moveTo>
                  <a:lnTo>
                    <a:pt x="36195" y="0"/>
                  </a:lnTo>
                </a:path>
              </a:pathLst>
            </a:custGeom>
            <a:noFill/>
            <a:ln w="30004">
              <a:solidFill>
                <a:srgbClr val="00D1FF"/>
              </a:solidFill>
            </a:ln>
          </p:spPr>
        </p:sp>
        <p:sp>
          <p:nvSpPr>
            <p:cNvPr id="57" name="Freeform 57"/>
            <p:cNvSpPr/>
            <p:nvPr/>
          </p:nvSpPr>
          <p:spPr>
            <a:xfrm>
              <a:off x="2030730" y="4598670"/>
              <a:ext cx="36195" cy="108585"/>
            </a:xfrm>
            <a:custGeom>
              <a:avLst/>
              <a:gdLst/>
              <a:ahLst/>
              <a:cxnLst/>
              <a:rect l="l" t="t" r="r" b="b"/>
              <a:pathLst>
                <a:path w="36195" h="108585">
                  <a:moveTo>
                    <a:pt x="0" y="108585"/>
                  </a:moveTo>
                  <a:lnTo>
                    <a:pt x="36195" y="0"/>
                  </a:lnTo>
                </a:path>
              </a:pathLst>
            </a:custGeom>
            <a:noFill/>
            <a:ln w="30004">
              <a:solidFill>
                <a:srgbClr val="00DAFF"/>
              </a:solidFill>
            </a:ln>
          </p:spPr>
        </p:sp>
        <p:sp>
          <p:nvSpPr>
            <p:cNvPr id="58" name="Freeform 58"/>
            <p:cNvSpPr/>
            <p:nvPr/>
          </p:nvSpPr>
          <p:spPr>
            <a:xfrm>
              <a:off x="2032635" y="4598670"/>
              <a:ext cx="35242" cy="109538"/>
            </a:xfrm>
            <a:custGeom>
              <a:avLst/>
              <a:gdLst/>
              <a:ahLst/>
              <a:cxnLst/>
              <a:rect l="l" t="t" r="r" b="b"/>
              <a:pathLst>
                <a:path w="35242" h="109538">
                  <a:moveTo>
                    <a:pt x="0" y="109538"/>
                  </a:moveTo>
                  <a:lnTo>
                    <a:pt x="35242" y="0"/>
                  </a:lnTo>
                </a:path>
              </a:pathLst>
            </a:custGeom>
            <a:noFill/>
            <a:ln w="30004">
              <a:solidFill>
                <a:srgbClr val="00E2FF"/>
              </a:solidFill>
            </a:ln>
          </p:spPr>
        </p:sp>
        <p:sp>
          <p:nvSpPr>
            <p:cNvPr id="59" name="Freeform 59"/>
            <p:cNvSpPr/>
            <p:nvPr/>
          </p:nvSpPr>
          <p:spPr>
            <a:xfrm>
              <a:off x="2033588" y="4599622"/>
              <a:ext cx="36195" cy="108585"/>
            </a:xfrm>
            <a:custGeom>
              <a:avLst/>
              <a:gdLst/>
              <a:ahLst/>
              <a:cxnLst/>
              <a:rect l="l" t="t" r="r" b="b"/>
              <a:pathLst>
                <a:path w="36195" h="108585">
                  <a:moveTo>
                    <a:pt x="0" y="108585"/>
                  </a:moveTo>
                  <a:lnTo>
                    <a:pt x="36195" y="0"/>
                  </a:lnTo>
                </a:path>
              </a:pathLst>
            </a:custGeom>
            <a:noFill/>
            <a:ln w="30004">
              <a:solidFill>
                <a:srgbClr val="00EAFF"/>
              </a:solidFill>
            </a:ln>
          </p:spPr>
        </p:sp>
        <p:sp>
          <p:nvSpPr>
            <p:cNvPr id="60" name="Freeform 60"/>
            <p:cNvSpPr/>
            <p:nvPr/>
          </p:nvSpPr>
          <p:spPr>
            <a:xfrm>
              <a:off x="2034540" y="4599622"/>
              <a:ext cx="36195" cy="109538"/>
            </a:xfrm>
            <a:custGeom>
              <a:avLst/>
              <a:gdLst/>
              <a:ahLst/>
              <a:cxnLst/>
              <a:rect l="l" t="t" r="r" b="b"/>
              <a:pathLst>
                <a:path w="36195" h="109538">
                  <a:moveTo>
                    <a:pt x="0" y="109538"/>
                  </a:moveTo>
                  <a:lnTo>
                    <a:pt x="36195" y="0"/>
                  </a:lnTo>
                </a:path>
              </a:pathLst>
            </a:custGeom>
            <a:noFill/>
            <a:ln w="30004">
              <a:solidFill>
                <a:srgbClr val="00F3FF"/>
              </a:solidFill>
            </a:ln>
          </p:spPr>
        </p:sp>
        <p:sp>
          <p:nvSpPr>
            <p:cNvPr id="61" name="Freeform 61"/>
            <p:cNvSpPr/>
            <p:nvPr/>
          </p:nvSpPr>
          <p:spPr>
            <a:xfrm>
              <a:off x="2035492" y="4600575"/>
              <a:ext cx="37148" cy="108585"/>
            </a:xfrm>
            <a:custGeom>
              <a:avLst/>
              <a:gdLst/>
              <a:ahLst/>
              <a:cxnLst/>
              <a:rect l="l" t="t" r="r" b="b"/>
              <a:pathLst>
                <a:path w="37148" h="108585">
                  <a:moveTo>
                    <a:pt x="0" y="108585"/>
                  </a:moveTo>
                  <a:lnTo>
                    <a:pt x="37148" y="0"/>
                  </a:lnTo>
                </a:path>
              </a:pathLst>
            </a:custGeom>
            <a:noFill/>
            <a:ln w="30004">
              <a:solidFill>
                <a:srgbClr val="00FBFF"/>
              </a:solidFill>
            </a:ln>
          </p:spPr>
        </p:sp>
        <p:sp>
          <p:nvSpPr>
            <p:cNvPr id="62" name="Freeform 62"/>
            <p:cNvSpPr/>
            <p:nvPr/>
          </p:nvSpPr>
          <p:spPr>
            <a:xfrm>
              <a:off x="2036445" y="4600575"/>
              <a:ext cx="37147" cy="109538"/>
            </a:xfrm>
            <a:custGeom>
              <a:avLst/>
              <a:gdLst/>
              <a:ahLst/>
              <a:cxnLst/>
              <a:rect l="l" t="t" r="r" b="b"/>
              <a:pathLst>
                <a:path w="37147" h="109538">
                  <a:moveTo>
                    <a:pt x="0" y="109538"/>
                  </a:moveTo>
                  <a:lnTo>
                    <a:pt x="37147" y="0"/>
                  </a:lnTo>
                </a:path>
              </a:pathLst>
            </a:custGeom>
            <a:noFill/>
            <a:ln w="30004">
              <a:solidFill>
                <a:srgbClr val="00FFF5"/>
              </a:solidFill>
            </a:ln>
          </p:spPr>
        </p:sp>
        <p:sp>
          <p:nvSpPr>
            <p:cNvPr id="63" name="Freeform 63"/>
            <p:cNvSpPr/>
            <p:nvPr/>
          </p:nvSpPr>
          <p:spPr>
            <a:xfrm>
              <a:off x="2038350" y="4600575"/>
              <a:ext cx="36195" cy="109538"/>
            </a:xfrm>
            <a:custGeom>
              <a:avLst/>
              <a:gdLst/>
              <a:ahLst/>
              <a:cxnLst/>
              <a:rect l="l" t="t" r="r" b="b"/>
              <a:pathLst>
                <a:path w="36195" h="109538">
                  <a:moveTo>
                    <a:pt x="0" y="109538"/>
                  </a:moveTo>
                  <a:lnTo>
                    <a:pt x="36195" y="0"/>
                  </a:lnTo>
                </a:path>
              </a:pathLst>
            </a:custGeom>
            <a:noFill/>
            <a:ln w="30004">
              <a:solidFill>
                <a:srgbClr val="00FFE0"/>
              </a:solidFill>
            </a:ln>
          </p:spPr>
        </p:sp>
        <p:sp>
          <p:nvSpPr>
            <p:cNvPr id="64" name="Freeform 64"/>
            <p:cNvSpPr/>
            <p:nvPr/>
          </p:nvSpPr>
          <p:spPr>
            <a:xfrm>
              <a:off x="2039302" y="4601528"/>
              <a:ext cx="37148" cy="108585"/>
            </a:xfrm>
            <a:custGeom>
              <a:avLst/>
              <a:gdLst/>
              <a:ahLst/>
              <a:cxnLst/>
              <a:rect l="l" t="t" r="r" b="b"/>
              <a:pathLst>
                <a:path w="37148" h="108585">
                  <a:moveTo>
                    <a:pt x="0" y="108585"/>
                  </a:moveTo>
                  <a:lnTo>
                    <a:pt x="37148" y="0"/>
                  </a:lnTo>
                </a:path>
              </a:pathLst>
            </a:custGeom>
            <a:noFill/>
            <a:ln w="30004">
              <a:solidFill>
                <a:srgbClr val="00FFCB"/>
              </a:solidFill>
            </a:ln>
          </p:spPr>
        </p:sp>
        <p:sp>
          <p:nvSpPr>
            <p:cNvPr id="65" name="Freeform 65"/>
            <p:cNvSpPr/>
            <p:nvPr/>
          </p:nvSpPr>
          <p:spPr>
            <a:xfrm>
              <a:off x="2040255" y="4602480"/>
              <a:ext cx="37148" cy="108585"/>
            </a:xfrm>
            <a:custGeom>
              <a:avLst/>
              <a:gdLst/>
              <a:ahLst/>
              <a:cxnLst/>
              <a:rect l="l" t="t" r="r" b="b"/>
              <a:pathLst>
                <a:path w="37148" h="108585">
                  <a:moveTo>
                    <a:pt x="0" y="108585"/>
                  </a:moveTo>
                  <a:lnTo>
                    <a:pt x="37148" y="0"/>
                  </a:lnTo>
                </a:path>
              </a:pathLst>
            </a:custGeom>
            <a:noFill/>
            <a:ln w="30004">
              <a:solidFill>
                <a:srgbClr val="00FFB5"/>
              </a:solidFill>
            </a:ln>
          </p:spPr>
        </p:sp>
        <p:sp>
          <p:nvSpPr>
            <p:cNvPr id="66" name="Freeform 66"/>
            <p:cNvSpPr/>
            <p:nvPr/>
          </p:nvSpPr>
          <p:spPr>
            <a:xfrm>
              <a:off x="2041208" y="4602480"/>
              <a:ext cx="37147" cy="108585"/>
            </a:xfrm>
            <a:custGeom>
              <a:avLst/>
              <a:gdLst/>
              <a:ahLst/>
              <a:cxnLst/>
              <a:rect l="l" t="t" r="r" b="b"/>
              <a:pathLst>
                <a:path w="37147" h="108585">
                  <a:moveTo>
                    <a:pt x="0" y="108585"/>
                  </a:moveTo>
                  <a:lnTo>
                    <a:pt x="37147" y="0"/>
                  </a:lnTo>
                </a:path>
              </a:pathLst>
            </a:custGeom>
            <a:noFill/>
            <a:ln w="30004">
              <a:solidFill>
                <a:srgbClr val="00FF9E"/>
              </a:solidFill>
            </a:ln>
          </p:spPr>
        </p:sp>
        <p:sp>
          <p:nvSpPr>
            <p:cNvPr id="67" name="Freeform 67"/>
            <p:cNvSpPr/>
            <p:nvPr/>
          </p:nvSpPr>
          <p:spPr>
            <a:xfrm>
              <a:off x="2042160" y="4602480"/>
              <a:ext cx="38100" cy="109538"/>
            </a:xfrm>
            <a:custGeom>
              <a:avLst/>
              <a:gdLst/>
              <a:ahLst/>
              <a:cxnLst/>
              <a:rect l="l" t="t" r="r" b="b"/>
              <a:pathLst>
                <a:path w="38100" h="109538">
                  <a:moveTo>
                    <a:pt x="0" y="109538"/>
                  </a:moveTo>
                  <a:lnTo>
                    <a:pt x="38100" y="0"/>
                  </a:lnTo>
                </a:path>
              </a:pathLst>
            </a:custGeom>
            <a:noFill/>
            <a:ln w="30004">
              <a:solidFill>
                <a:srgbClr val="00FF87"/>
              </a:solidFill>
            </a:ln>
          </p:spPr>
        </p:sp>
        <p:sp>
          <p:nvSpPr>
            <p:cNvPr id="68" name="Freeform 68"/>
            <p:cNvSpPr/>
            <p:nvPr/>
          </p:nvSpPr>
          <p:spPr>
            <a:xfrm>
              <a:off x="2044065" y="4603432"/>
              <a:ext cx="37148" cy="108585"/>
            </a:xfrm>
            <a:custGeom>
              <a:avLst/>
              <a:gdLst/>
              <a:ahLst/>
              <a:cxnLst/>
              <a:rect l="l" t="t" r="r" b="b"/>
              <a:pathLst>
                <a:path w="37148" h="108585">
                  <a:moveTo>
                    <a:pt x="0" y="108585"/>
                  </a:moveTo>
                  <a:lnTo>
                    <a:pt x="37148" y="0"/>
                  </a:lnTo>
                </a:path>
              </a:pathLst>
            </a:custGeom>
            <a:noFill/>
            <a:ln w="30004">
              <a:solidFill>
                <a:srgbClr val="00FF6E"/>
              </a:solidFill>
            </a:ln>
          </p:spPr>
        </p:sp>
        <p:sp>
          <p:nvSpPr>
            <p:cNvPr id="69" name="Freeform 69"/>
            <p:cNvSpPr/>
            <p:nvPr/>
          </p:nvSpPr>
          <p:spPr>
            <a:xfrm>
              <a:off x="2045018" y="4603432"/>
              <a:ext cx="38100" cy="109538"/>
            </a:xfrm>
            <a:custGeom>
              <a:avLst/>
              <a:gdLst/>
              <a:ahLst/>
              <a:cxnLst/>
              <a:rect l="l" t="t" r="r" b="b"/>
              <a:pathLst>
                <a:path w="38100" h="109538">
                  <a:moveTo>
                    <a:pt x="0" y="109538"/>
                  </a:moveTo>
                  <a:lnTo>
                    <a:pt x="38100" y="0"/>
                  </a:lnTo>
                </a:path>
              </a:pathLst>
            </a:custGeom>
            <a:noFill/>
            <a:ln w="30004">
              <a:solidFill>
                <a:srgbClr val="00FF54"/>
              </a:solidFill>
            </a:ln>
          </p:spPr>
        </p:sp>
        <p:sp>
          <p:nvSpPr>
            <p:cNvPr id="70" name="Freeform 70"/>
            <p:cNvSpPr/>
            <p:nvPr/>
          </p:nvSpPr>
          <p:spPr>
            <a:xfrm>
              <a:off x="2045970" y="4604385"/>
              <a:ext cx="38100" cy="108585"/>
            </a:xfrm>
            <a:custGeom>
              <a:avLst/>
              <a:gdLst/>
              <a:ahLst/>
              <a:cxnLst/>
              <a:rect l="l" t="t" r="r" b="b"/>
              <a:pathLst>
                <a:path w="38100" h="108585">
                  <a:moveTo>
                    <a:pt x="0" y="108585"/>
                  </a:moveTo>
                  <a:lnTo>
                    <a:pt x="38100" y="0"/>
                  </a:lnTo>
                </a:path>
              </a:pathLst>
            </a:custGeom>
            <a:noFill/>
            <a:ln w="30004">
              <a:solidFill>
                <a:srgbClr val="00FF38"/>
              </a:solidFill>
            </a:ln>
          </p:spPr>
        </p:sp>
        <p:sp>
          <p:nvSpPr>
            <p:cNvPr id="71" name="Freeform 71"/>
            <p:cNvSpPr/>
            <p:nvPr/>
          </p:nvSpPr>
          <p:spPr>
            <a:xfrm>
              <a:off x="2047875" y="4604385"/>
              <a:ext cx="37148" cy="108585"/>
            </a:xfrm>
            <a:custGeom>
              <a:avLst/>
              <a:gdLst/>
              <a:ahLst/>
              <a:cxnLst/>
              <a:rect l="l" t="t" r="r" b="b"/>
              <a:pathLst>
                <a:path w="37148" h="108585">
                  <a:moveTo>
                    <a:pt x="0" y="108585"/>
                  </a:moveTo>
                  <a:lnTo>
                    <a:pt x="37148" y="0"/>
                  </a:lnTo>
                </a:path>
              </a:pathLst>
            </a:custGeom>
            <a:noFill/>
            <a:ln w="30004">
              <a:solidFill>
                <a:srgbClr val="00FF17"/>
              </a:solidFill>
            </a:ln>
          </p:spPr>
        </p:sp>
        <p:sp>
          <p:nvSpPr>
            <p:cNvPr id="72" name="Freeform 72"/>
            <p:cNvSpPr/>
            <p:nvPr/>
          </p:nvSpPr>
          <p:spPr>
            <a:xfrm>
              <a:off x="2048828" y="4605338"/>
              <a:ext cx="38100" cy="108585"/>
            </a:xfrm>
            <a:custGeom>
              <a:avLst/>
              <a:gdLst/>
              <a:ahLst/>
              <a:cxnLst/>
              <a:rect l="l" t="t" r="r" b="b"/>
              <a:pathLst>
                <a:path w="38100" h="108585">
                  <a:moveTo>
                    <a:pt x="0" y="108585"/>
                  </a:moveTo>
                  <a:lnTo>
                    <a:pt x="38100" y="0"/>
                  </a:lnTo>
                </a:path>
              </a:pathLst>
            </a:custGeom>
            <a:noFill/>
            <a:ln w="30004">
              <a:solidFill>
                <a:srgbClr val="09FF00"/>
              </a:solidFill>
            </a:ln>
          </p:spPr>
        </p:sp>
        <p:sp>
          <p:nvSpPr>
            <p:cNvPr id="73" name="Freeform 73"/>
            <p:cNvSpPr/>
            <p:nvPr/>
          </p:nvSpPr>
          <p:spPr>
            <a:xfrm>
              <a:off x="2049780" y="4605338"/>
              <a:ext cx="38100" cy="108585"/>
            </a:xfrm>
            <a:custGeom>
              <a:avLst/>
              <a:gdLst/>
              <a:ahLst/>
              <a:cxnLst/>
              <a:rect l="l" t="t" r="r" b="b"/>
              <a:pathLst>
                <a:path w="38100" h="108585">
                  <a:moveTo>
                    <a:pt x="0" y="108585"/>
                  </a:moveTo>
                  <a:lnTo>
                    <a:pt x="38100" y="0"/>
                  </a:lnTo>
                </a:path>
              </a:pathLst>
            </a:custGeom>
            <a:noFill/>
            <a:ln w="30004">
              <a:solidFill>
                <a:srgbClr val="15FF00"/>
              </a:solidFill>
            </a:ln>
          </p:spPr>
        </p:sp>
        <p:sp>
          <p:nvSpPr>
            <p:cNvPr id="74" name="Freeform 74"/>
            <p:cNvSpPr/>
            <p:nvPr/>
          </p:nvSpPr>
          <p:spPr>
            <a:xfrm>
              <a:off x="2050732" y="4606290"/>
              <a:ext cx="39052" cy="108585"/>
            </a:xfrm>
            <a:custGeom>
              <a:avLst/>
              <a:gdLst/>
              <a:ahLst/>
              <a:cxnLst/>
              <a:rect l="l" t="t" r="r" b="b"/>
              <a:pathLst>
                <a:path w="39052" h="108585">
                  <a:moveTo>
                    <a:pt x="0" y="108585"/>
                  </a:moveTo>
                  <a:lnTo>
                    <a:pt x="39052" y="0"/>
                  </a:lnTo>
                </a:path>
              </a:pathLst>
            </a:custGeom>
            <a:noFill/>
            <a:ln w="30004">
              <a:solidFill>
                <a:srgbClr val="1FFF00"/>
              </a:solidFill>
            </a:ln>
          </p:spPr>
        </p:sp>
        <p:sp>
          <p:nvSpPr>
            <p:cNvPr id="75" name="Freeform 75"/>
            <p:cNvSpPr/>
            <p:nvPr/>
          </p:nvSpPr>
          <p:spPr>
            <a:xfrm>
              <a:off x="2052638" y="4606290"/>
              <a:ext cx="38100" cy="108585"/>
            </a:xfrm>
            <a:custGeom>
              <a:avLst/>
              <a:gdLst/>
              <a:ahLst/>
              <a:cxnLst/>
              <a:rect l="l" t="t" r="r" b="b"/>
              <a:pathLst>
                <a:path w="38100" h="108585">
                  <a:moveTo>
                    <a:pt x="0" y="108585"/>
                  </a:moveTo>
                  <a:lnTo>
                    <a:pt x="38100" y="0"/>
                  </a:lnTo>
                </a:path>
              </a:pathLst>
            </a:custGeom>
            <a:noFill/>
            <a:ln w="30004">
              <a:solidFill>
                <a:srgbClr val="28FF00"/>
              </a:solidFill>
            </a:ln>
          </p:spPr>
        </p:sp>
        <p:sp>
          <p:nvSpPr>
            <p:cNvPr id="76" name="Freeform 76"/>
            <p:cNvSpPr/>
            <p:nvPr/>
          </p:nvSpPr>
          <p:spPr>
            <a:xfrm>
              <a:off x="2053590" y="4607242"/>
              <a:ext cx="39052" cy="107633"/>
            </a:xfrm>
            <a:custGeom>
              <a:avLst/>
              <a:gdLst/>
              <a:ahLst/>
              <a:cxnLst/>
              <a:rect l="l" t="t" r="r" b="b"/>
              <a:pathLst>
                <a:path w="39052" h="107633">
                  <a:moveTo>
                    <a:pt x="0" y="107633"/>
                  </a:moveTo>
                  <a:lnTo>
                    <a:pt x="39052" y="0"/>
                  </a:lnTo>
                </a:path>
              </a:pathLst>
            </a:custGeom>
            <a:noFill/>
            <a:ln w="30004">
              <a:solidFill>
                <a:srgbClr val="31FF00"/>
              </a:solidFill>
            </a:ln>
          </p:spPr>
        </p:sp>
        <p:sp>
          <p:nvSpPr>
            <p:cNvPr id="77" name="Freeform 77"/>
            <p:cNvSpPr/>
            <p:nvPr/>
          </p:nvSpPr>
          <p:spPr>
            <a:xfrm>
              <a:off x="2054542" y="4607242"/>
              <a:ext cx="39053" cy="108585"/>
            </a:xfrm>
            <a:custGeom>
              <a:avLst/>
              <a:gdLst/>
              <a:ahLst/>
              <a:cxnLst/>
              <a:rect l="l" t="t" r="r" b="b"/>
              <a:pathLst>
                <a:path w="39053" h="108585">
                  <a:moveTo>
                    <a:pt x="0" y="108585"/>
                  </a:moveTo>
                  <a:lnTo>
                    <a:pt x="39053" y="0"/>
                  </a:lnTo>
                </a:path>
              </a:pathLst>
            </a:custGeom>
            <a:noFill/>
            <a:ln w="30004">
              <a:solidFill>
                <a:srgbClr val="3AFF00"/>
              </a:solidFill>
            </a:ln>
          </p:spPr>
        </p:sp>
        <p:sp>
          <p:nvSpPr>
            <p:cNvPr id="78" name="Freeform 78"/>
            <p:cNvSpPr/>
            <p:nvPr/>
          </p:nvSpPr>
          <p:spPr>
            <a:xfrm>
              <a:off x="2055495" y="4608195"/>
              <a:ext cx="39052" cy="108585"/>
            </a:xfrm>
            <a:custGeom>
              <a:avLst/>
              <a:gdLst/>
              <a:ahLst/>
              <a:cxnLst/>
              <a:rect l="l" t="t" r="r" b="b"/>
              <a:pathLst>
                <a:path w="39052" h="108585">
                  <a:moveTo>
                    <a:pt x="0" y="108585"/>
                  </a:moveTo>
                  <a:lnTo>
                    <a:pt x="39052" y="0"/>
                  </a:lnTo>
                </a:path>
              </a:pathLst>
            </a:custGeom>
            <a:noFill/>
            <a:ln w="30004">
              <a:solidFill>
                <a:srgbClr val="42FF00"/>
              </a:solidFill>
            </a:ln>
          </p:spPr>
        </p:sp>
        <p:sp>
          <p:nvSpPr>
            <p:cNvPr id="79" name="Freeform 79"/>
            <p:cNvSpPr/>
            <p:nvPr/>
          </p:nvSpPr>
          <p:spPr>
            <a:xfrm>
              <a:off x="2056448" y="4608195"/>
              <a:ext cx="40005" cy="108585"/>
            </a:xfrm>
            <a:custGeom>
              <a:avLst/>
              <a:gdLst/>
              <a:ahLst/>
              <a:cxnLst/>
              <a:rect l="l" t="t" r="r" b="b"/>
              <a:pathLst>
                <a:path w="40005" h="108585">
                  <a:moveTo>
                    <a:pt x="0" y="108585"/>
                  </a:moveTo>
                  <a:lnTo>
                    <a:pt x="40005" y="0"/>
                  </a:lnTo>
                </a:path>
              </a:pathLst>
            </a:custGeom>
            <a:noFill/>
            <a:ln w="30004">
              <a:solidFill>
                <a:srgbClr val="4AFF00"/>
              </a:solidFill>
            </a:ln>
          </p:spPr>
        </p:sp>
        <p:sp>
          <p:nvSpPr>
            <p:cNvPr id="80" name="Freeform 80"/>
            <p:cNvSpPr/>
            <p:nvPr/>
          </p:nvSpPr>
          <p:spPr>
            <a:xfrm>
              <a:off x="2058352" y="4609148"/>
              <a:ext cx="39052" cy="107633"/>
            </a:xfrm>
            <a:custGeom>
              <a:avLst/>
              <a:gdLst/>
              <a:ahLst/>
              <a:cxnLst/>
              <a:rect l="l" t="t" r="r" b="b"/>
              <a:pathLst>
                <a:path w="39052" h="107633">
                  <a:moveTo>
                    <a:pt x="0" y="107633"/>
                  </a:moveTo>
                  <a:lnTo>
                    <a:pt x="39052" y="0"/>
                  </a:lnTo>
                </a:path>
              </a:pathLst>
            </a:custGeom>
            <a:noFill/>
            <a:ln w="30004">
              <a:solidFill>
                <a:srgbClr val="52FF00"/>
              </a:solidFill>
            </a:ln>
          </p:spPr>
        </p:sp>
        <p:sp>
          <p:nvSpPr>
            <p:cNvPr id="81" name="Freeform 81"/>
            <p:cNvSpPr/>
            <p:nvPr/>
          </p:nvSpPr>
          <p:spPr>
            <a:xfrm>
              <a:off x="2059305" y="4609148"/>
              <a:ext cx="40005" cy="108585"/>
            </a:xfrm>
            <a:custGeom>
              <a:avLst/>
              <a:gdLst/>
              <a:ahLst/>
              <a:cxnLst/>
              <a:rect l="l" t="t" r="r" b="b"/>
              <a:pathLst>
                <a:path w="40005" h="108585">
                  <a:moveTo>
                    <a:pt x="0" y="108585"/>
                  </a:moveTo>
                  <a:lnTo>
                    <a:pt x="40005" y="0"/>
                  </a:lnTo>
                </a:path>
              </a:pathLst>
            </a:custGeom>
            <a:noFill/>
            <a:ln w="30004">
              <a:solidFill>
                <a:srgbClr val="5AFF00"/>
              </a:solidFill>
            </a:ln>
          </p:spPr>
        </p:sp>
        <p:sp>
          <p:nvSpPr>
            <p:cNvPr id="82" name="Freeform 82"/>
            <p:cNvSpPr/>
            <p:nvPr/>
          </p:nvSpPr>
          <p:spPr>
            <a:xfrm>
              <a:off x="2060258" y="4610100"/>
              <a:ext cx="40005" cy="107633"/>
            </a:xfrm>
            <a:custGeom>
              <a:avLst/>
              <a:gdLst/>
              <a:ahLst/>
              <a:cxnLst/>
              <a:rect l="l" t="t" r="r" b="b"/>
              <a:pathLst>
                <a:path w="40005" h="107633">
                  <a:moveTo>
                    <a:pt x="0" y="107633"/>
                  </a:moveTo>
                  <a:lnTo>
                    <a:pt x="40005" y="0"/>
                  </a:lnTo>
                </a:path>
              </a:pathLst>
            </a:custGeom>
            <a:noFill/>
            <a:ln w="30004">
              <a:solidFill>
                <a:srgbClr val="61FF00"/>
              </a:solidFill>
            </a:ln>
          </p:spPr>
        </p:sp>
        <p:sp>
          <p:nvSpPr>
            <p:cNvPr id="83" name="Freeform 83"/>
            <p:cNvSpPr/>
            <p:nvPr/>
          </p:nvSpPr>
          <p:spPr>
            <a:xfrm>
              <a:off x="2062162" y="4610100"/>
              <a:ext cx="39052" cy="108585"/>
            </a:xfrm>
            <a:custGeom>
              <a:avLst/>
              <a:gdLst/>
              <a:ahLst/>
              <a:cxnLst/>
              <a:rect l="l" t="t" r="r" b="b"/>
              <a:pathLst>
                <a:path w="39052" h="108585">
                  <a:moveTo>
                    <a:pt x="0" y="108585"/>
                  </a:moveTo>
                  <a:lnTo>
                    <a:pt x="39052" y="0"/>
                  </a:lnTo>
                </a:path>
              </a:pathLst>
            </a:custGeom>
            <a:noFill/>
            <a:ln w="30004">
              <a:solidFill>
                <a:srgbClr val="69FF00"/>
              </a:solidFill>
            </a:ln>
          </p:spPr>
        </p:sp>
        <p:sp>
          <p:nvSpPr>
            <p:cNvPr id="84" name="Freeform 84"/>
            <p:cNvSpPr/>
            <p:nvPr/>
          </p:nvSpPr>
          <p:spPr>
            <a:xfrm>
              <a:off x="2063115" y="4611052"/>
              <a:ext cx="40005" cy="107632"/>
            </a:xfrm>
            <a:custGeom>
              <a:avLst/>
              <a:gdLst/>
              <a:ahLst/>
              <a:cxnLst/>
              <a:rect l="l" t="t" r="r" b="b"/>
              <a:pathLst>
                <a:path w="40005" h="107632">
                  <a:moveTo>
                    <a:pt x="0" y="107632"/>
                  </a:moveTo>
                  <a:lnTo>
                    <a:pt x="40005" y="0"/>
                  </a:lnTo>
                </a:path>
              </a:pathLst>
            </a:custGeom>
            <a:noFill/>
            <a:ln w="30004">
              <a:solidFill>
                <a:srgbClr val="70FF00"/>
              </a:solidFill>
            </a:ln>
          </p:spPr>
        </p:sp>
        <p:sp>
          <p:nvSpPr>
            <p:cNvPr id="85" name="Freeform 85"/>
            <p:cNvSpPr/>
            <p:nvPr/>
          </p:nvSpPr>
          <p:spPr>
            <a:xfrm>
              <a:off x="2064068" y="4611052"/>
              <a:ext cx="40005" cy="108585"/>
            </a:xfrm>
            <a:custGeom>
              <a:avLst/>
              <a:gdLst/>
              <a:ahLst/>
              <a:cxnLst/>
              <a:rect l="l" t="t" r="r" b="b"/>
              <a:pathLst>
                <a:path w="40005" h="108585">
                  <a:moveTo>
                    <a:pt x="0" y="108585"/>
                  </a:moveTo>
                  <a:lnTo>
                    <a:pt x="40005" y="0"/>
                  </a:lnTo>
                </a:path>
              </a:pathLst>
            </a:custGeom>
            <a:noFill/>
            <a:ln w="30004">
              <a:solidFill>
                <a:srgbClr val="77FF00"/>
              </a:solidFill>
            </a:ln>
          </p:spPr>
        </p:sp>
        <p:sp>
          <p:nvSpPr>
            <p:cNvPr id="86" name="Freeform 86"/>
            <p:cNvSpPr/>
            <p:nvPr/>
          </p:nvSpPr>
          <p:spPr>
            <a:xfrm>
              <a:off x="2065020" y="4612005"/>
              <a:ext cx="40005" cy="107633"/>
            </a:xfrm>
            <a:custGeom>
              <a:avLst/>
              <a:gdLst/>
              <a:ahLst/>
              <a:cxnLst/>
              <a:rect l="l" t="t" r="r" b="b"/>
              <a:pathLst>
                <a:path w="40005" h="107633">
                  <a:moveTo>
                    <a:pt x="0" y="107633"/>
                  </a:moveTo>
                  <a:lnTo>
                    <a:pt x="40005" y="0"/>
                  </a:lnTo>
                </a:path>
              </a:pathLst>
            </a:custGeom>
            <a:noFill/>
            <a:ln w="30004">
              <a:solidFill>
                <a:srgbClr val="7EFF00"/>
              </a:solidFill>
            </a:ln>
          </p:spPr>
        </p:sp>
        <p:sp>
          <p:nvSpPr>
            <p:cNvPr id="87" name="Freeform 87"/>
            <p:cNvSpPr/>
            <p:nvPr/>
          </p:nvSpPr>
          <p:spPr>
            <a:xfrm>
              <a:off x="2065972" y="4612958"/>
              <a:ext cx="40957" cy="107633"/>
            </a:xfrm>
            <a:custGeom>
              <a:avLst/>
              <a:gdLst/>
              <a:ahLst/>
              <a:cxnLst/>
              <a:rect l="l" t="t" r="r" b="b"/>
              <a:pathLst>
                <a:path w="40957" h="107633">
                  <a:moveTo>
                    <a:pt x="0" y="107633"/>
                  </a:moveTo>
                  <a:lnTo>
                    <a:pt x="40957" y="0"/>
                  </a:lnTo>
                </a:path>
              </a:pathLst>
            </a:custGeom>
            <a:noFill/>
            <a:ln w="30004">
              <a:solidFill>
                <a:srgbClr val="85FF00"/>
              </a:solidFill>
            </a:ln>
          </p:spPr>
        </p:sp>
        <p:sp>
          <p:nvSpPr>
            <p:cNvPr id="88" name="Freeform 88"/>
            <p:cNvSpPr/>
            <p:nvPr/>
          </p:nvSpPr>
          <p:spPr>
            <a:xfrm>
              <a:off x="2067878" y="4612958"/>
              <a:ext cx="40005" cy="107633"/>
            </a:xfrm>
            <a:custGeom>
              <a:avLst/>
              <a:gdLst/>
              <a:ahLst/>
              <a:cxnLst/>
              <a:rect l="l" t="t" r="r" b="b"/>
              <a:pathLst>
                <a:path w="40005" h="107633">
                  <a:moveTo>
                    <a:pt x="0" y="107633"/>
                  </a:moveTo>
                  <a:lnTo>
                    <a:pt x="40005" y="0"/>
                  </a:lnTo>
                </a:path>
              </a:pathLst>
            </a:custGeom>
            <a:noFill/>
            <a:ln w="30004">
              <a:solidFill>
                <a:srgbClr val="8CFF00"/>
              </a:solidFill>
            </a:ln>
          </p:spPr>
        </p:sp>
        <p:sp>
          <p:nvSpPr>
            <p:cNvPr id="89" name="Freeform 89"/>
            <p:cNvSpPr/>
            <p:nvPr/>
          </p:nvSpPr>
          <p:spPr>
            <a:xfrm>
              <a:off x="2068830" y="4613910"/>
              <a:ext cx="40958" cy="107633"/>
            </a:xfrm>
            <a:custGeom>
              <a:avLst/>
              <a:gdLst/>
              <a:ahLst/>
              <a:cxnLst/>
              <a:rect l="l" t="t" r="r" b="b"/>
              <a:pathLst>
                <a:path w="40958" h="107633">
                  <a:moveTo>
                    <a:pt x="0" y="107633"/>
                  </a:moveTo>
                  <a:lnTo>
                    <a:pt x="40958" y="0"/>
                  </a:lnTo>
                </a:path>
              </a:pathLst>
            </a:custGeom>
            <a:noFill/>
            <a:ln w="30004">
              <a:solidFill>
                <a:srgbClr val="92FF00"/>
              </a:solidFill>
            </a:ln>
          </p:spPr>
        </p:sp>
        <p:sp>
          <p:nvSpPr>
            <p:cNvPr id="90" name="Freeform 90"/>
            <p:cNvSpPr/>
            <p:nvPr/>
          </p:nvSpPr>
          <p:spPr>
            <a:xfrm>
              <a:off x="2069782" y="4613910"/>
              <a:ext cx="40957" cy="107633"/>
            </a:xfrm>
            <a:custGeom>
              <a:avLst/>
              <a:gdLst/>
              <a:ahLst/>
              <a:cxnLst/>
              <a:rect l="l" t="t" r="r" b="b"/>
              <a:pathLst>
                <a:path w="40957" h="107633">
                  <a:moveTo>
                    <a:pt x="0" y="107633"/>
                  </a:moveTo>
                  <a:lnTo>
                    <a:pt x="40957" y="0"/>
                  </a:lnTo>
                </a:path>
              </a:pathLst>
            </a:custGeom>
            <a:noFill/>
            <a:ln w="30004">
              <a:solidFill>
                <a:srgbClr val="99FF00"/>
              </a:solidFill>
            </a:ln>
          </p:spPr>
        </p:sp>
        <p:sp>
          <p:nvSpPr>
            <p:cNvPr id="91" name="Freeform 91"/>
            <p:cNvSpPr/>
            <p:nvPr/>
          </p:nvSpPr>
          <p:spPr>
            <a:xfrm>
              <a:off x="2070735" y="4614862"/>
              <a:ext cx="40957" cy="106680"/>
            </a:xfrm>
            <a:custGeom>
              <a:avLst/>
              <a:gdLst/>
              <a:ahLst/>
              <a:cxnLst/>
              <a:rect l="l" t="t" r="r" b="b"/>
              <a:pathLst>
                <a:path w="40957" h="106680">
                  <a:moveTo>
                    <a:pt x="0" y="106680"/>
                  </a:moveTo>
                  <a:lnTo>
                    <a:pt x="40957" y="0"/>
                  </a:lnTo>
                </a:path>
              </a:pathLst>
            </a:custGeom>
            <a:noFill/>
            <a:ln w="30004">
              <a:solidFill>
                <a:srgbClr val="A0FF00"/>
              </a:solidFill>
            </a:ln>
          </p:spPr>
        </p:sp>
        <p:sp>
          <p:nvSpPr>
            <p:cNvPr id="92" name="Freeform 92"/>
            <p:cNvSpPr/>
            <p:nvPr/>
          </p:nvSpPr>
          <p:spPr>
            <a:xfrm>
              <a:off x="2071688" y="4614862"/>
              <a:ext cx="41910" cy="107633"/>
            </a:xfrm>
            <a:custGeom>
              <a:avLst/>
              <a:gdLst/>
              <a:ahLst/>
              <a:cxnLst/>
              <a:rect l="l" t="t" r="r" b="b"/>
              <a:pathLst>
                <a:path w="41910" h="107633">
                  <a:moveTo>
                    <a:pt x="0" y="107633"/>
                  </a:moveTo>
                  <a:lnTo>
                    <a:pt x="41910" y="0"/>
                  </a:lnTo>
                </a:path>
              </a:pathLst>
            </a:custGeom>
            <a:noFill/>
            <a:ln w="30004">
              <a:solidFill>
                <a:srgbClr val="A6FF00"/>
              </a:solidFill>
            </a:ln>
          </p:spPr>
        </p:sp>
        <p:sp>
          <p:nvSpPr>
            <p:cNvPr id="93" name="Freeform 93"/>
            <p:cNvSpPr/>
            <p:nvPr/>
          </p:nvSpPr>
          <p:spPr>
            <a:xfrm>
              <a:off x="2073592" y="4615815"/>
              <a:ext cx="40958" cy="106680"/>
            </a:xfrm>
            <a:custGeom>
              <a:avLst/>
              <a:gdLst/>
              <a:ahLst/>
              <a:cxnLst/>
              <a:rect l="l" t="t" r="r" b="b"/>
              <a:pathLst>
                <a:path w="40958" h="106680">
                  <a:moveTo>
                    <a:pt x="0" y="106680"/>
                  </a:moveTo>
                  <a:lnTo>
                    <a:pt x="40958" y="0"/>
                  </a:lnTo>
                </a:path>
              </a:pathLst>
            </a:custGeom>
            <a:noFill/>
            <a:ln w="30004">
              <a:solidFill>
                <a:srgbClr val="ADFF00"/>
              </a:solidFill>
            </a:ln>
          </p:spPr>
        </p:sp>
        <p:sp>
          <p:nvSpPr>
            <p:cNvPr id="94" name="Freeform 94"/>
            <p:cNvSpPr/>
            <p:nvPr/>
          </p:nvSpPr>
          <p:spPr>
            <a:xfrm>
              <a:off x="2074545" y="4615815"/>
              <a:ext cx="40957" cy="107632"/>
            </a:xfrm>
            <a:custGeom>
              <a:avLst/>
              <a:gdLst/>
              <a:ahLst/>
              <a:cxnLst/>
              <a:rect l="l" t="t" r="r" b="b"/>
              <a:pathLst>
                <a:path w="40957" h="107632">
                  <a:moveTo>
                    <a:pt x="0" y="107632"/>
                  </a:moveTo>
                  <a:lnTo>
                    <a:pt x="40957" y="0"/>
                  </a:lnTo>
                </a:path>
              </a:pathLst>
            </a:custGeom>
            <a:noFill/>
            <a:ln w="30004">
              <a:solidFill>
                <a:srgbClr val="B3FF00"/>
              </a:solidFill>
            </a:ln>
          </p:spPr>
        </p:sp>
        <p:sp>
          <p:nvSpPr>
            <p:cNvPr id="95" name="Freeform 95"/>
            <p:cNvSpPr/>
            <p:nvPr/>
          </p:nvSpPr>
          <p:spPr>
            <a:xfrm>
              <a:off x="2075498" y="4616768"/>
              <a:ext cx="41910" cy="106680"/>
            </a:xfrm>
            <a:custGeom>
              <a:avLst/>
              <a:gdLst/>
              <a:ahLst/>
              <a:cxnLst/>
              <a:rect l="l" t="t" r="r" b="b"/>
              <a:pathLst>
                <a:path w="41910" h="106680">
                  <a:moveTo>
                    <a:pt x="0" y="106680"/>
                  </a:moveTo>
                  <a:lnTo>
                    <a:pt x="41910" y="0"/>
                  </a:lnTo>
                </a:path>
              </a:pathLst>
            </a:custGeom>
            <a:noFill/>
            <a:ln w="30004">
              <a:solidFill>
                <a:srgbClr val="B9FF00"/>
              </a:solidFill>
            </a:ln>
          </p:spPr>
        </p:sp>
        <p:sp>
          <p:nvSpPr>
            <p:cNvPr id="96" name="Freeform 96"/>
            <p:cNvSpPr/>
            <p:nvPr/>
          </p:nvSpPr>
          <p:spPr>
            <a:xfrm>
              <a:off x="2077402" y="4616768"/>
              <a:ext cx="40958" cy="107633"/>
            </a:xfrm>
            <a:custGeom>
              <a:avLst/>
              <a:gdLst/>
              <a:ahLst/>
              <a:cxnLst/>
              <a:rect l="l" t="t" r="r" b="b"/>
              <a:pathLst>
                <a:path w="40958" h="107633">
                  <a:moveTo>
                    <a:pt x="0" y="107633"/>
                  </a:moveTo>
                  <a:lnTo>
                    <a:pt x="40958" y="0"/>
                  </a:lnTo>
                </a:path>
              </a:pathLst>
            </a:custGeom>
            <a:noFill/>
            <a:ln w="30004">
              <a:solidFill>
                <a:srgbClr val="C0FF00"/>
              </a:solidFill>
            </a:ln>
          </p:spPr>
        </p:sp>
        <p:sp>
          <p:nvSpPr>
            <p:cNvPr id="97" name="Freeform 97"/>
            <p:cNvSpPr/>
            <p:nvPr/>
          </p:nvSpPr>
          <p:spPr>
            <a:xfrm>
              <a:off x="2078355" y="4617720"/>
              <a:ext cx="41910" cy="106680"/>
            </a:xfrm>
            <a:custGeom>
              <a:avLst/>
              <a:gdLst/>
              <a:ahLst/>
              <a:cxnLst/>
              <a:rect l="l" t="t" r="r" b="b"/>
              <a:pathLst>
                <a:path w="41910" h="106680">
                  <a:moveTo>
                    <a:pt x="0" y="106680"/>
                  </a:moveTo>
                  <a:lnTo>
                    <a:pt x="41910" y="0"/>
                  </a:lnTo>
                </a:path>
              </a:pathLst>
            </a:custGeom>
            <a:noFill/>
            <a:ln w="30004">
              <a:solidFill>
                <a:srgbClr val="C6FF00"/>
              </a:solidFill>
            </a:ln>
          </p:spPr>
        </p:sp>
        <p:sp>
          <p:nvSpPr>
            <p:cNvPr id="98" name="Freeform 98"/>
            <p:cNvSpPr/>
            <p:nvPr/>
          </p:nvSpPr>
          <p:spPr>
            <a:xfrm>
              <a:off x="2079308" y="4617720"/>
              <a:ext cx="41910" cy="107633"/>
            </a:xfrm>
            <a:custGeom>
              <a:avLst/>
              <a:gdLst/>
              <a:ahLst/>
              <a:cxnLst/>
              <a:rect l="l" t="t" r="r" b="b"/>
              <a:pathLst>
                <a:path w="41910" h="107633">
                  <a:moveTo>
                    <a:pt x="0" y="107633"/>
                  </a:moveTo>
                  <a:lnTo>
                    <a:pt x="41910" y="0"/>
                  </a:lnTo>
                </a:path>
              </a:pathLst>
            </a:custGeom>
            <a:noFill/>
            <a:ln w="30004">
              <a:solidFill>
                <a:srgbClr val="CCFF00"/>
              </a:solidFill>
            </a:ln>
          </p:spPr>
        </p:sp>
        <p:sp>
          <p:nvSpPr>
            <p:cNvPr id="99" name="Freeform 99"/>
            <p:cNvSpPr/>
            <p:nvPr/>
          </p:nvSpPr>
          <p:spPr>
            <a:xfrm>
              <a:off x="2080260" y="4618672"/>
              <a:ext cx="41910" cy="106680"/>
            </a:xfrm>
            <a:custGeom>
              <a:avLst/>
              <a:gdLst/>
              <a:ahLst/>
              <a:cxnLst/>
              <a:rect l="l" t="t" r="r" b="b"/>
              <a:pathLst>
                <a:path w="41910" h="106680">
                  <a:moveTo>
                    <a:pt x="0" y="106680"/>
                  </a:moveTo>
                  <a:lnTo>
                    <a:pt x="41910" y="0"/>
                  </a:lnTo>
                </a:path>
              </a:pathLst>
            </a:custGeom>
            <a:noFill/>
            <a:ln w="30004">
              <a:solidFill>
                <a:srgbClr val="D2FF00"/>
              </a:solidFill>
            </a:ln>
          </p:spPr>
        </p:sp>
        <p:sp>
          <p:nvSpPr>
            <p:cNvPr id="100" name="Freeform 100"/>
            <p:cNvSpPr/>
            <p:nvPr/>
          </p:nvSpPr>
          <p:spPr>
            <a:xfrm>
              <a:off x="2081212" y="4619625"/>
              <a:ext cx="42862" cy="106680"/>
            </a:xfrm>
            <a:custGeom>
              <a:avLst/>
              <a:gdLst/>
              <a:ahLst/>
              <a:cxnLst/>
              <a:rect l="l" t="t" r="r" b="b"/>
              <a:pathLst>
                <a:path w="42862" h="106680">
                  <a:moveTo>
                    <a:pt x="0" y="106680"/>
                  </a:moveTo>
                  <a:lnTo>
                    <a:pt x="42862" y="0"/>
                  </a:lnTo>
                </a:path>
              </a:pathLst>
            </a:custGeom>
            <a:noFill/>
            <a:ln w="30004">
              <a:solidFill>
                <a:srgbClr val="D8FF00"/>
              </a:solidFill>
            </a:ln>
          </p:spPr>
        </p:sp>
        <p:sp>
          <p:nvSpPr>
            <p:cNvPr id="101" name="Freeform 101"/>
            <p:cNvSpPr/>
            <p:nvPr/>
          </p:nvSpPr>
          <p:spPr>
            <a:xfrm>
              <a:off x="2083118" y="4619625"/>
              <a:ext cx="41910" cy="106680"/>
            </a:xfrm>
            <a:custGeom>
              <a:avLst/>
              <a:gdLst/>
              <a:ahLst/>
              <a:cxnLst/>
              <a:rect l="l" t="t" r="r" b="b"/>
              <a:pathLst>
                <a:path w="41910" h="106680">
                  <a:moveTo>
                    <a:pt x="0" y="106680"/>
                  </a:moveTo>
                  <a:lnTo>
                    <a:pt x="41910" y="0"/>
                  </a:lnTo>
                </a:path>
              </a:pathLst>
            </a:custGeom>
            <a:noFill/>
            <a:ln w="30004">
              <a:solidFill>
                <a:srgbClr val="DEFF00"/>
              </a:solidFill>
            </a:ln>
          </p:spPr>
        </p:sp>
        <p:sp>
          <p:nvSpPr>
            <p:cNvPr id="102" name="Freeform 102"/>
            <p:cNvSpPr/>
            <p:nvPr/>
          </p:nvSpPr>
          <p:spPr>
            <a:xfrm>
              <a:off x="2084070" y="4620578"/>
              <a:ext cx="42862" cy="106680"/>
            </a:xfrm>
            <a:custGeom>
              <a:avLst/>
              <a:gdLst/>
              <a:ahLst/>
              <a:cxnLst/>
              <a:rect l="l" t="t" r="r" b="b"/>
              <a:pathLst>
                <a:path w="42862" h="106680">
                  <a:moveTo>
                    <a:pt x="0" y="106680"/>
                  </a:moveTo>
                  <a:lnTo>
                    <a:pt x="42862" y="0"/>
                  </a:lnTo>
                </a:path>
              </a:pathLst>
            </a:custGeom>
            <a:noFill/>
            <a:ln w="30004">
              <a:solidFill>
                <a:srgbClr val="E4FF00"/>
              </a:solidFill>
            </a:ln>
          </p:spPr>
        </p:sp>
        <p:sp>
          <p:nvSpPr>
            <p:cNvPr id="103" name="Freeform 103"/>
            <p:cNvSpPr/>
            <p:nvPr/>
          </p:nvSpPr>
          <p:spPr>
            <a:xfrm>
              <a:off x="2085022" y="4620578"/>
              <a:ext cx="42862" cy="106680"/>
            </a:xfrm>
            <a:custGeom>
              <a:avLst/>
              <a:gdLst/>
              <a:ahLst/>
              <a:cxnLst/>
              <a:rect l="l" t="t" r="r" b="b"/>
              <a:pathLst>
                <a:path w="42862" h="106680">
                  <a:moveTo>
                    <a:pt x="0" y="106680"/>
                  </a:moveTo>
                  <a:lnTo>
                    <a:pt x="42862" y="0"/>
                  </a:lnTo>
                </a:path>
              </a:pathLst>
            </a:custGeom>
            <a:noFill/>
            <a:ln w="30004">
              <a:solidFill>
                <a:srgbClr val="EAFF00"/>
              </a:solidFill>
            </a:ln>
          </p:spPr>
        </p:sp>
        <p:sp>
          <p:nvSpPr>
            <p:cNvPr id="104" name="Freeform 104"/>
            <p:cNvSpPr/>
            <p:nvPr/>
          </p:nvSpPr>
          <p:spPr>
            <a:xfrm>
              <a:off x="2085975" y="4621530"/>
              <a:ext cx="43815" cy="106680"/>
            </a:xfrm>
            <a:custGeom>
              <a:avLst/>
              <a:gdLst/>
              <a:ahLst/>
              <a:cxnLst/>
              <a:rect l="l" t="t" r="r" b="b"/>
              <a:pathLst>
                <a:path w="43815" h="106680">
                  <a:moveTo>
                    <a:pt x="0" y="106680"/>
                  </a:moveTo>
                  <a:lnTo>
                    <a:pt x="43815" y="0"/>
                  </a:lnTo>
                </a:path>
              </a:pathLst>
            </a:custGeom>
            <a:noFill/>
            <a:ln w="30004">
              <a:solidFill>
                <a:srgbClr val="F0FF00"/>
              </a:solidFill>
            </a:ln>
          </p:spPr>
        </p:sp>
        <p:sp>
          <p:nvSpPr>
            <p:cNvPr id="105" name="Freeform 105"/>
            <p:cNvSpPr/>
            <p:nvPr/>
          </p:nvSpPr>
          <p:spPr>
            <a:xfrm>
              <a:off x="2086928" y="4621530"/>
              <a:ext cx="43815" cy="106680"/>
            </a:xfrm>
            <a:custGeom>
              <a:avLst/>
              <a:gdLst/>
              <a:ahLst/>
              <a:cxnLst/>
              <a:rect l="l" t="t" r="r" b="b"/>
              <a:pathLst>
                <a:path w="43815" h="106680">
                  <a:moveTo>
                    <a:pt x="0" y="106680"/>
                  </a:moveTo>
                  <a:lnTo>
                    <a:pt x="43815" y="0"/>
                  </a:lnTo>
                </a:path>
              </a:pathLst>
            </a:custGeom>
            <a:noFill/>
            <a:ln w="30004">
              <a:solidFill>
                <a:srgbClr val="F6FF00"/>
              </a:solidFill>
            </a:ln>
          </p:spPr>
        </p:sp>
        <p:sp>
          <p:nvSpPr>
            <p:cNvPr id="106" name="Freeform 106"/>
            <p:cNvSpPr/>
            <p:nvPr/>
          </p:nvSpPr>
          <p:spPr>
            <a:xfrm>
              <a:off x="2088832" y="4622482"/>
              <a:ext cx="42862" cy="106680"/>
            </a:xfrm>
            <a:custGeom>
              <a:avLst/>
              <a:gdLst/>
              <a:ahLst/>
              <a:cxnLst/>
              <a:rect l="l" t="t" r="r" b="b"/>
              <a:pathLst>
                <a:path w="42862" h="106680">
                  <a:moveTo>
                    <a:pt x="0" y="106680"/>
                  </a:moveTo>
                  <a:lnTo>
                    <a:pt x="42862" y="0"/>
                  </a:lnTo>
                </a:path>
              </a:pathLst>
            </a:custGeom>
            <a:noFill/>
            <a:ln w="30004">
              <a:solidFill>
                <a:srgbClr val="FCFF00"/>
              </a:solidFill>
            </a:ln>
          </p:spPr>
        </p:sp>
        <p:sp>
          <p:nvSpPr>
            <p:cNvPr id="107" name="Freeform 107"/>
            <p:cNvSpPr/>
            <p:nvPr/>
          </p:nvSpPr>
          <p:spPr>
            <a:xfrm>
              <a:off x="2089785" y="4623435"/>
              <a:ext cx="43815" cy="105728"/>
            </a:xfrm>
            <a:custGeom>
              <a:avLst/>
              <a:gdLst/>
              <a:ahLst/>
              <a:cxnLst/>
              <a:rect l="l" t="t" r="r" b="b"/>
              <a:pathLst>
                <a:path w="43815" h="105728">
                  <a:moveTo>
                    <a:pt x="0" y="105728"/>
                  </a:moveTo>
                  <a:lnTo>
                    <a:pt x="43815" y="0"/>
                  </a:lnTo>
                </a:path>
              </a:pathLst>
            </a:custGeom>
            <a:noFill/>
            <a:ln w="30004">
              <a:solidFill>
                <a:srgbClr val="FFFC00"/>
              </a:solidFill>
            </a:ln>
          </p:spPr>
        </p:sp>
        <p:sp>
          <p:nvSpPr>
            <p:cNvPr id="108" name="Freeform 108"/>
            <p:cNvSpPr/>
            <p:nvPr/>
          </p:nvSpPr>
          <p:spPr>
            <a:xfrm>
              <a:off x="2091690" y="4623435"/>
              <a:ext cx="42862" cy="106680"/>
            </a:xfrm>
            <a:custGeom>
              <a:avLst/>
              <a:gdLst/>
              <a:ahLst/>
              <a:cxnLst/>
              <a:rect l="l" t="t" r="r" b="b"/>
              <a:pathLst>
                <a:path w="42862" h="106680">
                  <a:moveTo>
                    <a:pt x="0" y="106680"/>
                  </a:moveTo>
                  <a:lnTo>
                    <a:pt x="42862" y="0"/>
                  </a:lnTo>
                </a:path>
              </a:pathLst>
            </a:custGeom>
            <a:noFill/>
            <a:ln w="30004">
              <a:solidFill>
                <a:srgbClr val="FFF600"/>
              </a:solidFill>
            </a:ln>
          </p:spPr>
        </p:sp>
        <p:sp>
          <p:nvSpPr>
            <p:cNvPr id="109" name="Freeform 109"/>
            <p:cNvSpPr/>
            <p:nvPr/>
          </p:nvSpPr>
          <p:spPr>
            <a:xfrm>
              <a:off x="2092642" y="4624388"/>
              <a:ext cx="43815" cy="105728"/>
            </a:xfrm>
            <a:custGeom>
              <a:avLst/>
              <a:gdLst/>
              <a:ahLst/>
              <a:cxnLst/>
              <a:rect l="l" t="t" r="r" b="b"/>
              <a:pathLst>
                <a:path w="43815" h="105728">
                  <a:moveTo>
                    <a:pt x="0" y="105728"/>
                  </a:moveTo>
                  <a:lnTo>
                    <a:pt x="43815" y="0"/>
                  </a:lnTo>
                </a:path>
              </a:pathLst>
            </a:custGeom>
            <a:noFill/>
            <a:ln w="30004">
              <a:solidFill>
                <a:srgbClr val="FFEF00"/>
              </a:solidFill>
            </a:ln>
          </p:spPr>
        </p:sp>
        <p:sp>
          <p:nvSpPr>
            <p:cNvPr id="110" name="Freeform 110"/>
            <p:cNvSpPr/>
            <p:nvPr/>
          </p:nvSpPr>
          <p:spPr>
            <a:xfrm>
              <a:off x="2093595" y="4624388"/>
              <a:ext cx="43815" cy="106680"/>
            </a:xfrm>
            <a:custGeom>
              <a:avLst/>
              <a:gdLst/>
              <a:ahLst/>
              <a:cxnLst/>
              <a:rect l="l" t="t" r="r" b="b"/>
              <a:pathLst>
                <a:path w="43815" h="106680">
                  <a:moveTo>
                    <a:pt x="0" y="106680"/>
                  </a:moveTo>
                  <a:lnTo>
                    <a:pt x="43815" y="0"/>
                  </a:lnTo>
                </a:path>
              </a:pathLst>
            </a:custGeom>
            <a:noFill/>
            <a:ln w="30004">
              <a:solidFill>
                <a:srgbClr val="FFE900"/>
              </a:solidFill>
            </a:ln>
          </p:spPr>
        </p:sp>
        <p:sp>
          <p:nvSpPr>
            <p:cNvPr id="111" name="Freeform 111"/>
            <p:cNvSpPr/>
            <p:nvPr/>
          </p:nvSpPr>
          <p:spPr>
            <a:xfrm>
              <a:off x="2094548" y="4625340"/>
              <a:ext cx="43815" cy="105727"/>
            </a:xfrm>
            <a:custGeom>
              <a:avLst/>
              <a:gdLst/>
              <a:ahLst/>
              <a:cxnLst/>
              <a:rect l="l" t="t" r="r" b="b"/>
              <a:pathLst>
                <a:path w="43815" h="105727">
                  <a:moveTo>
                    <a:pt x="0" y="105727"/>
                  </a:moveTo>
                  <a:lnTo>
                    <a:pt x="43815" y="0"/>
                  </a:lnTo>
                </a:path>
              </a:pathLst>
            </a:custGeom>
            <a:noFill/>
            <a:ln w="30004">
              <a:solidFill>
                <a:srgbClr val="FFE200"/>
              </a:solidFill>
            </a:ln>
          </p:spPr>
        </p:sp>
        <p:sp>
          <p:nvSpPr>
            <p:cNvPr id="112" name="Freeform 112"/>
            <p:cNvSpPr/>
            <p:nvPr/>
          </p:nvSpPr>
          <p:spPr>
            <a:xfrm>
              <a:off x="2095500" y="4625340"/>
              <a:ext cx="44767" cy="106680"/>
            </a:xfrm>
            <a:custGeom>
              <a:avLst/>
              <a:gdLst/>
              <a:ahLst/>
              <a:cxnLst/>
              <a:rect l="l" t="t" r="r" b="b"/>
              <a:pathLst>
                <a:path w="44767" h="106680">
                  <a:moveTo>
                    <a:pt x="0" y="106680"/>
                  </a:moveTo>
                  <a:lnTo>
                    <a:pt x="44767" y="0"/>
                  </a:lnTo>
                </a:path>
              </a:pathLst>
            </a:custGeom>
            <a:noFill/>
            <a:ln w="30004">
              <a:solidFill>
                <a:srgbClr val="FFDC00"/>
              </a:solidFill>
            </a:ln>
          </p:spPr>
        </p:sp>
        <p:sp>
          <p:nvSpPr>
            <p:cNvPr id="113" name="Freeform 113"/>
            <p:cNvSpPr/>
            <p:nvPr/>
          </p:nvSpPr>
          <p:spPr>
            <a:xfrm>
              <a:off x="2097405" y="4626292"/>
              <a:ext cx="43815" cy="105728"/>
            </a:xfrm>
            <a:custGeom>
              <a:avLst/>
              <a:gdLst/>
              <a:ahLst/>
              <a:cxnLst/>
              <a:rect l="l" t="t" r="r" b="b"/>
              <a:pathLst>
                <a:path w="43815" h="105728">
                  <a:moveTo>
                    <a:pt x="0" y="105728"/>
                  </a:moveTo>
                  <a:lnTo>
                    <a:pt x="43815" y="0"/>
                  </a:lnTo>
                </a:path>
              </a:pathLst>
            </a:custGeom>
            <a:noFill/>
            <a:ln w="30004">
              <a:solidFill>
                <a:srgbClr val="FFD500"/>
              </a:solidFill>
            </a:ln>
          </p:spPr>
        </p:sp>
        <p:sp>
          <p:nvSpPr>
            <p:cNvPr id="114" name="Freeform 114"/>
            <p:cNvSpPr/>
            <p:nvPr/>
          </p:nvSpPr>
          <p:spPr>
            <a:xfrm>
              <a:off x="2098358" y="4626292"/>
              <a:ext cx="43815" cy="106680"/>
            </a:xfrm>
            <a:custGeom>
              <a:avLst/>
              <a:gdLst/>
              <a:ahLst/>
              <a:cxnLst/>
              <a:rect l="l" t="t" r="r" b="b"/>
              <a:pathLst>
                <a:path w="43815" h="106680">
                  <a:moveTo>
                    <a:pt x="0" y="106680"/>
                  </a:moveTo>
                  <a:lnTo>
                    <a:pt x="43815" y="0"/>
                  </a:lnTo>
                </a:path>
              </a:pathLst>
            </a:custGeom>
            <a:noFill/>
            <a:ln w="30004">
              <a:solidFill>
                <a:srgbClr val="FFCF00"/>
              </a:solidFill>
            </a:ln>
          </p:spPr>
        </p:sp>
        <p:sp>
          <p:nvSpPr>
            <p:cNvPr id="115" name="Freeform 115"/>
            <p:cNvSpPr/>
            <p:nvPr/>
          </p:nvSpPr>
          <p:spPr>
            <a:xfrm>
              <a:off x="2099310" y="4627245"/>
              <a:ext cx="44767" cy="105727"/>
            </a:xfrm>
            <a:custGeom>
              <a:avLst/>
              <a:gdLst/>
              <a:ahLst/>
              <a:cxnLst/>
              <a:rect l="l" t="t" r="r" b="b"/>
              <a:pathLst>
                <a:path w="44767" h="105727">
                  <a:moveTo>
                    <a:pt x="0" y="105727"/>
                  </a:moveTo>
                  <a:lnTo>
                    <a:pt x="44767" y="0"/>
                  </a:lnTo>
                </a:path>
              </a:pathLst>
            </a:custGeom>
            <a:noFill/>
            <a:ln w="30004">
              <a:solidFill>
                <a:srgbClr val="FFC800"/>
              </a:solidFill>
            </a:ln>
          </p:spPr>
        </p:sp>
        <p:sp>
          <p:nvSpPr>
            <p:cNvPr id="116" name="Freeform 116"/>
            <p:cNvSpPr/>
            <p:nvPr/>
          </p:nvSpPr>
          <p:spPr>
            <a:xfrm>
              <a:off x="2100262" y="4628198"/>
              <a:ext cx="44767" cy="105728"/>
            </a:xfrm>
            <a:custGeom>
              <a:avLst/>
              <a:gdLst/>
              <a:ahLst/>
              <a:cxnLst/>
              <a:rect l="l" t="t" r="r" b="b"/>
              <a:pathLst>
                <a:path w="44767" h="105728">
                  <a:moveTo>
                    <a:pt x="0" y="105728"/>
                  </a:moveTo>
                  <a:lnTo>
                    <a:pt x="44767" y="0"/>
                  </a:lnTo>
                </a:path>
              </a:pathLst>
            </a:custGeom>
            <a:noFill/>
            <a:ln w="30004">
              <a:solidFill>
                <a:srgbClr val="FFC100"/>
              </a:solidFill>
            </a:ln>
          </p:spPr>
        </p:sp>
        <p:sp>
          <p:nvSpPr>
            <p:cNvPr id="117" name="Freeform 117"/>
            <p:cNvSpPr/>
            <p:nvPr/>
          </p:nvSpPr>
          <p:spPr>
            <a:xfrm>
              <a:off x="2101215" y="4628198"/>
              <a:ext cx="45720" cy="105728"/>
            </a:xfrm>
            <a:custGeom>
              <a:avLst/>
              <a:gdLst/>
              <a:ahLst/>
              <a:cxnLst/>
              <a:rect l="l" t="t" r="r" b="b"/>
              <a:pathLst>
                <a:path w="45720" h="105728">
                  <a:moveTo>
                    <a:pt x="0" y="105728"/>
                  </a:moveTo>
                  <a:lnTo>
                    <a:pt x="45720" y="0"/>
                  </a:lnTo>
                </a:path>
              </a:pathLst>
            </a:custGeom>
            <a:noFill/>
            <a:ln w="30004">
              <a:solidFill>
                <a:srgbClr val="FFBB00"/>
              </a:solidFill>
            </a:ln>
          </p:spPr>
        </p:sp>
        <p:sp>
          <p:nvSpPr>
            <p:cNvPr id="118" name="Freeform 118"/>
            <p:cNvSpPr/>
            <p:nvPr/>
          </p:nvSpPr>
          <p:spPr>
            <a:xfrm>
              <a:off x="2103120" y="4629150"/>
              <a:ext cx="44767" cy="105728"/>
            </a:xfrm>
            <a:custGeom>
              <a:avLst/>
              <a:gdLst/>
              <a:ahLst/>
              <a:cxnLst/>
              <a:rect l="l" t="t" r="r" b="b"/>
              <a:pathLst>
                <a:path w="44767" h="105728">
                  <a:moveTo>
                    <a:pt x="0" y="105728"/>
                  </a:moveTo>
                  <a:lnTo>
                    <a:pt x="44767" y="0"/>
                  </a:lnTo>
                </a:path>
              </a:pathLst>
            </a:custGeom>
            <a:noFill/>
            <a:ln w="30004">
              <a:solidFill>
                <a:srgbClr val="FFB400"/>
              </a:solidFill>
            </a:ln>
          </p:spPr>
        </p:sp>
        <p:sp>
          <p:nvSpPr>
            <p:cNvPr id="119" name="Freeform 119"/>
            <p:cNvSpPr/>
            <p:nvPr/>
          </p:nvSpPr>
          <p:spPr>
            <a:xfrm>
              <a:off x="2104072" y="4629150"/>
              <a:ext cx="44767" cy="106680"/>
            </a:xfrm>
            <a:custGeom>
              <a:avLst/>
              <a:gdLst/>
              <a:ahLst/>
              <a:cxnLst/>
              <a:rect l="l" t="t" r="r" b="b"/>
              <a:pathLst>
                <a:path w="44767" h="106680">
                  <a:moveTo>
                    <a:pt x="0" y="106680"/>
                  </a:moveTo>
                  <a:lnTo>
                    <a:pt x="44767" y="0"/>
                  </a:lnTo>
                </a:path>
              </a:pathLst>
            </a:custGeom>
            <a:noFill/>
            <a:ln w="30004">
              <a:solidFill>
                <a:srgbClr val="FFAD00"/>
              </a:solidFill>
            </a:ln>
          </p:spPr>
        </p:sp>
        <p:sp>
          <p:nvSpPr>
            <p:cNvPr id="120" name="Freeform 120"/>
            <p:cNvSpPr/>
            <p:nvPr/>
          </p:nvSpPr>
          <p:spPr>
            <a:xfrm>
              <a:off x="2105025" y="4630102"/>
              <a:ext cx="45720" cy="105727"/>
            </a:xfrm>
            <a:custGeom>
              <a:avLst/>
              <a:gdLst/>
              <a:ahLst/>
              <a:cxnLst/>
              <a:rect l="l" t="t" r="r" b="b"/>
              <a:pathLst>
                <a:path w="45720" h="105727">
                  <a:moveTo>
                    <a:pt x="0" y="105727"/>
                  </a:moveTo>
                  <a:lnTo>
                    <a:pt x="45720" y="0"/>
                  </a:lnTo>
                </a:path>
              </a:pathLst>
            </a:custGeom>
            <a:noFill/>
            <a:ln w="30004">
              <a:solidFill>
                <a:srgbClr val="FFA600"/>
              </a:solidFill>
            </a:ln>
          </p:spPr>
        </p:sp>
        <p:sp>
          <p:nvSpPr>
            <p:cNvPr id="121" name="Freeform 121"/>
            <p:cNvSpPr/>
            <p:nvPr/>
          </p:nvSpPr>
          <p:spPr>
            <a:xfrm>
              <a:off x="2106930" y="4631055"/>
              <a:ext cx="44768" cy="105728"/>
            </a:xfrm>
            <a:custGeom>
              <a:avLst/>
              <a:gdLst/>
              <a:ahLst/>
              <a:cxnLst/>
              <a:rect l="l" t="t" r="r" b="b"/>
              <a:pathLst>
                <a:path w="44768" h="105728">
                  <a:moveTo>
                    <a:pt x="0" y="105728"/>
                  </a:moveTo>
                  <a:lnTo>
                    <a:pt x="44768" y="0"/>
                  </a:lnTo>
                </a:path>
              </a:pathLst>
            </a:custGeom>
            <a:noFill/>
            <a:ln w="30004">
              <a:solidFill>
                <a:srgbClr val="FF9F00"/>
              </a:solidFill>
            </a:ln>
          </p:spPr>
        </p:sp>
        <p:sp>
          <p:nvSpPr>
            <p:cNvPr id="122" name="Freeform 122"/>
            <p:cNvSpPr/>
            <p:nvPr/>
          </p:nvSpPr>
          <p:spPr>
            <a:xfrm>
              <a:off x="2107882" y="4631055"/>
              <a:ext cx="44767" cy="105728"/>
            </a:xfrm>
            <a:custGeom>
              <a:avLst/>
              <a:gdLst/>
              <a:ahLst/>
              <a:cxnLst/>
              <a:rect l="l" t="t" r="r" b="b"/>
              <a:pathLst>
                <a:path w="44767" h="105728">
                  <a:moveTo>
                    <a:pt x="0" y="105728"/>
                  </a:moveTo>
                  <a:lnTo>
                    <a:pt x="44767" y="0"/>
                  </a:lnTo>
                </a:path>
              </a:pathLst>
            </a:custGeom>
            <a:noFill/>
            <a:ln w="30004">
              <a:solidFill>
                <a:srgbClr val="FF9800"/>
              </a:solidFill>
            </a:ln>
          </p:spPr>
        </p:sp>
        <p:sp>
          <p:nvSpPr>
            <p:cNvPr id="123" name="Freeform 123"/>
            <p:cNvSpPr/>
            <p:nvPr/>
          </p:nvSpPr>
          <p:spPr>
            <a:xfrm>
              <a:off x="2108835" y="4632008"/>
              <a:ext cx="45720" cy="105727"/>
            </a:xfrm>
            <a:custGeom>
              <a:avLst/>
              <a:gdLst/>
              <a:ahLst/>
              <a:cxnLst/>
              <a:rect l="l" t="t" r="r" b="b"/>
              <a:pathLst>
                <a:path w="45720" h="105727">
                  <a:moveTo>
                    <a:pt x="0" y="105727"/>
                  </a:moveTo>
                  <a:lnTo>
                    <a:pt x="45720" y="0"/>
                  </a:lnTo>
                </a:path>
              </a:pathLst>
            </a:custGeom>
            <a:noFill/>
            <a:ln w="30004">
              <a:solidFill>
                <a:srgbClr val="FF9100"/>
              </a:solidFill>
            </a:ln>
          </p:spPr>
        </p:sp>
        <p:sp>
          <p:nvSpPr>
            <p:cNvPr id="124" name="Freeform 124"/>
            <p:cNvSpPr/>
            <p:nvPr/>
          </p:nvSpPr>
          <p:spPr>
            <a:xfrm>
              <a:off x="2109788" y="4632008"/>
              <a:ext cx="45720" cy="105727"/>
            </a:xfrm>
            <a:custGeom>
              <a:avLst/>
              <a:gdLst/>
              <a:ahLst/>
              <a:cxnLst/>
              <a:rect l="l" t="t" r="r" b="b"/>
              <a:pathLst>
                <a:path w="45720" h="105727">
                  <a:moveTo>
                    <a:pt x="0" y="105727"/>
                  </a:moveTo>
                  <a:lnTo>
                    <a:pt x="45720" y="0"/>
                  </a:lnTo>
                </a:path>
              </a:pathLst>
            </a:custGeom>
            <a:noFill/>
            <a:ln w="30004">
              <a:solidFill>
                <a:srgbClr val="FF8900"/>
              </a:solidFill>
            </a:ln>
          </p:spPr>
        </p:sp>
        <p:sp>
          <p:nvSpPr>
            <p:cNvPr id="125" name="Freeform 125"/>
            <p:cNvSpPr/>
            <p:nvPr/>
          </p:nvSpPr>
          <p:spPr>
            <a:xfrm>
              <a:off x="2110740" y="4632960"/>
              <a:ext cx="46673" cy="105728"/>
            </a:xfrm>
            <a:custGeom>
              <a:avLst/>
              <a:gdLst/>
              <a:ahLst/>
              <a:cxnLst/>
              <a:rect l="l" t="t" r="r" b="b"/>
              <a:pathLst>
                <a:path w="46673" h="105728">
                  <a:moveTo>
                    <a:pt x="0" y="105728"/>
                  </a:moveTo>
                  <a:lnTo>
                    <a:pt x="46673" y="0"/>
                  </a:lnTo>
                </a:path>
              </a:pathLst>
            </a:custGeom>
            <a:noFill/>
            <a:ln w="30004">
              <a:solidFill>
                <a:srgbClr val="FF8200"/>
              </a:solidFill>
            </a:ln>
          </p:spPr>
        </p:sp>
        <p:sp>
          <p:nvSpPr>
            <p:cNvPr id="126" name="Freeform 126"/>
            <p:cNvSpPr/>
            <p:nvPr/>
          </p:nvSpPr>
          <p:spPr>
            <a:xfrm>
              <a:off x="2112645" y="4633912"/>
              <a:ext cx="45720" cy="104775"/>
            </a:xfrm>
            <a:custGeom>
              <a:avLst/>
              <a:gdLst/>
              <a:ahLst/>
              <a:cxnLst/>
              <a:rect l="l" t="t" r="r" b="b"/>
              <a:pathLst>
                <a:path w="45720" h="104775">
                  <a:moveTo>
                    <a:pt x="0" y="104775"/>
                  </a:moveTo>
                  <a:lnTo>
                    <a:pt x="45720" y="0"/>
                  </a:lnTo>
                </a:path>
              </a:pathLst>
            </a:custGeom>
            <a:noFill/>
            <a:ln w="30004">
              <a:solidFill>
                <a:srgbClr val="FF7B00"/>
              </a:solidFill>
            </a:ln>
          </p:spPr>
        </p:sp>
        <p:sp>
          <p:nvSpPr>
            <p:cNvPr id="127" name="Freeform 127"/>
            <p:cNvSpPr/>
            <p:nvPr/>
          </p:nvSpPr>
          <p:spPr>
            <a:xfrm>
              <a:off x="2113598" y="4633912"/>
              <a:ext cx="45720" cy="105728"/>
            </a:xfrm>
            <a:custGeom>
              <a:avLst/>
              <a:gdLst/>
              <a:ahLst/>
              <a:cxnLst/>
              <a:rect l="l" t="t" r="r" b="b"/>
              <a:pathLst>
                <a:path w="45720" h="105728">
                  <a:moveTo>
                    <a:pt x="0" y="105728"/>
                  </a:moveTo>
                  <a:lnTo>
                    <a:pt x="45720" y="0"/>
                  </a:lnTo>
                </a:path>
              </a:pathLst>
            </a:custGeom>
            <a:noFill/>
            <a:ln w="30004">
              <a:solidFill>
                <a:srgbClr val="FF7300"/>
              </a:solidFill>
            </a:ln>
          </p:spPr>
        </p:sp>
        <p:sp>
          <p:nvSpPr>
            <p:cNvPr id="128" name="Freeform 128"/>
            <p:cNvSpPr/>
            <p:nvPr/>
          </p:nvSpPr>
          <p:spPr>
            <a:xfrm>
              <a:off x="2114550" y="4634865"/>
              <a:ext cx="46673" cy="104775"/>
            </a:xfrm>
            <a:custGeom>
              <a:avLst/>
              <a:gdLst/>
              <a:ahLst/>
              <a:cxnLst/>
              <a:rect l="l" t="t" r="r" b="b"/>
              <a:pathLst>
                <a:path w="46673" h="104775">
                  <a:moveTo>
                    <a:pt x="0" y="104775"/>
                  </a:moveTo>
                  <a:lnTo>
                    <a:pt x="46673" y="0"/>
                  </a:lnTo>
                </a:path>
              </a:pathLst>
            </a:custGeom>
            <a:noFill/>
            <a:ln w="30004">
              <a:solidFill>
                <a:srgbClr val="FF6B00"/>
              </a:solidFill>
            </a:ln>
          </p:spPr>
        </p:sp>
        <p:sp>
          <p:nvSpPr>
            <p:cNvPr id="129" name="Freeform 129"/>
            <p:cNvSpPr/>
            <p:nvPr/>
          </p:nvSpPr>
          <p:spPr>
            <a:xfrm>
              <a:off x="2115502" y="4635818"/>
              <a:ext cx="46673" cy="104775"/>
            </a:xfrm>
            <a:custGeom>
              <a:avLst/>
              <a:gdLst/>
              <a:ahLst/>
              <a:cxnLst/>
              <a:rect l="l" t="t" r="r" b="b"/>
              <a:pathLst>
                <a:path w="46673" h="104775">
                  <a:moveTo>
                    <a:pt x="0" y="104775"/>
                  </a:moveTo>
                  <a:lnTo>
                    <a:pt x="46673" y="0"/>
                  </a:lnTo>
                </a:path>
              </a:pathLst>
            </a:custGeom>
            <a:noFill/>
            <a:ln w="30004">
              <a:solidFill>
                <a:srgbClr val="FF6300"/>
              </a:solidFill>
            </a:ln>
          </p:spPr>
        </p:sp>
        <p:sp>
          <p:nvSpPr>
            <p:cNvPr id="130" name="Freeform 130"/>
            <p:cNvSpPr/>
            <p:nvPr/>
          </p:nvSpPr>
          <p:spPr>
            <a:xfrm>
              <a:off x="2116455" y="4635818"/>
              <a:ext cx="47625" cy="104775"/>
            </a:xfrm>
            <a:custGeom>
              <a:avLst/>
              <a:gdLst/>
              <a:ahLst/>
              <a:cxnLst/>
              <a:rect l="l" t="t" r="r" b="b"/>
              <a:pathLst>
                <a:path w="47625" h="104775">
                  <a:moveTo>
                    <a:pt x="0" y="104775"/>
                  </a:moveTo>
                  <a:lnTo>
                    <a:pt x="47625" y="0"/>
                  </a:lnTo>
                </a:path>
              </a:pathLst>
            </a:custGeom>
            <a:noFill/>
            <a:ln w="30004">
              <a:solidFill>
                <a:srgbClr val="FF5B00"/>
              </a:solidFill>
            </a:ln>
          </p:spPr>
        </p:sp>
        <p:sp>
          <p:nvSpPr>
            <p:cNvPr id="131" name="Freeform 131"/>
            <p:cNvSpPr/>
            <p:nvPr/>
          </p:nvSpPr>
          <p:spPr>
            <a:xfrm>
              <a:off x="2118360" y="4636770"/>
              <a:ext cx="46673" cy="104775"/>
            </a:xfrm>
            <a:custGeom>
              <a:avLst/>
              <a:gdLst/>
              <a:ahLst/>
              <a:cxnLst/>
              <a:rect l="l" t="t" r="r" b="b"/>
              <a:pathLst>
                <a:path w="46673" h="104775">
                  <a:moveTo>
                    <a:pt x="0" y="104775"/>
                  </a:moveTo>
                  <a:lnTo>
                    <a:pt x="46673" y="0"/>
                  </a:lnTo>
                </a:path>
              </a:pathLst>
            </a:custGeom>
            <a:noFill/>
            <a:ln w="30004">
              <a:solidFill>
                <a:srgbClr val="FF5300"/>
              </a:solidFill>
            </a:ln>
          </p:spPr>
        </p:sp>
        <p:sp>
          <p:nvSpPr>
            <p:cNvPr id="132" name="Freeform 132"/>
            <p:cNvSpPr/>
            <p:nvPr/>
          </p:nvSpPr>
          <p:spPr>
            <a:xfrm>
              <a:off x="2119312" y="4636770"/>
              <a:ext cx="47625" cy="104775"/>
            </a:xfrm>
            <a:custGeom>
              <a:avLst/>
              <a:gdLst/>
              <a:ahLst/>
              <a:cxnLst/>
              <a:rect l="l" t="t" r="r" b="b"/>
              <a:pathLst>
                <a:path w="47625" h="104775">
                  <a:moveTo>
                    <a:pt x="0" y="104775"/>
                  </a:moveTo>
                  <a:lnTo>
                    <a:pt x="47625" y="0"/>
                  </a:lnTo>
                </a:path>
              </a:pathLst>
            </a:custGeom>
            <a:noFill/>
            <a:ln w="30004">
              <a:solidFill>
                <a:srgbClr val="FF4B00"/>
              </a:solidFill>
            </a:ln>
          </p:spPr>
        </p:sp>
        <p:sp>
          <p:nvSpPr>
            <p:cNvPr id="133" name="Freeform 133"/>
            <p:cNvSpPr/>
            <p:nvPr/>
          </p:nvSpPr>
          <p:spPr>
            <a:xfrm>
              <a:off x="2120265" y="4637722"/>
              <a:ext cx="47625" cy="104775"/>
            </a:xfrm>
            <a:custGeom>
              <a:avLst/>
              <a:gdLst/>
              <a:ahLst/>
              <a:cxnLst/>
              <a:rect l="l" t="t" r="r" b="b"/>
              <a:pathLst>
                <a:path w="47625" h="104775">
                  <a:moveTo>
                    <a:pt x="0" y="104775"/>
                  </a:moveTo>
                  <a:lnTo>
                    <a:pt x="47625" y="0"/>
                  </a:lnTo>
                </a:path>
              </a:pathLst>
            </a:custGeom>
            <a:noFill/>
            <a:ln w="30004">
              <a:solidFill>
                <a:srgbClr val="FF4200"/>
              </a:solidFill>
            </a:ln>
          </p:spPr>
        </p:sp>
        <p:sp>
          <p:nvSpPr>
            <p:cNvPr id="134" name="Freeform 134"/>
            <p:cNvSpPr/>
            <p:nvPr/>
          </p:nvSpPr>
          <p:spPr>
            <a:xfrm>
              <a:off x="2122170" y="4638675"/>
              <a:ext cx="47625" cy="104775"/>
            </a:xfrm>
            <a:custGeom>
              <a:avLst/>
              <a:gdLst/>
              <a:ahLst/>
              <a:cxnLst/>
              <a:rect l="l" t="t" r="r" b="b"/>
              <a:pathLst>
                <a:path w="47625" h="104775">
                  <a:moveTo>
                    <a:pt x="0" y="104775"/>
                  </a:moveTo>
                  <a:lnTo>
                    <a:pt x="47625" y="0"/>
                  </a:lnTo>
                </a:path>
              </a:pathLst>
            </a:custGeom>
            <a:noFill/>
            <a:ln w="30004">
              <a:solidFill>
                <a:srgbClr val="FF3900"/>
              </a:solidFill>
            </a:ln>
          </p:spPr>
        </p:sp>
        <p:sp>
          <p:nvSpPr>
            <p:cNvPr id="135" name="Freeform 135"/>
            <p:cNvSpPr/>
            <p:nvPr/>
          </p:nvSpPr>
          <p:spPr>
            <a:xfrm>
              <a:off x="2123122" y="4638675"/>
              <a:ext cx="47625" cy="104775"/>
            </a:xfrm>
            <a:custGeom>
              <a:avLst/>
              <a:gdLst/>
              <a:ahLst/>
              <a:cxnLst/>
              <a:rect l="l" t="t" r="r" b="b"/>
              <a:pathLst>
                <a:path w="47625" h="104775">
                  <a:moveTo>
                    <a:pt x="0" y="104775"/>
                  </a:moveTo>
                  <a:lnTo>
                    <a:pt x="47625" y="0"/>
                  </a:lnTo>
                </a:path>
              </a:pathLst>
            </a:custGeom>
            <a:noFill/>
            <a:ln w="30004">
              <a:solidFill>
                <a:srgbClr val="FF3000"/>
              </a:solidFill>
            </a:ln>
          </p:spPr>
        </p:sp>
        <p:sp>
          <p:nvSpPr>
            <p:cNvPr id="136" name="Freeform 136"/>
            <p:cNvSpPr/>
            <p:nvPr/>
          </p:nvSpPr>
          <p:spPr>
            <a:xfrm>
              <a:off x="2124075" y="4639628"/>
              <a:ext cx="47625" cy="104775"/>
            </a:xfrm>
            <a:custGeom>
              <a:avLst/>
              <a:gdLst/>
              <a:ahLst/>
              <a:cxnLst/>
              <a:rect l="l" t="t" r="r" b="b"/>
              <a:pathLst>
                <a:path w="47625" h="104775">
                  <a:moveTo>
                    <a:pt x="0" y="104775"/>
                  </a:moveTo>
                  <a:lnTo>
                    <a:pt x="47625" y="0"/>
                  </a:lnTo>
                </a:path>
              </a:pathLst>
            </a:custGeom>
            <a:noFill/>
            <a:ln w="30004">
              <a:solidFill>
                <a:srgbClr val="FF2600"/>
              </a:solidFill>
            </a:ln>
          </p:spPr>
        </p:sp>
        <p:sp>
          <p:nvSpPr>
            <p:cNvPr id="137" name="Freeform 137"/>
            <p:cNvSpPr/>
            <p:nvPr/>
          </p:nvSpPr>
          <p:spPr>
            <a:xfrm>
              <a:off x="2125028" y="4640580"/>
              <a:ext cx="48577" cy="103823"/>
            </a:xfrm>
            <a:custGeom>
              <a:avLst/>
              <a:gdLst/>
              <a:ahLst/>
              <a:cxnLst/>
              <a:rect l="l" t="t" r="r" b="b"/>
              <a:pathLst>
                <a:path w="48577" h="103823">
                  <a:moveTo>
                    <a:pt x="0" y="103823"/>
                  </a:moveTo>
                  <a:lnTo>
                    <a:pt x="48577" y="0"/>
                  </a:lnTo>
                </a:path>
              </a:pathLst>
            </a:custGeom>
            <a:noFill/>
            <a:ln w="30004">
              <a:solidFill>
                <a:srgbClr val="FF1B00"/>
              </a:solidFill>
            </a:ln>
          </p:spPr>
        </p:sp>
        <p:sp>
          <p:nvSpPr>
            <p:cNvPr id="138" name="Freeform 138"/>
            <p:cNvSpPr/>
            <p:nvPr/>
          </p:nvSpPr>
          <p:spPr>
            <a:xfrm>
              <a:off x="2125980" y="4640580"/>
              <a:ext cx="48578" cy="104775"/>
            </a:xfrm>
            <a:custGeom>
              <a:avLst/>
              <a:gdLst/>
              <a:ahLst/>
              <a:cxnLst/>
              <a:rect l="l" t="t" r="r" b="b"/>
              <a:pathLst>
                <a:path w="48578" h="104775">
                  <a:moveTo>
                    <a:pt x="0" y="104775"/>
                  </a:moveTo>
                  <a:lnTo>
                    <a:pt x="48578" y="0"/>
                  </a:lnTo>
                </a:path>
              </a:pathLst>
            </a:custGeom>
            <a:noFill/>
            <a:ln w="30004">
              <a:solidFill>
                <a:srgbClr val="FF1000"/>
              </a:solidFill>
            </a:ln>
          </p:spPr>
        </p:sp>
        <p:sp>
          <p:nvSpPr>
            <p:cNvPr id="139" name="Freeform 139"/>
            <p:cNvSpPr/>
            <p:nvPr/>
          </p:nvSpPr>
          <p:spPr>
            <a:xfrm>
              <a:off x="2127885" y="4641532"/>
              <a:ext cx="47625" cy="103822"/>
            </a:xfrm>
            <a:custGeom>
              <a:avLst/>
              <a:gdLst/>
              <a:ahLst/>
              <a:cxnLst/>
              <a:rect l="l" t="t" r="r" b="b"/>
              <a:pathLst>
                <a:path w="47625" h="103822">
                  <a:moveTo>
                    <a:pt x="0" y="103822"/>
                  </a:moveTo>
                  <a:lnTo>
                    <a:pt x="47625" y="0"/>
                  </a:lnTo>
                </a:path>
              </a:pathLst>
            </a:custGeom>
            <a:noFill/>
            <a:ln w="30004">
              <a:solidFill>
                <a:srgbClr val="FF0000"/>
              </a:solidFill>
            </a:ln>
          </p:spPr>
        </p:sp>
        <p:sp>
          <p:nvSpPr>
            <p:cNvPr id="140" name="Freeform 140"/>
            <p:cNvSpPr/>
            <p:nvPr/>
          </p:nvSpPr>
          <p:spPr>
            <a:xfrm>
              <a:off x="2128838" y="4641532"/>
              <a:ext cx="48577" cy="104775"/>
            </a:xfrm>
            <a:custGeom>
              <a:avLst/>
              <a:gdLst/>
              <a:ahLst/>
              <a:cxnLst/>
              <a:rect l="l" t="t" r="r" b="b"/>
              <a:pathLst>
                <a:path w="48577" h="104775">
                  <a:moveTo>
                    <a:pt x="0" y="104775"/>
                  </a:moveTo>
                  <a:lnTo>
                    <a:pt x="48577" y="0"/>
                  </a:lnTo>
                </a:path>
              </a:pathLst>
            </a:custGeom>
            <a:noFill/>
            <a:ln w="30099">
              <a:solidFill>
                <a:srgbClr val="FF0000"/>
              </a:solidFill>
            </a:ln>
          </p:spPr>
        </p:sp>
        <p:sp>
          <p:nvSpPr>
            <p:cNvPr id="141" name="Freeform 141"/>
            <p:cNvSpPr/>
            <p:nvPr/>
          </p:nvSpPr>
          <p:spPr>
            <a:xfrm>
              <a:off x="2129790" y="4642485"/>
              <a:ext cx="48577" cy="104775"/>
            </a:xfrm>
            <a:custGeom>
              <a:avLst/>
              <a:gdLst/>
              <a:ahLst/>
              <a:cxnLst/>
              <a:rect l="l" t="t" r="r" b="b"/>
              <a:pathLst>
                <a:path w="48577" h="104775">
                  <a:moveTo>
                    <a:pt x="0" y="104775"/>
                  </a:moveTo>
                  <a:lnTo>
                    <a:pt x="48577" y="0"/>
                  </a:lnTo>
                </a:path>
              </a:pathLst>
            </a:custGeom>
            <a:noFill/>
            <a:ln w="30099">
              <a:solidFill>
                <a:srgbClr val="FF0000"/>
              </a:solidFill>
            </a:ln>
          </p:spPr>
        </p:sp>
        <p:sp>
          <p:nvSpPr>
            <p:cNvPr id="142" name="Freeform 142"/>
            <p:cNvSpPr/>
            <p:nvPr/>
          </p:nvSpPr>
          <p:spPr>
            <a:xfrm>
              <a:off x="2130742" y="4643438"/>
              <a:ext cx="49530" cy="103822"/>
            </a:xfrm>
            <a:custGeom>
              <a:avLst/>
              <a:gdLst/>
              <a:ahLst/>
              <a:cxnLst/>
              <a:rect l="l" t="t" r="r" b="b"/>
              <a:pathLst>
                <a:path w="49530" h="103822">
                  <a:moveTo>
                    <a:pt x="0" y="103822"/>
                  </a:moveTo>
                  <a:lnTo>
                    <a:pt x="49530" y="0"/>
                  </a:lnTo>
                </a:path>
              </a:pathLst>
            </a:custGeom>
            <a:noFill/>
            <a:ln w="30099">
              <a:solidFill>
                <a:srgbClr val="FF0000"/>
              </a:solidFill>
            </a:ln>
          </p:spPr>
        </p:sp>
        <p:sp>
          <p:nvSpPr>
            <p:cNvPr id="143" name="Freeform 143"/>
            <p:cNvSpPr/>
            <p:nvPr/>
          </p:nvSpPr>
          <p:spPr>
            <a:xfrm>
              <a:off x="2131695" y="4643438"/>
              <a:ext cx="49530" cy="104775"/>
            </a:xfrm>
            <a:custGeom>
              <a:avLst/>
              <a:gdLst/>
              <a:ahLst/>
              <a:cxnLst/>
              <a:rect l="l" t="t" r="r" b="b"/>
              <a:pathLst>
                <a:path w="49530" h="104775">
                  <a:moveTo>
                    <a:pt x="0" y="104775"/>
                  </a:moveTo>
                  <a:lnTo>
                    <a:pt x="49530" y="0"/>
                  </a:lnTo>
                </a:path>
              </a:pathLst>
            </a:custGeom>
            <a:noFill/>
            <a:ln w="30099">
              <a:solidFill>
                <a:srgbClr val="FF0000"/>
              </a:solidFill>
            </a:ln>
          </p:spPr>
        </p:sp>
        <p:sp>
          <p:nvSpPr>
            <p:cNvPr id="144" name="Freeform 144"/>
            <p:cNvSpPr/>
            <p:nvPr/>
          </p:nvSpPr>
          <p:spPr>
            <a:xfrm>
              <a:off x="2133600" y="4644390"/>
              <a:ext cx="48577" cy="103822"/>
            </a:xfrm>
            <a:custGeom>
              <a:avLst/>
              <a:gdLst/>
              <a:ahLst/>
              <a:cxnLst/>
              <a:rect l="l" t="t" r="r" b="b"/>
              <a:pathLst>
                <a:path w="48577" h="103822">
                  <a:moveTo>
                    <a:pt x="0" y="103822"/>
                  </a:moveTo>
                  <a:lnTo>
                    <a:pt x="48577" y="0"/>
                  </a:lnTo>
                </a:path>
              </a:pathLst>
            </a:custGeom>
            <a:noFill/>
            <a:ln w="30099">
              <a:solidFill>
                <a:srgbClr val="FF0000"/>
              </a:solidFill>
            </a:ln>
          </p:spPr>
        </p:sp>
        <p:sp>
          <p:nvSpPr>
            <p:cNvPr id="145" name="Freeform 145"/>
            <p:cNvSpPr/>
            <p:nvPr/>
          </p:nvSpPr>
          <p:spPr>
            <a:xfrm>
              <a:off x="2134552" y="4645342"/>
              <a:ext cx="49530" cy="103823"/>
            </a:xfrm>
            <a:custGeom>
              <a:avLst/>
              <a:gdLst/>
              <a:ahLst/>
              <a:cxnLst/>
              <a:rect l="l" t="t" r="r" b="b"/>
              <a:pathLst>
                <a:path w="49530" h="103823">
                  <a:moveTo>
                    <a:pt x="0" y="103823"/>
                  </a:moveTo>
                  <a:lnTo>
                    <a:pt x="49530" y="0"/>
                  </a:lnTo>
                </a:path>
              </a:pathLst>
            </a:custGeom>
            <a:noFill/>
            <a:ln w="30099">
              <a:solidFill>
                <a:srgbClr val="FF0000"/>
              </a:solidFill>
            </a:ln>
          </p:spPr>
        </p:sp>
        <p:sp>
          <p:nvSpPr>
            <p:cNvPr id="146" name="Freeform 146"/>
            <p:cNvSpPr/>
            <p:nvPr/>
          </p:nvSpPr>
          <p:spPr>
            <a:xfrm>
              <a:off x="2136458" y="4645342"/>
              <a:ext cx="48577" cy="103823"/>
            </a:xfrm>
            <a:custGeom>
              <a:avLst/>
              <a:gdLst/>
              <a:ahLst/>
              <a:cxnLst/>
              <a:rect l="l" t="t" r="r" b="b"/>
              <a:pathLst>
                <a:path w="48577" h="103823">
                  <a:moveTo>
                    <a:pt x="0" y="103823"/>
                  </a:moveTo>
                  <a:lnTo>
                    <a:pt x="48577" y="0"/>
                  </a:lnTo>
                </a:path>
              </a:pathLst>
            </a:custGeom>
            <a:noFill/>
            <a:ln w="30099">
              <a:solidFill>
                <a:srgbClr val="FF0000"/>
              </a:solidFill>
            </a:ln>
          </p:spPr>
        </p:sp>
        <p:sp>
          <p:nvSpPr>
            <p:cNvPr id="147" name="Freeform 147"/>
            <p:cNvSpPr/>
            <p:nvPr/>
          </p:nvSpPr>
          <p:spPr>
            <a:xfrm>
              <a:off x="2137410" y="4646295"/>
              <a:ext cx="48577" cy="103822"/>
            </a:xfrm>
            <a:custGeom>
              <a:avLst/>
              <a:gdLst/>
              <a:ahLst/>
              <a:cxnLst/>
              <a:rect l="l" t="t" r="r" b="b"/>
              <a:pathLst>
                <a:path w="48577" h="103822">
                  <a:moveTo>
                    <a:pt x="0" y="103822"/>
                  </a:moveTo>
                  <a:lnTo>
                    <a:pt x="48577" y="0"/>
                  </a:lnTo>
                </a:path>
              </a:pathLst>
            </a:custGeom>
            <a:noFill/>
            <a:ln w="30099">
              <a:solidFill>
                <a:srgbClr val="FF0000"/>
              </a:solidFill>
            </a:ln>
          </p:spPr>
        </p:sp>
        <p:sp>
          <p:nvSpPr>
            <p:cNvPr id="148" name="Freeform 148"/>
            <p:cNvSpPr/>
            <p:nvPr/>
          </p:nvSpPr>
          <p:spPr>
            <a:xfrm>
              <a:off x="2138362" y="4647248"/>
              <a:ext cx="49530" cy="103823"/>
            </a:xfrm>
            <a:custGeom>
              <a:avLst/>
              <a:gdLst/>
              <a:ahLst/>
              <a:cxnLst/>
              <a:rect l="l" t="t" r="r" b="b"/>
              <a:pathLst>
                <a:path w="49530" h="103823">
                  <a:moveTo>
                    <a:pt x="0" y="103823"/>
                  </a:moveTo>
                  <a:lnTo>
                    <a:pt x="49530" y="0"/>
                  </a:lnTo>
                </a:path>
              </a:pathLst>
            </a:custGeom>
            <a:noFill/>
            <a:ln w="30099">
              <a:solidFill>
                <a:srgbClr val="FF0000"/>
              </a:solidFill>
            </a:ln>
          </p:spPr>
        </p:sp>
        <p:sp>
          <p:nvSpPr>
            <p:cNvPr id="149" name="Freeform 149"/>
            <p:cNvSpPr/>
            <p:nvPr/>
          </p:nvSpPr>
          <p:spPr>
            <a:xfrm>
              <a:off x="2139315" y="4647248"/>
              <a:ext cx="49530" cy="103823"/>
            </a:xfrm>
            <a:custGeom>
              <a:avLst/>
              <a:gdLst/>
              <a:ahLst/>
              <a:cxnLst/>
              <a:rect l="l" t="t" r="r" b="b"/>
              <a:pathLst>
                <a:path w="49530" h="103823">
                  <a:moveTo>
                    <a:pt x="0" y="103823"/>
                  </a:moveTo>
                  <a:lnTo>
                    <a:pt x="49530" y="0"/>
                  </a:lnTo>
                </a:path>
              </a:pathLst>
            </a:custGeom>
            <a:noFill/>
            <a:ln w="30099">
              <a:solidFill>
                <a:srgbClr val="FF0000"/>
              </a:solidFill>
            </a:ln>
          </p:spPr>
        </p:sp>
        <p:sp>
          <p:nvSpPr>
            <p:cNvPr id="150" name="Freeform 150"/>
            <p:cNvSpPr/>
            <p:nvPr/>
          </p:nvSpPr>
          <p:spPr>
            <a:xfrm>
              <a:off x="2140268" y="4648200"/>
              <a:ext cx="50483" cy="103822"/>
            </a:xfrm>
            <a:custGeom>
              <a:avLst/>
              <a:gdLst/>
              <a:ahLst/>
              <a:cxnLst/>
              <a:rect l="l" t="t" r="r" b="b"/>
              <a:pathLst>
                <a:path w="50483" h="103822">
                  <a:moveTo>
                    <a:pt x="0" y="103822"/>
                  </a:moveTo>
                  <a:lnTo>
                    <a:pt x="50483" y="0"/>
                  </a:lnTo>
                </a:path>
              </a:pathLst>
            </a:custGeom>
            <a:noFill/>
            <a:ln w="30099">
              <a:solidFill>
                <a:srgbClr val="FF0000"/>
              </a:solidFill>
            </a:ln>
          </p:spPr>
        </p:sp>
        <p:sp>
          <p:nvSpPr>
            <p:cNvPr id="151" name="Freeform 151"/>
            <p:cNvSpPr/>
            <p:nvPr/>
          </p:nvSpPr>
          <p:spPr>
            <a:xfrm>
              <a:off x="2142172" y="4649152"/>
              <a:ext cx="49530" cy="102870"/>
            </a:xfrm>
            <a:custGeom>
              <a:avLst/>
              <a:gdLst/>
              <a:ahLst/>
              <a:cxnLst/>
              <a:rect l="l" t="t" r="r" b="b"/>
              <a:pathLst>
                <a:path w="49530" h="102870">
                  <a:moveTo>
                    <a:pt x="0" y="102870"/>
                  </a:moveTo>
                  <a:lnTo>
                    <a:pt x="49530" y="0"/>
                  </a:lnTo>
                </a:path>
              </a:pathLst>
            </a:custGeom>
            <a:noFill/>
            <a:ln w="30099">
              <a:solidFill>
                <a:srgbClr val="FF0000"/>
              </a:solidFill>
            </a:ln>
          </p:spPr>
        </p:sp>
        <p:sp>
          <p:nvSpPr>
            <p:cNvPr id="152" name="Freeform 152"/>
            <p:cNvSpPr/>
            <p:nvPr/>
          </p:nvSpPr>
          <p:spPr>
            <a:xfrm>
              <a:off x="2143125" y="4650105"/>
              <a:ext cx="49530" cy="102870"/>
            </a:xfrm>
            <a:custGeom>
              <a:avLst/>
              <a:gdLst/>
              <a:ahLst/>
              <a:cxnLst/>
              <a:rect l="l" t="t" r="r" b="b"/>
              <a:pathLst>
                <a:path w="49530" h="102870">
                  <a:moveTo>
                    <a:pt x="0" y="102870"/>
                  </a:moveTo>
                  <a:lnTo>
                    <a:pt x="49530" y="0"/>
                  </a:lnTo>
                </a:path>
              </a:pathLst>
            </a:custGeom>
            <a:noFill/>
            <a:ln w="30099">
              <a:solidFill>
                <a:srgbClr val="FF0000"/>
              </a:solidFill>
            </a:ln>
          </p:spPr>
        </p:sp>
        <p:sp>
          <p:nvSpPr>
            <p:cNvPr id="153" name="Freeform 153"/>
            <p:cNvSpPr/>
            <p:nvPr/>
          </p:nvSpPr>
          <p:spPr>
            <a:xfrm>
              <a:off x="2144078" y="4650105"/>
              <a:ext cx="50483" cy="103823"/>
            </a:xfrm>
            <a:custGeom>
              <a:avLst/>
              <a:gdLst/>
              <a:ahLst/>
              <a:cxnLst/>
              <a:rect l="l" t="t" r="r" b="b"/>
              <a:pathLst>
                <a:path w="50483" h="103823">
                  <a:moveTo>
                    <a:pt x="0" y="103823"/>
                  </a:moveTo>
                  <a:lnTo>
                    <a:pt x="50483" y="0"/>
                  </a:lnTo>
                </a:path>
              </a:pathLst>
            </a:custGeom>
            <a:noFill/>
            <a:ln w="30099">
              <a:solidFill>
                <a:srgbClr val="FF0000"/>
              </a:solidFill>
            </a:ln>
          </p:spPr>
        </p:sp>
        <p:sp>
          <p:nvSpPr>
            <p:cNvPr id="154" name="Freeform 154"/>
            <p:cNvSpPr/>
            <p:nvPr/>
          </p:nvSpPr>
          <p:spPr>
            <a:xfrm>
              <a:off x="2145030" y="4651058"/>
              <a:ext cx="50483" cy="102870"/>
            </a:xfrm>
            <a:custGeom>
              <a:avLst/>
              <a:gdLst/>
              <a:ahLst/>
              <a:cxnLst/>
              <a:rect l="l" t="t" r="r" b="b"/>
              <a:pathLst>
                <a:path w="50483" h="102870">
                  <a:moveTo>
                    <a:pt x="0" y="102870"/>
                  </a:moveTo>
                  <a:lnTo>
                    <a:pt x="50483" y="0"/>
                  </a:lnTo>
                </a:path>
              </a:pathLst>
            </a:custGeom>
            <a:noFill/>
            <a:ln w="30099">
              <a:solidFill>
                <a:srgbClr val="FF0000"/>
              </a:solidFill>
            </a:ln>
          </p:spPr>
        </p:sp>
        <p:sp>
          <p:nvSpPr>
            <p:cNvPr id="155" name="Freeform 155"/>
            <p:cNvSpPr/>
            <p:nvPr/>
          </p:nvSpPr>
          <p:spPr>
            <a:xfrm>
              <a:off x="2145982" y="4651058"/>
              <a:ext cx="50482" cy="103822"/>
            </a:xfrm>
            <a:custGeom>
              <a:avLst/>
              <a:gdLst/>
              <a:ahLst/>
              <a:cxnLst/>
              <a:rect l="l" t="t" r="r" b="b"/>
              <a:pathLst>
                <a:path w="50482" h="103822">
                  <a:moveTo>
                    <a:pt x="0" y="103822"/>
                  </a:moveTo>
                  <a:lnTo>
                    <a:pt x="50482" y="0"/>
                  </a:lnTo>
                </a:path>
              </a:pathLst>
            </a:custGeom>
            <a:noFill/>
            <a:ln w="30099">
              <a:solidFill>
                <a:srgbClr val="FF0000"/>
              </a:solidFill>
            </a:ln>
          </p:spPr>
        </p:sp>
        <p:sp>
          <p:nvSpPr>
            <p:cNvPr id="156" name="Freeform 156"/>
            <p:cNvSpPr/>
            <p:nvPr/>
          </p:nvSpPr>
          <p:spPr>
            <a:xfrm>
              <a:off x="2147888" y="4652010"/>
              <a:ext cx="50483" cy="103823"/>
            </a:xfrm>
            <a:custGeom>
              <a:avLst/>
              <a:gdLst/>
              <a:ahLst/>
              <a:cxnLst/>
              <a:rect l="l" t="t" r="r" b="b"/>
              <a:pathLst>
                <a:path w="50483" h="103823">
                  <a:moveTo>
                    <a:pt x="0" y="103823"/>
                  </a:moveTo>
                  <a:lnTo>
                    <a:pt x="50483" y="0"/>
                  </a:lnTo>
                </a:path>
              </a:pathLst>
            </a:custGeom>
            <a:noFill/>
            <a:ln w="30099">
              <a:solidFill>
                <a:srgbClr val="FF0000"/>
              </a:solidFill>
            </a:ln>
          </p:spPr>
        </p:sp>
        <p:sp>
          <p:nvSpPr>
            <p:cNvPr id="157" name="Freeform 157"/>
            <p:cNvSpPr/>
            <p:nvPr/>
          </p:nvSpPr>
          <p:spPr>
            <a:xfrm>
              <a:off x="2148840" y="4652962"/>
              <a:ext cx="50483" cy="102870"/>
            </a:xfrm>
            <a:custGeom>
              <a:avLst/>
              <a:gdLst/>
              <a:ahLst/>
              <a:cxnLst/>
              <a:rect l="l" t="t" r="r" b="b"/>
              <a:pathLst>
                <a:path w="50483" h="102870">
                  <a:moveTo>
                    <a:pt x="0" y="102870"/>
                  </a:moveTo>
                  <a:lnTo>
                    <a:pt x="50483" y="0"/>
                  </a:lnTo>
                </a:path>
              </a:pathLst>
            </a:custGeom>
            <a:noFill/>
            <a:ln w="30099">
              <a:solidFill>
                <a:srgbClr val="FF0000"/>
              </a:solidFill>
            </a:ln>
          </p:spPr>
        </p:sp>
        <p:sp>
          <p:nvSpPr>
            <p:cNvPr id="158" name="Freeform 158"/>
            <p:cNvSpPr/>
            <p:nvPr/>
          </p:nvSpPr>
          <p:spPr>
            <a:xfrm>
              <a:off x="2149792" y="4652962"/>
              <a:ext cx="51435" cy="103822"/>
            </a:xfrm>
            <a:custGeom>
              <a:avLst/>
              <a:gdLst/>
              <a:ahLst/>
              <a:cxnLst/>
              <a:rect l="l" t="t" r="r" b="b"/>
              <a:pathLst>
                <a:path w="51435" h="103822">
                  <a:moveTo>
                    <a:pt x="0" y="103822"/>
                  </a:moveTo>
                  <a:lnTo>
                    <a:pt x="51435" y="0"/>
                  </a:lnTo>
                </a:path>
              </a:pathLst>
            </a:custGeom>
            <a:noFill/>
            <a:ln w="30099">
              <a:solidFill>
                <a:srgbClr val="FF0000"/>
              </a:solidFill>
            </a:ln>
          </p:spPr>
        </p:sp>
        <p:sp>
          <p:nvSpPr>
            <p:cNvPr id="159" name="Freeform 159"/>
            <p:cNvSpPr/>
            <p:nvPr/>
          </p:nvSpPr>
          <p:spPr>
            <a:xfrm>
              <a:off x="2151698" y="4653915"/>
              <a:ext cx="50482" cy="102870"/>
            </a:xfrm>
            <a:custGeom>
              <a:avLst/>
              <a:gdLst/>
              <a:ahLst/>
              <a:cxnLst/>
              <a:rect l="l" t="t" r="r" b="b"/>
              <a:pathLst>
                <a:path w="50482" h="102870">
                  <a:moveTo>
                    <a:pt x="0" y="102870"/>
                  </a:moveTo>
                  <a:lnTo>
                    <a:pt x="50482" y="0"/>
                  </a:lnTo>
                </a:path>
              </a:pathLst>
            </a:custGeom>
            <a:noFill/>
            <a:ln w="30099">
              <a:solidFill>
                <a:srgbClr val="FF0000"/>
              </a:solidFill>
            </a:ln>
          </p:spPr>
        </p:sp>
        <p:sp>
          <p:nvSpPr>
            <p:cNvPr id="160" name="Freeform 160"/>
            <p:cNvSpPr/>
            <p:nvPr/>
          </p:nvSpPr>
          <p:spPr>
            <a:xfrm>
              <a:off x="2152650" y="4654868"/>
              <a:ext cx="51435" cy="102870"/>
            </a:xfrm>
            <a:custGeom>
              <a:avLst/>
              <a:gdLst/>
              <a:ahLst/>
              <a:cxnLst/>
              <a:rect l="l" t="t" r="r" b="b"/>
              <a:pathLst>
                <a:path w="51435" h="102870">
                  <a:moveTo>
                    <a:pt x="0" y="102870"/>
                  </a:moveTo>
                  <a:lnTo>
                    <a:pt x="51435" y="0"/>
                  </a:lnTo>
                </a:path>
              </a:pathLst>
            </a:custGeom>
            <a:noFill/>
            <a:ln w="30099">
              <a:solidFill>
                <a:srgbClr val="FF0000"/>
              </a:solidFill>
            </a:ln>
          </p:spPr>
        </p:sp>
        <p:sp>
          <p:nvSpPr>
            <p:cNvPr id="161" name="Freeform 161"/>
            <p:cNvSpPr/>
            <p:nvPr/>
          </p:nvSpPr>
          <p:spPr>
            <a:xfrm>
              <a:off x="2153602" y="4655820"/>
              <a:ext cx="51435" cy="102870"/>
            </a:xfrm>
            <a:custGeom>
              <a:avLst/>
              <a:gdLst/>
              <a:ahLst/>
              <a:cxnLst/>
              <a:rect l="l" t="t" r="r" b="b"/>
              <a:pathLst>
                <a:path w="51435" h="102870">
                  <a:moveTo>
                    <a:pt x="0" y="102870"/>
                  </a:moveTo>
                  <a:lnTo>
                    <a:pt x="51435" y="0"/>
                  </a:lnTo>
                </a:path>
              </a:pathLst>
            </a:custGeom>
            <a:noFill/>
            <a:ln w="30099">
              <a:solidFill>
                <a:srgbClr val="FF0000"/>
              </a:solidFill>
            </a:ln>
          </p:spPr>
        </p:sp>
        <p:sp>
          <p:nvSpPr>
            <p:cNvPr id="162" name="Freeform 162"/>
            <p:cNvSpPr/>
            <p:nvPr/>
          </p:nvSpPr>
          <p:spPr>
            <a:xfrm>
              <a:off x="2154555" y="4655820"/>
              <a:ext cx="52388" cy="102870"/>
            </a:xfrm>
            <a:custGeom>
              <a:avLst/>
              <a:gdLst/>
              <a:ahLst/>
              <a:cxnLst/>
              <a:rect l="l" t="t" r="r" b="b"/>
              <a:pathLst>
                <a:path w="52388" h="102870">
                  <a:moveTo>
                    <a:pt x="0" y="102870"/>
                  </a:moveTo>
                  <a:lnTo>
                    <a:pt x="52388" y="0"/>
                  </a:lnTo>
                </a:path>
              </a:pathLst>
            </a:custGeom>
            <a:noFill/>
            <a:ln w="30099">
              <a:solidFill>
                <a:srgbClr val="FF0000"/>
              </a:solidFill>
            </a:ln>
          </p:spPr>
        </p:sp>
        <p:sp>
          <p:nvSpPr>
            <p:cNvPr id="163" name="Freeform 163"/>
            <p:cNvSpPr/>
            <p:nvPr/>
          </p:nvSpPr>
          <p:spPr>
            <a:xfrm>
              <a:off x="2155508" y="4656772"/>
              <a:ext cx="52388" cy="102870"/>
            </a:xfrm>
            <a:custGeom>
              <a:avLst/>
              <a:gdLst/>
              <a:ahLst/>
              <a:cxnLst/>
              <a:rect l="l" t="t" r="r" b="b"/>
              <a:pathLst>
                <a:path w="52388" h="102870">
                  <a:moveTo>
                    <a:pt x="0" y="102870"/>
                  </a:moveTo>
                  <a:lnTo>
                    <a:pt x="52388" y="0"/>
                  </a:lnTo>
                </a:path>
              </a:pathLst>
            </a:custGeom>
            <a:noFill/>
            <a:ln w="30099">
              <a:solidFill>
                <a:srgbClr val="FF0000"/>
              </a:solidFill>
            </a:ln>
          </p:spPr>
        </p:sp>
        <p:sp>
          <p:nvSpPr>
            <p:cNvPr id="164" name="Freeform 164"/>
            <p:cNvSpPr/>
            <p:nvPr/>
          </p:nvSpPr>
          <p:spPr>
            <a:xfrm>
              <a:off x="2157412" y="4657725"/>
              <a:ext cx="51435" cy="101917"/>
            </a:xfrm>
            <a:custGeom>
              <a:avLst/>
              <a:gdLst/>
              <a:ahLst/>
              <a:cxnLst/>
              <a:rect l="l" t="t" r="r" b="b"/>
              <a:pathLst>
                <a:path w="51435" h="101917">
                  <a:moveTo>
                    <a:pt x="0" y="101917"/>
                  </a:moveTo>
                  <a:lnTo>
                    <a:pt x="51435" y="0"/>
                  </a:lnTo>
                </a:path>
              </a:pathLst>
            </a:custGeom>
            <a:noFill/>
            <a:ln w="30099">
              <a:solidFill>
                <a:srgbClr val="FF0000"/>
              </a:solidFill>
            </a:ln>
          </p:spPr>
        </p:sp>
        <p:sp>
          <p:nvSpPr>
            <p:cNvPr id="165" name="Freeform 165"/>
            <p:cNvSpPr/>
            <p:nvPr/>
          </p:nvSpPr>
          <p:spPr>
            <a:xfrm>
              <a:off x="2158365" y="4657725"/>
              <a:ext cx="52388" cy="102870"/>
            </a:xfrm>
            <a:custGeom>
              <a:avLst/>
              <a:gdLst/>
              <a:ahLst/>
              <a:cxnLst/>
              <a:rect l="l" t="t" r="r" b="b"/>
              <a:pathLst>
                <a:path w="52388" h="102870">
                  <a:moveTo>
                    <a:pt x="0" y="102870"/>
                  </a:moveTo>
                  <a:lnTo>
                    <a:pt x="52388" y="0"/>
                  </a:lnTo>
                </a:path>
              </a:pathLst>
            </a:custGeom>
            <a:noFill/>
            <a:ln w="30099">
              <a:solidFill>
                <a:srgbClr val="FF0000"/>
              </a:solidFill>
            </a:ln>
          </p:spPr>
        </p:sp>
        <p:sp>
          <p:nvSpPr>
            <p:cNvPr id="166" name="Freeform 166"/>
            <p:cNvSpPr/>
            <p:nvPr/>
          </p:nvSpPr>
          <p:spPr>
            <a:xfrm>
              <a:off x="2159318" y="4658678"/>
              <a:ext cx="52388" cy="102870"/>
            </a:xfrm>
            <a:custGeom>
              <a:avLst/>
              <a:gdLst/>
              <a:ahLst/>
              <a:cxnLst/>
              <a:rect l="l" t="t" r="r" b="b"/>
              <a:pathLst>
                <a:path w="52388" h="102870">
                  <a:moveTo>
                    <a:pt x="0" y="102870"/>
                  </a:moveTo>
                  <a:lnTo>
                    <a:pt x="52388" y="0"/>
                  </a:lnTo>
                </a:path>
              </a:pathLst>
            </a:custGeom>
            <a:noFill/>
            <a:ln w="30099">
              <a:solidFill>
                <a:srgbClr val="FF0000"/>
              </a:solidFill>
            </a:ln>
          </p:spPr>
        </p:sp>
        <p:sp>
          <p:nvSpPr>
            <p:cNvPr id="167" name="Freeform 167"/>
            <p:cNvSpPr/>
            <p:nvPr/>
          </p:nvSpPr>
          <p:spPr>
            <a:xfrm>
              <a:off x="2160270" y="4659630"/>
              <a:ext cx="52388" cy="101917"/>
            </a:xfrm>
            <a:custGeom>
              <a:avLst/>
              <a:gdLst/>
              <a:ahLst/>
              <a:cxnLst/>
              <a:rect l="l" t="t" r="r" b="b"/>
              <a:pathLst>
                <a:path w="52388" h="101917">
                  <a:moveTo>
                    <a:pt x="0" y="101917"/>
                  </a:moveTo>
                  <a:lnTo>
                    <a:pt x="52388" y="0"/>
                  </a:lnTo>
                </a:path>
              </a:pathLst>
            </a:custGeom>
            <a:noFill/>
            <a:ln w="30099">
              <a:solidFill>
                <a:srgbClr val="FD0000"/>
              </a:solidFill>
            </a:ln>
          </p:spPr>
        </p:sp>
        <p:sp>
          <p:nvSpPr>
            <p:cNvPr id="168" name="Freeform 168"/>
            <p:cNvSpPr/>
            <p:nvPr/>
          </p:nvSpPr>
          <p:spPr>
            <a:xfrm>
              <a:off x="2161222" y="4659630"/>
              <a:ext cx="53340" cy="102870"/>
            </a:xfrm>
            <a:custGeom>
              <a:avLst/>
              <a:gdLst/>
              <a:ahLst/>
              <a:cxnLst/>
              <a:rect l="l" t="t" r="r" b="b"/>
              <a:pathLst>
                <a:path w="53340" h="102870">
                  <a:moveTo>
                    <a:pt x="0" y="102870"/>
                  </a:moveTo>
                  <a:lnTo>
                    <a:pt x="53340" y="0"/>
                  </a:lnTo>
                </a:path>
              </a:pathLst>
            </a:custGeom>
            <a:noFill/>
            <a:ln w="30099">
              <a:solidFill>
                <a:srgbClr val="FA0000"/>
              </a:solidFill>
            </a:ln>
          </p:spPr>
        </p:sp>
        <p:sp>
          <p:nvSpPr>
            <p:cNvPr id="169" name="Freeform 169"/>
            <p:cNvSpPr/>
            <p:nvPr/>
          </p:nvSpPr>
          <p:spPr>
            <a:xfrm>
              <a:off x="2163128" y="4660582"/>
              <a:ext cx="52388" cy="102870"/>
            </a:xfrm>
            <a:custGeom>
              <a:avLst/>
              <a:gdLst/>
              <a:ahLst/>
              <a:cxnLst/>
              <a:rect l="l" t="t" r="r" b="b"/>
              <a:pathLst>
                <a:path w="52388" h="102870">
                  <a:moveTo>
                    <a:pt x="0" y="102870"/>
                  </a:moveTo>
                  <a:lnTo>
                    <a:pt x="52388" y="0"/>
                  </a:lnTo>
                </a:path>
              </a:pathLst>
            </a:custGeom>
            <a:noFill/>
            <a:ln w="30099">
              <a:solidFill>
                <a:srgbClr val="F60000"/>
              </a:solidFill>
            </a:ln>
          </p:spPr>
        </p:sp>
        <p:sp>
          <p:nvSpPr>
            <p:cNvPr id="170" name="Freeform 170"/>
            <p:cNvSpPr/>
            <p:nvPr/>
          </p:nvSpPr>
          <p:spPr>
            <a:xfrm>
              <a:off x="2164080" y="4661535"/>
              <a:ext cx="53340" cy="101918"/>
            </a:xfrm>
            <a:custGeom>
              <a:avLst/>
              <a:gdLst/>
              <a:ahLst/>
              <a:cxnLst/>
              <a:rect l="l" t="t" r="r" b="b"/>
              <a:pathLst>
                <a:path w="53340" h="101918">
                  <a:moveTo>
                    <a:pt x="0" y="101918"/>
                  </a:moveTo>
                  <a:lnTo>
                    <a:pt x="53340" y="0"/>
                  </a:lnTo>
                </a:path>
              </a:pathLst>
            </a:custGeom>
            <a:noFill/>
            <a:ln w="30099">
              <a:solidFill>
                <a:srgbClr val="F20000"/>
              </a:solidFill>
            </a:ln>
          </p:spPr>
        </p:sp>
        <p:sp>
          <p:nvSpPr>
            <p:cNvPr id="171" name="Freeform 171"/>
            <p:cNvSpPr/>
            <p:nvPr/>
          </p:nvSpPr>
          <p:spPr>
            <a:xfrm>
              <a:off x="2165032" y="4662488"/>
              <a:ext cx="53340" cy="101917"/>
            </a:xfrm>
            <a:custGeom>
              <a:avLst/>
              <a:gdLst/>
              <a:ahLst/>
              <a:cxnLst/>
              <a:rect l="l" t="t" r="r" b="b"/>
              <a:pathLst>
                <a:path w="53340" h="101917">
                  <a:moveTo>
                    <a:pt x="0" y="101917"/>
                  </a:moveTo>
                  <a:lnTo>
                    <a:pt x="53340" y="0"/>
                  </a:lnTo>
                </a:path>
              </a:pathLst>
            </a:custGeom>
            <a:noFill/>
            <a:ln w="30099">
              <a:solidFill>
                <a:srgbClr val="EF0000"/>
              </a:solidFill>
            </a:ln>
          </p:spPr>
        </p:sp>
        <p:sp>
          <p:nvSpPr>
            <p:cNvPr id="172" name="Freeform 172"/>
            <p:cNvSpPr/>
            <p:nvPr/>
          </p:nvSpPr>
          <p:spPr>
            <a:xfrm>
              <a:off x="2166938" y="4662488"/>
              <a:ext cx="52388" cy="101917"/>
            </a:xfrm>
            <a:custGeom>
              <a:avLst/>
              <a:gdLst/>
              <a:ahLst/>
              <a:cxnLst/>
              <a:rect l="l" t="t" r="r" b="b"/>
              <a:pathLst>
                <a:path w="52388" h="101917">
                  <a:moveTo>
                    <a:pt x="0" y="101917"/>
                  </a:moveTo>
                  <a:lnTo>
                    <a:pt x="52388" y="0"/>
                  </a:lnTo>
                </a:path>
              </a:pathLst>
            </a:custGeom>
            <a:noFill/>
            <a:ln w="30099">
              <a:solidFill>
                <a:srgbClr val="EB0000"/>
              </a:solidFill>
            </a:ln>
          </p:spPr>
        </p:sp>
        <p:sp>
          <p:nvSpPr>
            <p:cNvPr id="173" name="Freeform 173"/>
            <p:cNvSpPr/>
            <p:nvPr/>
          </p:nvSpPr>
          <p:spPr>
            <a:xfrm>
              <a:off x="2167890" y="4663440"/>
              <a:ext cx="53340" cy="101917"/>
            </a:xfrm>
            <a:custGeom>
              <a:avLst/>
              <a:gdLst/>
              <a:ahLst/>
              <a:cxnLst/>
              <a:rect l="l" t="t" r="r" b="b"/>
              <a:pathLst>
                <a:path w="53340" h="101917">
                  <a:moveTo>
                    <a:pt x="0" y="101917"/>
                  </a:moveTo>
                  <a:lnTo>
                    <a:pt x="53340" y="0"/>
                  </a:lnTo>
                </a:path>
              </a:pathLst>
            </a:custGeom>
            <a:noFill/>
            <a:ln w="30099">
              <a:solidFill>
                <a:srgbClr val="E80000"/>
              </a:solidFill>
            </a:ln>
          </p:spPr>
        </p:sp>
        <p:sp>
          <p:nvSpPr>
            <p:cNvPr id="174" name="Freeform 174"/>
            <p:cNvSpPr/>
            <p:nvPr/>
          </p:nvSpPr>
          <p:spPr>
            <a:xfrm>
              <a:off x="2168842" y="4664392"/>
              <a:ext cx="53340" cy="101917"/>
            </a:xfrm>
            <a:custGeom>
              <a:avLst/>
              <a:gdLst/>
              <a:ahLst/>
              <a:cxnLst/>
              <a:rect l="l" t="t" r="r" b="b"/>
              <a:pathLst>
                <a:path w="53340" h="101917">
                  <a:moveTo>
                    <a:pt x="0" y="101917"/>
                  </a:moveTo>
                  <a:lnTo>
                    <a:pt x="53340" y="0"/>
                  </a:lnTo>
                </a:path>
              </a:pathLst>
            </a:custGeom>
            <a:noFill/>
            <a:ln w="30099">
              <a:solidFill>
                <a:srgbClr val="E40000"/>
              </a:solidFill>
            </a:ln>
          </p:spPr>
        </p:sp>
        <p:sp>
          <p:nvSpPr>
            <p:cNvPr id="175" name="Freeform 175"/>
            <p:cNvSpPr/>
            <p:nvPr/>
          </p:nvSpPr>
          <p:spPr>
            <a:xfrm>
              <a:off x="2169795" y="4664392"/>
              <a:ext cx="53340" cy="101917"/>
            </a:xfrm>
            <a:custGeom>
              <a:avLst/>
              <a:gdLst/>
              <a:ahLst/>
              <a:cxnLst/>
              <a:rect l="l" t="t" r="r" b="b"/>
              <a:pathLst>
                <a:path w="53340" h="101917">
                  <a:moveTo>
                    <a:pt x="0" y="101917"/>
                  </a:moveTo>
                  <a:lnTo>
                    <a:pt x="53340" y="0"/>
                  </a:lnTo>
                </a:path>
              </a:pathLst>
            </a:custGeom>
            <a:noFill/>
            <a:ln w="30099">
              <a:solidFill>
                <a:srgbClr val="E00000"/>
              </a:solidFill>
            </a:ln>
          </p:spPr>
        </p:sp>
        <p:sp>
          <p:nvSpPr>
            <p:cNvPr id="176" name="Freeform 176"/>
            <p:cNvSpPr/>
            <p:nvPr/>
          </p:nvSpPr>
          <p:spPr>
            <a:xfrm>
              <a:off x="2170748" y="4665345"/>
              <a:ext cx="54292" cy="101917"/>
            </a:xfrm>
            <a:custGeom>
              <a:avLst/>
              <a:gdLst/>
              <a:ahLst/>
              <a:cxnLst/>
              <a:rect l="l" t="t" r="r" b="b"/>
              <a:pathLst>
                <a:path w="54292" h="101917">
                  <a:moveTo>
                    <a:pt x="0" y="101917"/>
                  </a:moveTo>
                  <a:lnTo>
                    <a:pt x="54292" y="0"/>
                  </a:lnTo>
                </a:path>
              </a:pathLst>
            </a:custGeom>
            <a:noFill/>
            <a:ln w="30099">
              <a:solidFill>
                <a:srgbClr val="DC0000"/>
              </a:solidFill>
            </a:ln>
          </p:spPr>
        </p:sp>
        <p:sp>
          <p:nvSpPr>
            <p:cNvPr id="177" name="Freeform 177"/>
            <p:cNvSpPr/>
            <p:nvPr/>
          </p:nvSpPr>
          <p:spPr>
            <a:xfrm>
              <a:off x="2172652" y="4666298"/>
              <a:ext cx="53340" cy="101918"/>
            </a:xfrm>
            <a:custGeom>
              <a:avLst/>
              <a:gdLst/>
              <a:ahLst/>
              <a:cxnLst/>
              <a:rect l="l" t="t" r="r" b="b"/>
              <a:pathLst>
                <a:path w="53340" h="101918">
                  <a:moveTo>
                    <a:pt x="0" y="101918"/>
                  </a:moveTo>
                  <a:lnTo>
                    <a:pt x="53340" y="0"/>
                  </a:lnTo>
                </a:path>
              </a:pathLst>
            </a:custGeom>
            <a:noFill/>
            <a:ln w="30099">
              <a:solidFill>
                <a:srgbClr val="D90000"/>
              </a:solidFill>
            </a:ln>
          </p:spPr>
        </p:sp>
        <p:sp>
          <p:nvSpPr>
            <p:cNvPr id="178" name="Freeform 178"/>
            <p:cNvSpPr/>
            <p:nvPr/>
          </p:nvSpPr>
          <p:spPr>
            <a:xfrm>
              <a:off x="2173605" y="4667250"/>
              <a:ext cx="54293" cy="101917"/>
            </a:xfrm>
            <a:custGeom>
              <a:avLst/>
              <a:gdLst/>
              <a:ahLst/>
              <a:cxnLst/>
              <a:rect l="l" t="t" r="r" b="b"/>
              <a:pathLst>
                <a:path w="54293" h="101917">
                  <a:moveTo>
                    <a:pt x="0" y="101917"/>
                  </a:moveTo>
                  <a:lnTo>
                    <a:pt x="54293" y="0"/>
                  </a:lnTo>
                </a:path>
              </a:pathLst>
            </a:custGeom>
            <a:noFill/>
            <a:ln w="30099">
              <a:solidFill>
                <a:srgbClr val="D50000"/>
              </a:solidFill>
            </a:ln>
          </p:spPr>
        </p:sp>
        <p:sp>
          <p:nvSpPr>
            <p:cNvPr id="179" name="Freeform 179"/>
            <p:cNvSpPr/>
            <p:nvPr/>
          </p:nvSpPr>
          <p:spPr>
            <a:xfrm>
              <a:off x="2174558" y="4668202"/>
              <a:ext cx="54292" cy="100965"/>
            </a:xfrm>
            <a:custGeom>
              <a:avLst/>
              <a:gdLst/>
              <a:ahLst/>
              <a:cxnLst/>
              <a:rect l="l" t="t" r="r" b="b"/>
              <a:pathLst>
                <a:path w="54292" h="100965">
                  <a:moveTo>
                    <a:pt x="0" y="100965"/>
                  </a:moveTo>
                  <a:lnTo>
                    <a:pt x="54292" y="0"/>
                  </a:lnTo>
                </a:path>
              </a:pathLst>
            </a:custGeom>
            <a:noFill/>
            <a:ln w="30099">
              <a:solidFill>
                <a:srgbClr val="D10000"/>
              </a:solidFill>
            </a:ln>
          </p:spPr>
        </p:sp>
        <p:sp>
          <p:nvSpPr>
            <p:cNvPr id="180" name="Freeform 180"/>
            <p:cNvSpPr/>
            <p:nvPr/>
          </p:nvSpPr>
          <p:spPr>
            <a:xfrm>
              <a:off x="2175510" y="4668202"/>
              <a:ext cx="54292" cy="101917"/>
            </a:xfrm>
            <a:custGeom>
              <a:avLst/>
              <a:gdLst/>
              <a:ahLst/>
              <a:cxnLst/>
              <a:rect l="l" t="t" r="r" b="b"/>
              <a:pathLst>
                <a:path w="54292" h="101917">
                  <a:moveTo>
                    <a:pt x="0" y="101917"/>
                  </a:moveTo>
                  <a:lnTo>
                    <a:pt x="54292" y="0"/>
                  </a:lnTo>
                </a:path>
              </a:pathLst>
            </a:custGeom>
            <a:noFill/>
            <a:ln w="30099">
              <a:solidFill>
                <a:srgbClr val="CE0000"/>
              </a:solidFill>
            </a:ln>
          </p:spPr>
        </p:sp>
        <p:sp>
          <p:nvSpPr>
            <p:cNvPr id="181" name="Freeform 181"/>
            <p:cNvSpPr/>
            <p:nvPr/>
          </p:nvSpPr>
          <p:spPr>
            <a:xfrm>
              <a:off x="2176462" y="4669155"/>
              <a:ext cx="55245" cy="100965"/>
            </a:xfrm>
            <a:custGeom>
              <a:avLst/>
              <a:gdLst/>
              <a:ahLst/>
              <a:cxnLst/>
              <a:rect l="l" t="t" r="r" b="b"/>
              <a:pathLst>
                <a:path w="55245" h="100965">
                  <a:moveTo>
                    <a:pt x="0" y="100965"/>
                  </a:moveTo>
                  <a:lnTo>
                    <a:pt x="55245" y="0"/>
                  </a:lnTo>
                </a:path>
              </a:pathLst>
            </a:custGeom>
            <a:noFill/>
            <a:ln w="30099">
              <a:solidFill>
                <a:srgbClr val="CA0000"/>
              </a:solidFill>
            </a:ln>
          </p:spPr>
        </p:sp>
        <p:sp>
          <p:nvSpPr>
            <p:cNvPr id="182" name="Freeform 182"/>
            <p:cNvSpPr/>
            <p:nvPr/>
          </p:nvSpPr>
          <p:spPr>
            <a:xfrm>
              <a:off x="2178368" y="4670108"/>
              <a:ext cx="54293" cy="100965"/>
            </a:xfrm>
            <a:custGeom>
              <a:avLst/>
              <a:gdLst/>
              <a:ahLst/>
              <a:cxnLst/>
              <a:rect l="l" t="t" r="r" b="b"/>
              <a:pathLst>
                <a:path w="54293" h="100965">
                  <a:moveTo>
                    <a:pt x="0" y="100965"/>
                  </a:moveTo>
                  <a:lnTo>
                    <a:pt x="54293" y="0"/>
                  </a:lnTo>
                </a:path>
              </a:pathLst>
            </a:custGeom>
            <a:noFill/>
            <a:ln w="30099">
              <a:solidFill>
                <a:srgbClr val="C60000"/>
              </a:solidFill>
            </a:ln>
          </p:spPr>
        </p:sp>
        <p:sp>
          <p:nvSpPr>
            <p:cNvPr id="183" name="Freeform 183"/>
            <p:cNvSpPr/>
            <p:nvPr/>
          </p:nvSpPr>
          <p:spPr>
            <a:xfrm>
              <a:off x="2179320" y="4670108"/>
              <a:ext cx="54292" cy="101917"/>
            </a:xfrm>
            <a:custGeom>
              <a:avLst/>
              <a:gdLst/>
              <a:ahLst/>
              <a:cxnLst/>
              <a:rect l="l" t="t" r="r" b="b"/>
              <a:pathLst>
                <a:path w="54292" h="101917">
                  <a:moveTo>
                    <a:pt x="0" y="101917"/>
                  </a:moveTo>
                  <a:lnTo>
                    <a:pt x="54292" y="0"/>
                  </a:lnTo>
                </a:path>
              </a:pathLst>
            </a:custGeom>
            <a:noFill/>
            <a:ln w="30099">
              <a:solidFill>
                <a:srgbClr val="C20000"/>
              </a:solidFill>
            </a:ln>
          </p:spPr>
        </p:sp>
        <p:sp>
          <p:nvSpPr>
            <p:cNvPr id="184" name="Freeform 184"/>
            <p:cNvSpPr/>
            <p:nvPr/>
          </p:nvSpPr>
          <p:spPr>
            <a:xfrm>
              <a:off x="2181225" y="4671060"/>
              <a:ext cx="54292" cy="100965"/>
            </a:xfrm>
            <a:custGeom>
              <a:avLst/>
              <a:gdLst/>
              <a:ahLst/>
              <a:cxnLst/>
              <a:rect l="l" t="t" r="r" b="b"/>
              <a:pathLst>
                <a:path w="54292" h="100965">
                  <a:moveTo>
                    <a:pt x="0" y="100965"/>
                  </a:moveTo>
                  <a:lnTo>
                    <a:pt x="54292" y="0"/>
                  </a:lnTo>
                </a:path>
              </a:pathLst>
            </a:custGeom>
            <a:noFill/>
            <a:ln w="30099">
              <a:solidFill>
                <a:srgbClr val="BE0000"/>
              </a:solidFill>
            </a:ln>
          </p:spPr>
        </p:sp>
        <p:sp>
          <p:nvSpPr>
            <p:cNvPr id="185" name="Freeform 185"/>
            <p:cNvSpPr/>
            <p:nvPr/>
          </p:nvSpPr>
          <p:spPr>
            <a:xfrm>
              <a:off x="2182178" y="4672012"/>
              <a:ext cx="54293" cy="100965"/>
            </a:xfrm>
            <a:custGeom>
              <a:avLst/>
              <a:gdLst/>
              <a:ahLst/>
              <a:cxnLst/>
              <a:rect l="l" t="t" r="r" b="b"/>
              <a:pathLst>
                <a:path w="54293" h="100965">
                  <a:moveTo>
                    <a:pt x="0" y="100965"/>
                  </a:moveTo>
                  <a:lnTo>
                    <a:pt x="54293" y="0"/>
                  </a:lnTo>
                </a:path>
              </a:pathLst>
            </a:custGeom>
            <a:noFill/>
            <a:ln w="30099">
              <a:solidFill>
                <a:srgbClr val="BA0000"/>
              </a:solidFill>
            </a:ln>
          </p:spPr>
        </p:sp>
        <p:sp>
          <p:nvSpPr>
            <p:cNvPr id="186" name="Freeform 186"/>
            <p:cNvSpPr/>
            <p:nvPr/>
          </p:nvSpPr>
          <p:spPr>
            <a:xfrm>
              <a:off x="2183130" y="4672965"/>
              <a:ext cx="55245" cy="100965"/>
            </a:xfrm>
            <a:custGeom>
              <a:avLst/>
              <a:gdLst/>
              <a:ahLst/>
              <a:cxnLst/>
              <a:rect l="l" t="t" r="r" b="b"/>
              <a:pathLst>
                <a:path w="55245" h="100965">
                  <a:moveTo>
                    <a:pt x="0" y="100965"/>
                  </a:moveTo>
                  <a:lnTo>
                    <a:pt x="55245" y="0"/>
                  </a:lnTo>
                </a:path>
              </a:pathLst>
            </a:custGeom>
            <a:noFill/>
            <a:ln w="30099">
              <a:solidFill>
                <a:srgbClr val="B70000"/>
              </a:solidFill>
            </a:ln>
          </p:spPr>
        </p:sp>
        <p:sp>
          <p:nvSpPr>
            <p:cNvPr id="187" name="Freeform 187"/>
            <p:cNvSpPr/>
            <p:nvPr/>
          </p:nvSpPr>
          <p:spPr>
            <a:xfrm>
              <a:off x="2184082" y="4673918"/>
              <a:ext cx="55245" cy="100012"/>
            </a:xfrm>
            <a:custGeom>
              <a:avLst/>
              <a:gdLst/>
              <a:ahLst/>
              <a:cxnLst/>
              <a:rect l="l" t="t" r="r" b="b"/>
              <a:pathLst>
                <a:path w="55245" h="100012">
                  <a:moveTo>
                    <a:pt x="0" y="100012"/>
                  </a:moveTo>
                  <a:lnTo>
                    <a:pt x="55245" y="0"/>
                  </a:lnTo>
                </a:path>
              </a:pathLst>
            </a:custGeom>
            <a:noFill/>
            <a:ln w="30099">
              <a:solidFill>
                <a:srgbClr val="B30000"/>
              </a:solidFill>
            </a:ln>
          </p:spPr>
        </p:sp>
        <p:sp>
          <p:nvSpPr>
            <p:cNvPr id="188" name="Freeform 188"/>
            <p:cNvSpPr/>
            <p:nvPr/>
          </p:nvSpPr>
          <p:spPr>
            <a:xfrm>
              <a:off x="2185035" y="4673918"/>
              <a:ext cx="56198" cy="100965"/>
            </a:xfrm>
            <a:custGeom>
              <a:avLst/>
              <a:gdLst/>
              <a:ahLst/>
              <a:cxnLst/>
              <a:rect l="l" t="t" r="r" b="b"/>
              <a:pathLst>
                <a:path w="56198" h="100965">
                  <a:moveTo>
                    <a:pt x="0" y="100965"/>
                  </a:moveTo>
                  <a:lnTo>
                    <a:pt x="56198" y="0"/>
                  </a:lnTo>
                </a:path>
              </a:pathLst>
            </a:custGeom>
            <a:noFill/>
            <a:ln w="30099">
              <a:solidFill>
                <a:srgbClr val="AF0000"/>
              </a:solidFill>
            </a:ln>
          </p:spPr>
        </p:sp>
        <p:sp>
          <p:nvSpPr>
            <p:cNvPr id="189" name="Freeform 189"/>
            <p:cNvSpPr/>
            <p:nvPr/>
          </p:nvSpPr>
          <p:spPr>
            <a:xfrm>
              <a:off x="2186940" y="4674870"/>
              <a:ext cx="55245" cy="100965"/>
            </a:xfrm>
            <a:custGeom>
              <a:avLst/>
              <a:gdLst/>
              <a:ahLst/>
              <a:cxnLst/>
              <a:rect l="l" t="t" r="r" b="b"/>
              <a:pathLst>
                <a:path w="55245" h="100965">
                  <a:moveTo>
                    <a:pt x="0" y="100965"/>
                  </a:moveTo>
                  <a:lnTo>
                    <a:pt x="55245" y="0"/>
                  </a:lnTo>
                </a:path>
              </a:pathLst>
            </a:custGeom>
            <a:noFill/>
            <a:ln w="30099">
              <a:solidFill>
                <a:srgbClr val="AB0000"/>
              </a:solidFill>
            </a:ln>
          </p:spPr>
        </p:sp>
        <p:sp>
          <p:nvSpPr>
            <p:cNvPr id="190" name="Freeform 190"/>
            <p:cNvSpPr/>
            <p:nvPr/>
          </p:nvSpPr>
          <p:spPr>
            <a:xfrm>
              <a:off x="2187892" y="4675822"/>
              <a:ext cx="56198" cy="100965"/>
            </a:xfrm>
            <a:custGeom>
              <a:avLst/>
              <a:gdLst/>
              <a:ahLst/>
              <a:cxnLst/>
              <a:rect l="l" t="t" r="r" b="b"/>
              <a:pathLst>
                <a:path w="56198" h="100965">
                  <a:moveTo>
                    <a:pt x="0" y="100965"/>
                  </a:moveTo>
                  <a:lnTo>
                    <a:pt x="56198" y="0"/>
                  </a:lnTo>
                </a:path>
              </a:pathLst>
            </a:custGeom>
            <a:noFill/>
            <a:ln w="30099">
              <a:solidFill>
                <a:srgbClr val="A70000"/>
              </a:solidFill>
            </a:ln>
          </p:spPr>
        </p:sp>
        <p:sp>
          <p:nvSpPr>
            <p:cNvPr id="191" name="Freeform 191"/>
            <p:cNvSpPr/>
            <p:nvPr/>
          </p:nvSpPr>
          <p:spPr>
            <a:xfrm>
              <a:off x="2188845" y="4676775"/>
              <a:ext cx="56197" cy="100012"/>
            </a:xfrm>
            <a:custGeom>
              <a:avLst/>
              <a:gdLst/>
              <a:ahLst/>
              <a:cxnLst/>
              <a:rect l="l" t="t" r="r" b="b"/>
              <a:pathLst>
                <a:path w="56197" h="100012">
                  <a:moveTo>
                    <a:pt x="0" y="100012"/>
                  </a:moveTo>
                  <a:lnTo>
                    <a:pt x="56197" y="0"/>
                  </a:lnTo>
                </a:path>
              </a:pathLst>
            </a:custGeom>
            <a:noFill/>
            <a:ln w="30099">
              <a:solidFill>
                <a:srgbClr val="A30000"/>
              </a:solidFill>
            </a:ln>
          </p:spPr>
        </p:sp>
        <p:sp>
          <p:nvSpPr>
            <p:cNvPr id="192" name="Freeform 192"/>
            <p:cNvSpPr/>
            <p:nvPr/>
          </p:nvSpPr>
          <p:spPr>
            <a:xfrm>
              <a:off x="2189798" y="4677728"/>
              <a:ext cx="56198" cy="100012"/>
            </a:xfrm>
            <a:custGeom>
              <a:avLst/>
              <a:gdLst/>
              <a:ahLst/>
              <a:cxnLst/>
              <a:rect l="l" t="t" r="r" b="b"/>
              <a:pathLst>
                <a:path w="56198" h="100012">
                  <a:moveTo>
                    <a:pt x="0" y="100012"/>
                  </a:moveTo>
                  <a:lnTo>
                    <a:pt x="56198" y="0"/>
                  </a:lnTo>
                </a:path>
              </a:pathLst>
            </a:custGeom>
            <a:noFill/>
            <a:ln w="30099">
              <a:solidFill>
                <a:srgbClr val="9F0000"/>
              </a:solidFill>
            </a:ln>
          </p:spPr>
        </p:sp>
        <p:sp>
          <p:nvSpPr>
            <p:cNvPr id="193" name="Freeform 193"/>
            <p:cNvSpPr/>
            <p:nvPr/>
          </p:nvSpPr>
          <p:spPr>
            <a:xfrm>
              <a:off x="2190750" y="4677728"/>
              <a:ext cx="57150" cy="100965"/>
            </a:xfrm>
            <a:custGeom>
              <a:avLst/>
              <a:gdLst/>
              <a:ahLst/>
              <a:cxnLst/>
              <a:rect l="l" t="t" r="r" b="b"/>
              <a:pathLst>
                <a:path w="57150" h="100965">
                  <a:moveTo>
                    <a:pt x="0" y="100965"/>
                  </a:moveTo>
                  <a:lnTo>
                    <a:pt x="57150" y="0"/>
                  </a:lnTo>
                </a:path>
              </a:pathLst>
            </a:custGeom>
            <a:noFill/>
            <a:ln w="30099">
              <a:solidFill>
                <a:srgbClr val="9B0000"/>
              </a:solidFill>
            </a:ln>
          </p:spPr>
        </p:sp>
        <p:sp>
          <p:nvSpPr>
            <p:cNvPr id="194" name="Freeform 194"/>
            <p:cNvSpPr/>
            <p:nvPr/>
          </p:nvSpPr>
          <p:spPr>
            <a:xfrm>
              <a:off x="2192655" y="4678680"/>
              <a:ext cx="56198" cy="100012"/>
            </a:xfrm>
            <a:custGeom>
              <a:avLst/>
              <a:gdLst/>
              <a:ahLst/>
              <a:cxnLst/>
              <a:rect l="l" t="t" r="r" b="b"/>
              <a:pathLst>
                <a:path w="56198" h="100012">
                  <a:moveTo>
                    <a:pt x="0" y="100012"/>
                  </a:moveTo>
                  <a:lnTo>
                    <a:pt x="56198" y="0"/>
                  </a:lnTo>
                </a:path>
              </a:pathLst>
            </a:custGeom>
            <a:noFill/>
            <a:ln w="30099">
              <a:solidFill>
                <a:srgbClr val="970000"/>
              </a:solidFill>
            </a:ln>
          </p:spPr>
        </p:sp>
        <p:sp>
          <p:nvSpPr>
            <p:cNvPr id="195" name="Freeform 195"/>
            <p:cNvSpPr/>
            <p:nvPr/>
          </p:nvSpPr>
          <p:spPr>
            <a:xfrm>
              <a:off x="2193608" y="4679632"/>
              <a:ext cx="56197" cy="100012"/>
            </a:xfrm>
            <a:custGeom>
              <a:avLst/>
              <a:gdLst/>
              <a:ahLst/>
              <a:cxnLst/>
              <a:rect l="l" t="t" r="r" b="b"/>
              <a:pathLst>
                <a:path w="56197" h="100012">
                  <a:moveTo>
                    <a:pt x="0" y="100012"/>
                  </a:moveTo>
                  <a:lnTo>
                    <a:pt x="56197" y="0"/>
                  </a:lnTo>
                </a:path>
              </a:pathLst>
            </a:custGeom>
            <a:noFill/>
            <a:ln w="30099">
              <a:solidFill>
                <a:srgbClr val="930000"/>
              </a:solidFill>
            </a:ln>
          </p:spPr>
        </p:sp>
        <p:sp>
          <p:nvSpPr>
            <p:cNvPr id="196" name="Freeform 196"/>
            <p:cNvSpPr/>
            <p:nvPr/>
          </p:nvSpPr>
          <p:spPr>
            <a:xfrm>
              <a:off x="2194560" y="4680585"/>
              <a:ext cx="57150" cy="100012"/>
            </a:xfrm>
            <a:custGeom>
              <a:avLst/>
              <a:gdLst/>
              <a:ahLst/>
              <a:cxnLst/>
              <a:rect l="l" t="t" r="r" b="b"/>
              <a:pathLst>
                <a:path w="57150" h="100012">
                  <a:moveTo>
                    <a:pt x="0" y="100012"/>
                  </a:moveTo>
                  <a:lnTo>
                    <a:pt x="57150" y="0"/>
                  </a:lnTo>
                </a:path>
              </a:pathLst>
            </a:custGeom>
            <a:noFill/>
            <a:ln w="30099">
              <a:solidFill>
                <a:srgbClr val="8F0000"/>
              </a:solidFill>
            </a:ln>
          </p:spPr>
        </p:sp>
        <p:sp>
          <p:nvSpPr>
            <p:cNvPr id="197" name="Freeform 197"/>
            <p:cNvSpPr/>
            <p:nvPr/>
          </p:nvSpPr>
          <p:spPr>
            <a:xfrm>
              <a:off x="2504122" y="4231958"/>
              <a:ext cx="60008" cy="98108"/>
            </a:xfrm>
            <a:custGeom>
              <a:avLst/>
              <a:gdLst/>
              <a:ahLst/>
              <a:cxnLst/>
              <a:rect l="l" t="t" r="r" b="b"/>
              <a:pathLst>
                <a:path w="60008" h="98108">
                  <a:moveTo>
                    <a:pt x="0" y="98108"/>
                  </a:moveTo>
                  <a:lnTo>
                    <a:pt x="60008" y="0"/>
                  </a:lnTo>
                </a:path>
              </a:pathLst>
            </a:custGeom>
            <a:noFill/>
            <a:ln w="33338">
              <a:solidFill>
                <a:srgbClr val="8300B9"/>
              </a:solidFill>
            </a:ln>
          </p:spPr>
        </p:sp>
        <p:sp>
          <p:nvSpPr>
            <p:cNvPr id="198" name="Freeform 198"/>
            <p:cNvSpPr/>
            <p:nvPr/>
          </p:nvSpPr>
          <p:spPr>
            <a:xfrm>
              <a:off x="2507932" y="4234815"/>
              <a:ext cx="60008" cy="98107"/>
            </a:xfrm>
            <a:custGeom>
              <a:avLst/>
              <a:gdLst/>
              <a:ahLst/>
              <a:cxnLst/>
              <a:rect l="l" t="t" r="r" b="b"/>
              <a:pathLst>
                <a:path w="60008" h="98107">
                  <a:moveTo>
                    <a:pt x="0" y="98107"/>
                  </a:moveTo>
                  <a:lnTo>
                    <a:pt x="60008" y="0"/>
                  </a:lnTo>
                </a:path>
              </a:pathLst>
            </a:custGeom>
            <a:noFill/>
            <a:ln w="33338">
              <a:solidFill>
                <a:srgbClr val="8300C0"/>
              </a:solidFill>
            </a:ln>
          </p:spPr>
        </p:sp>
        <p:sp>
          <p:nvSpPr>
            <p:cNvPr id="199" name="Freeform 199"/>
            <p:cNvSpPr/>
            <p:nvPr/>
          </p:nvSpPr>
          <p:spPr>
            <a:xfrm>
              <a:off x="2511742" y="4236720"/>
              <a:ext cx="60960" cy="98108"/>
            </a:xfrm>
            <a:custGeom>
              <a:avLst/>
              <a:gdLst/>
              <a:ahLst/>
              <a:cxnLst/>
              <a:rect l="l" t="t" r="r" b="b"/>
              <a:pathLst>
                <a:path w="60960" h="98108">
                  <a:moveTo>
                    <a:pt x="0" y="98108"/>
                  </a:moveTo>
                  <a:lnTo>
                    <a:pt x="60960" y="0"/>
                  </a:lnTo>
                </a:path>
              </a:pathLst>
            </a:custGeom>
            <a:noFill/>
            <a:ln w="33433">
              <a:solidFill>
                <a:srgbClr val="8200C8"/>
              </a:solidFill>
            </a:ln>
          </p:spPr>
        </p:sp>
        <p:sp>
          <p:nvSpPr>
            <p:cNvPr id="200" name="Freeform 200"/>
            <p:cNvSpPr/>
            <p:nvPr/>
          </p:nvSpPr>
          <p:spPr>
            <a:xfrm>
              <a:off x="2515552" y="4239578"/>
              <a:ext cx="60960" cy="98107"/>
            </a:xfrm>
            <a:custGeom>
              <a:avLst/>
              <a:gdLst/>
              <a:ahLst/>
              <a:cxnLst/>
              <a:rect l="l" t="t" r="r" b="b"/>
              <a:pathLst>
                <a:path w="60960" h="98107">
                  <a:moveTo>
                    <a:pt x="0" y="98107"/>
                  </a:moveTo>
                  <a:lnTo>
                    <a:pt x="60960" y="0"/>
                  </a:lnTo>
                </a:path>
              </a:pathLst>
            </a:custGeom>
            <a:noFill/>
            <a:ln w="33433">
              <a:solidFill>
                <a:srgbClr val="8100CF"/>
              </a:solidFill>
            </a:ln>
          </p:spPr>
        </p:sp>
        <p:sp>
          <p:nvSpPr>
            <p:cNvPr id="201" name="Freeform 201"/>
            <p:cNvSpPr/>
            <p:nvPr/>
          </p:nvSpPr>
          <p:spPr>
            <a:xfrm>
              <a:off x="2519362" y="4242435"/>
              <a:ext cx="60960" cy="97155"/>
            </a:xfrm>
            <a:custGeom>
              <a:avLst/>
              <a:gdLst/>
              <a:ahLst/>
              <a:cxnLst/>
              <a:rect l="l" t="t" r="r" b="b"/>
              <a:pathLst>
                <a:path w="60960" h="97155">
                  <a:moveTo>
                    <a:pt x="0" y="97155"/>
                  </a:moveTo>
                  <a:lnTo>
                    <a:pt x="60960" y="0"/>
                  </a:lnTo>
                </a:path>
              </a:pathLst>
            </a:custGeom>
            <a:noFill/>
            <a:ln w="33433">
              <a:solidFill>
                <a:srgbClr val="7F00D7"/>
              </a:solidFill>
            </a:ln>
          </p:spPr>
        </p:sp>
        <p:sp>
          <p:nvSpPr>
            <p:cNvPr id="202" name="Freeform 202"/>
            <p:cNvSpPr/>
            <p:nvPr/>
          </p:nvSpPr>
          <p:spPr>
            <a:xfrm>
              <a:off x="2523172" y="4244340"/>
              <a:ext cx="60960" cy="98107"/>
            </a:xfrm>
            <a:custGeom>
              <a:avLst/>
              <a:gdLst/>
              <a:ahLst/>
              <a:cxnLst/>
              <a:rect l="l" t="t" r="r" b="b"/>
              <a:pathLst>
                <a:path w="60960" h="98107">
                  <a:moveTo>
                    <a:pt x="0" y="98107"/>
                  </a:moveTo>
                  <a:lnTo>
                    <a:pt x="60960" y="0"/>
                  </a:lnTo>
                </a:path>
              </a:pathLst>
            </a:custGeom>
            <a:noFill/>
            <a:ln w="33433">
              <a:solidFill>
                <a:srgbClr val="7C00DE"/>
              </a:solidFill>
            </a:ln>
          </p:spPr>
        </p:sp>
        <p:sp>
          <p:nvSpPr>
            <p:cNvPr id="203" name="Freeform 203"/>
            <p:cNvSpPr/>
            <p:nvPr/>
          </p:nvSpPr>
          <p:spPr>
            <a:xfrm>
              <a:off x="2526982" y="4247198"/>
              <a:ext cx="61912" cy="97155"/>
            </a:xfrm>
            <a:custGeom>
              <a:avLst/>
              <a:gdLst/>
              <a:ahLst/>
              <a:cxnLst/>
              <a:rect l="l" t="t" r="r" b="b"/>
              <a:pathLst>
                <a:path w="61912" h="97155">
                  <a:moveTo>
                    <a:pt x="0" y="97155"/>
                  </a:moveTo>
                  <a:lnTo>
                    <a:pt x="61912" y="0"/>
                  </a:lnTo>
                </a:path>
              </a:pathLst>
            </a:custGeom>
            <a:noFill/>
            <a:ln w="33433">
              <a:solidFill>
                <a:srgbClr val="7900E6"/>
              </a:solidFill>
            </a:ln>
          </p:spPr>
        </p:sp>
        <p:sp>
          <p:nvSpPr>
            <p:cNvPr id="204" name="Freeform 204"/>
            <p:cNvSpPr/>
            <p:nvPr/>
          </p:nvSpPr>
          <p:spPr>
            <a:xfrm>
              <a:off x="2530792" y="4250055"/>
              <a:ext cx="61912" cy="97155"/>
            </a:xfrm>
            <a:custGeom>
              <a:avLst/>
              <a:gdLst/>
              <a:ahLst/>
              <a:cxnLst/>
              <a:rect l="l" t="t" r="r" b="b"/>
              <a:pathLst>
                <a:path w="61912" h="97155">
                  <a:moveTo>
                    <a:pt x="0" y="97155"/>
                  </a:moveTo>
                  <a:lnTo>
                    <a:pt x="61912" y="0"/>
                  </a:lnTo>
                </a:path>
              </a:pathLst>
            </a:custGeom>
            <a:noFill/>
            <a:ln w="33433">
              <a:solidFill>
                <a:srgbClr val="7600ED"/>
              </a:solidFill>
            </a:ln>
          </p:spPr>
        </p:sp>
        <p:sp>
          <p:nvSpPr>
            <p:cNvPr id="205" name="Freeform 205"/>
            <p:cNvSpPr/>
            <p:nvPr/>
          </p:nvSpPr>
          <p:spPr>
            <a:xfrm>
              <a:off x="2534602" y="4252912"/>
              <a:ext cx="61912" cy="96203"/>
            </a:xfrm>
            <a:custGeom>
              <a:avLst/>
              <a:gdLst/>
              <a:ahLst/>
              <a:cxnLst/>
              <a:rect l="l" t="t" r="r" b="b"/>
              <a:pathLst>
                <a:path w="61912" h="96203">
                  <a:moveTo>
                    <a:pt x="0" y="96203"/>
                  </a:moveTo>
                  <a:lnTo>
                    <a:pt x="61912" y="0"/>
                  </a:lnTo>
                </a:path>
              </a:pathLst>
            </a:custGeom>
            <a:noFill/>
            <a:ln w="33433">
              <a:solidFill>
                <a:srgbClr val="7100F4"/>
              </a:solidFill>
            </a:ln>
          </p:spPr>
        </p:sp>
        <p:sp>
          <p:nvSpPr>
            <p:cNvPr id="206" name="Freeform 206"/>
            <p:cNvSpPr/>
            <p:nvPr/>
          </p:nvSpPr>
          <p:spPr>
            <a:xfrm>
              <a:off x="2537460" y="4254818"/>
              <a:ext cx="62865" cy="97155"/>
            </a:xfrm>
            <a:custGeom>
              <a:avLst/>
              <a:gdLst/>
              <a:ahLst/>
              <a:cxnLst/>
              <a:rect l="l" t="t" r="r" b="b"/>
              <a:pathLst>
                <a:path w="62865" h="97155">
                  <a:moveTo>
                    <a:pt x="0" y="97155"/>
                  </a:moveTo>
                  <a:lnTo>
                    <a:pt x="62865" y="0"/>
                  </a:lnTo>
                </a:path>
              </a:pathLst>
            </a:custGeom>
            <a:noFill/>
            <a:ln w="33433">
              <a:solidFill>
                <a:srgbClr val="6D00FB"/>
              </a:solidFill>
            </a:ln>
          </p:spPr>
        </p:sp>
        <p:sp>
          <p:nvSpPr>
            <p:cNvPr id="207" name="Freeform 207"/>
            <p:cNvSpPr/>
            <p:nvPr/>
          </p:nvSpPr>
          <p:spPr>
            <a:xfrm>
              <a:off x="2542222" y="4257675"/>
              <a:ext cx="62865" cy="96203"/>
            </a:xfrm>
            <a:custGeom>
              <a:avLst/>
              <a:gdLst/>
              <a:ahLst/>
              <a:cxnLst/>
              <a:rect l="l" t="t" r="r" b="b"/>
              <a:pathLst>
                <a:path w="62865" h="96203">
                  <a:moveTo>
                    <a:pt x="0" y="96203"/>
                  </a:moveTo>
                  <a:lnTo>
                    <a:pt x="62865" y="0"/>
                  </a:lnTo>
                </a:path>
              </a:pathLst>
            </a:custGeom>
            <a:noFill/>
            <a:ln w="33433">
              <a:solidFill>
                <a:srgbClr val="6600FF"/>
              </a:solidFill>
            </a:ln>
          </p:spPr>
        </p:sp>
        <p:sp>
          <p:nvSpPr>
            <p:cNvPr id="208" name="Freeform 208"/>
            <p:cNvSpPr/>
            <p:nvPr/>
          </p:nvSpPr>
          <p:spPr>
            <a:xfrm>
              <a:off x="2546032" y="4260532"/>
              <a:ext cx="62865" cy="96202"/>
            </a:xfrm>
            <a:custGeom>
              <a:avLst/>
              <a:gdLst/>
              <a:ahLst/>
              <a:cxnLst/>
              <a:rect l="l" t="t" r="r" b="b"/>
              <a:pathLst>
                <a:path w="62865" h="96202">
                  <a:moveTo>
                    <a:pt x="0" y="96202"/>
                  </a:moveTo>
                  <a:lnTo>
                    <a:pt x="62865" y="0"/>
                  </a:lnTo>
                </a:path>
              </a:pathLst>
            </a:custGeom>
            <a:noFill/>
            <a:ln w="33528">
              <a:solidFill>
                <a:srgbClr val="5D00FF"/>
              </a:solidFill>
            </a:ln>
          </p:spPr>
        </p:sp>
        <p:sp>
          <p:nvSpPr>
            <p:cNvPr id="209" name="Freeform 209"/>
            <p:cNvSpPr/>
            <p:nvPr/>
          </p:nvSpPr>
          <p:spPr>
            <a:xfrm>
              <a:off x="2548890" y="4263390"/>
              <a:ext cx="63817" cy="95250"/>
            </a:xfrm>
            <a:custGeom>
              <a:avLst/>
              <a:gdLst/>
              <a:ahLst/>
              <a:cxnLst/>
              <a:rect l="l" t="t" r="r" b="b"/>
              <a:pathLst>
                <a:path w="63817" h="95250">
                  <a:moveTo>
                    <a:pt x="0" y="95250"/>
                  </a:moveTo>
                  <a:lnTo>
                    <a:pt x="63817" y="0"/>
                  </a:lnTo>
                </a:path>
              </a:pathLst>
            </a:custGeom>
            <a:noFill/>
            <a:ln w="33528">
              <a:solidFill>
                <a:srgbClr val="5400FF"/>
              </a:solidFill>
            </a:ln>
          </p:spPr>
        </p:sp>
        <p:sp>
          <p:nvSpPr>
            <p:cNvPr id="210" name="Freeform 210"/>
            <p:cNvSpPr/>
            <p:nvPr/>
          </p:nvSpPr>
          <p:spPr>
            <a:xfrm>
              <a:off x="2552700" y="4265295"/>
              <a:ext cx="63817" cy="96202"/>
            </a:xfrm>
            <a:custGeom>
              <a:avLst/>
              <a:gdLst/>
              <a:ahLst/>
              <a:cxnLst/>
              <a:rect l="l" t="t" r="r" b="b"/>
              <a:pathLst>
                <a:path w="63817" h="96202">
                  <a:moveTo>
                    <a:pt x="0" y="96202"/>
                  </a:moveTo>
                  <a:lnTo>
                    <a:pt x="63817" y="0"/>
                  </a:lnTo>
                </a:path>
              </a:pathLst>
            </a:custGeom>
            <a:noFill/>
            <a:ln w="33528">
              <a:solidFill>
                <a:srgbClr val="4B00FF"/>
              </a:solidFill>
            </a:ln>
          </p:spPr>
        </p:sp>
        <p:sp>
          <p:nvSpPr>
            <p:cNvPr id="211" name="Freeform 211"/>
            <p:cNvSpPr/>
            <p:nvPr/>
          </p:nvSpPr>
          <p:spPr>
            <a:xfrm>
              <a:off x="2556510" y="4268152"/>
              <a:ext cx="64770" cy="96202"/>
            </a:xfrm>
            <a:custGeom>
              <a:avLst/>
              <a:gdLst/>
              <a:ahLst/>
              <a:cxnLst/>
              <a:rect l="l" t="t" r="r" b="b"/>
              <a:pathLst>
                <a:path w="64770" h="96202">
                  <a:moveTo>
                    <a:pt x="0" y="96202"/>
                  </a:moveTo>
                  <a:lnTo>
                    <a:pt x="64770" y="0"/>
                  </a:lnTo>
                </a:path>
              </a:pathLst>
            </a:custGeom>
            <a:noFill/>
            <a:ln w="33528">
              <a:solidFill>
                <a:srgbClr val="4200FF"/>
              </a:solidFill>
            </a:ln>
          </p:spPr>
        </p:sp>
        <p:sp>
          <p:nvSpPr>
            <p:cNvPr id="212" name="Freeform 212"/>
            <p:cNvSpPr/>
            <p:nvPr/>
          </p:nvSpPr>
          <p:spPr>
            <a:xfrm>
              <a:off x="2561272" y="4271010"/>
              <a:ext cx="63818" cy="95250"/>
            </a:xfrm>
            <a:custGeom>
              <a:avLst/>
              <a:gdLst/>
              <a:ahLst/>
              <a:cxnLst/>
              <a:rect l="l" t="t" r="r" b="b"/>
              <a:pathLst>
                <a:path w="63818" h="95250">
                  <a:moveTo>
                    <a:pt x="0" y="95250"/>
                  </a:moveTo>
                  <a:lnTo>
                    <a:pt x="63818" y="0"/>
                  </a:lnTo>
                </a:path>
              </a:pathLst>
            </a:custGeom>
            <a:noFill/>
            <a:ln w="33528">
              <a:solidFill>
                <a:srgbClr val="3800FF"/>
              </a:solidFill>
            </a:ln>
          </p:spPr>
        </p:sp>
        <p:sp>
          <p:nvSpPr>
            <p:cNvPr id="213" name="Freeform 213"/>
            <p:cNvSpPr/>
            <p:nvPr/>
          </p:nvSpPr>
          <p:spPr>
            <a:xfrm>
              <a:off x="2564130" y="4273868"/>
              <a:ext cx="64770" cy="95250"/>
            </a:xfrm>
            <a:custGeom>
              <a:avLst/>
              <a:gdLst/>
              <a:ahLst/>
              <a:cxnLst/>
              <a:rect l="l" t="t" r="r" b="b"/>
              <a:pathLst>
                <a:path w="64770" h="95250">
                  <a:moveTo>
                    <a:pt x="0" y="95250"/>
                  </a:moveTo>
                  <a:lnTo>
                    <a:pt x="64770" y="0"/>
                  </a:lnTo>
                </a:path>
              </a:pathLst>
            </a:custGeom>
            <a:noFill/>
            <a:ln w="33528">
              <a:solidFill>
                <a:srgbClr val="2E00FF"/>
              </a:solidFill>
            </a:ln>
          </p:spPr>
        </p:sp>
        <p:sp>
          <p:nvSpPr>
            <p:cNvPr id="214" name="Freeform 214"/>
            <p:cNvSpPr/>
            <p:nvPr/>
          </p:nvSpPr>
          <p:spPr>
            <a:xfrm>
              <a:off x="2567940" y="4276725"/>
              <a:ext cx="65722" cy="95250"/>
            </a:xfrm>
            <a:custGeom>
              <a:avLst/>
              <a:gdLst/>
              <a:ahLst/>
              <a:cxnLst/>
              <a:rect l="l" t="t" r="r" b="b"/>
              <a:pathLst>
                <a:path w="65722" h="95250">
                  <a:moveTo>
                    <a:pt x="0" y="95250"/>
                  </a:moveTo>
                  <a:lnTo>
                    <a:pt x="65722" y="0"/>
                  </a:lnTo>
                </a:path>
              </a:pathLst>
            </a:custGeom>
            <a:noFill/>
            <a:ln w="33528">
              <a:solidFill>
                <a:srgbClr val="2300FF"/>
              </a:solidFill>
            </a:ln>
          </p:spPr>
        </p:sp>
        <p:sp>
          <p:nvSpPr>
            <p:cNvPr id="215" name="Freeform 215"/>
            <p:cNvSpPr/>
            <p:nvPr/>
          </p:nvSpPr>
          <p:spPr>
            <a:xfrm>
              <a:off x="2571750" y="4279582"/>
              <a:ext cx="65722" cy="95250"/>
            </a:xfrm>
            <a:custGeom>
              <a:avLst/>
              <a:gdLst/>
              <a:ahLst/>
              <a:cxnLst/>
              <a:rect l="l" t="t" r="r" b="b"/>
              <a:pathLst>
                <a:path w="65722" h="95250">
                  <a:moveTo>
                    <a:pt x="0" y="95250"/>
                  </a:moveTo>
                  <a:lnTo>
                    <a:pt x="65722" y="0"/>
                  </a:lnTo>
                </a:path>
              </a:pathLst>
            </a:custGeom>
            <a:noFill/>
            <a:ln w="33528">
              <a:solidFill>
                <a:srgbClr val="1700FF"/>
              </a:solidFill>
            </a:ln>
          </p:spPr>
        </p:sp>
        <p:sp>
          <p:nvSpPr>
            <p:cNvPr id="216" name="Freeform 216"/>
            <p:cNvSpPr/>
            <p:nvPr/>
          </p:nvSpPr>
          <p:spPr>
            <a:xfrm>
              <a:off x="2575560" y="4282440"/>
              <a:ext cx="65723" cy="94297"/>
            </a:xfrm>
            <a:custGeom>
              <a:avLst/>
              <a:gdLst/>
              <a:ahLst/>
              <a:cxnLst/>
              <a:rect l="l" t="t" r="r" b="b"/>
              <a:pathLst>
                <a:path w="65723" h="94297">
                  <a:moveTo>
                    <a:pt x="0" y="94297"/>
                  </a:moveTo>
                  <a:lnTo>
                    <a:pt x="65723" y="0"/>
                  </a:lnTo>
                </a:path>
              </a:pathLst>
            </a:custGeom>
            <a:noFill/>
            <a:ln w="33528">
              <a:solidFill>
                <a:srgbClr val="0A00FF"/>
              </a:solidFill>
            </a:ln>
          </p:spPr>
        </p:sp>
        <p:sp>
          <p:nvSpPr>
            <p:cNvPr id="217" name="Freeform 217"/>
            <p:cNvSpPr/>
            <p:nvPr/>
          </p:nvSpPr>
          <p:spPr>
            <a:xfrm>
              <a:off x="2579370" y="4285298"/>
              <a:ext cx="65722" cy="94298"/>
            </a:xfrm>
            <a:custGeom>
              <a:avLst/>
              <a:gdLst/>
              <a:ahLst/>
              <a:cxnLst/>
              <a:rect l="l" t="t" r="r" b="b"/>
              <a:pathLst>
                <a:path w="65722" h="94298">
                  <a:moveTo>
                    <a:pt x="0" y="94298"/>
                  </a:moveTo>
                  <a:lnTo>
                    <a:pt x="65722" y="0"/>
                  </a:lnTo>
                </a:path>
              </a:pathLst>
            </a:custGeom>
            <a:noFill/>
            <a:ln w="33528">
              <a:solidFill>
                <a:srgbClr val="000BFF"/>
              </a:solidFill>
            </a:ln>
          </p:spPr>
        </p:sp>
        <p:sp>
          <p:nvSpPr>
            <p:cNvPr id="218" name="Freeform 218"/>
            <p:cNvSpPr/>
            <p:nvPr/>
          </p:nvSpPr>
          <p:spPr>
            <a:xfrm>
              <a:off x="2583180" y="4288155"/>
              <a:ext cx="66675" cy="94298"/>
            </a:xfrm>
            <a:custGeom>
              <a:avLst/>
              <a:gdLst/>
              <a:ahLst/>
              <a:cxnLst/>
              <a:rect l="l" t="t" r="r" b="b"/>
              <a:pathLst>
                <a:path w="66675" h="94298">
                  <a:moveTo>
                    <a:pt x="0" y="94298"/>
                  </a:moveTo>
                  <a:lnTo>
                    <a:pt x="66675" y="0"/>
                  </a:lnTo>
                </a:path>
              </a:pathLst>
            </a:custGeom>
            <a:noFill/>
            <a:ln w="33623">
              <a:solidFill>
                <a:srgbClr val="001BFF"/>
              </a:solidFill>
            </a:ln>
          </p:spPr>
        </p:sp>
        <p:sp>
          <p:nvSpPr>
            <p:cNvPr id="219" name="Freeform 219"/>
            <p:cNvSpPr/>
            <p:nvPr/>
          </p:nvSpPr>
          <p:spPr>
            <a:xfrm>
              <a:off x="2586990" y="4291012"/>
              <a:ext cx="66675" cy="94297"/>
            </a:xfrm>
            <a:custGeom>
              <a:avLst/>
              <a:gdLst/>
              <a:ahLst/>
              <a:cxnLst/>
              <a:rect l="l" t="t" r="r" b="b"/>
              <a:pathLst>
                <a:path w="66675" h="94297">
                  <a:moveTo>
                    <a:pt x="0" y="94297"/>
                  </a:moveTo>
                  <a:lnTo>
                    <a:pt x="66675" y="0"/>
                  </a:lnTo>
                </a:path>
              </a:pathLst>
            </a:custGeom>
            <a:noFill/>
            <a:ln w="33623">
              <a:solidFill>
                <a:srgbClr val="0028FF"/>
              </a:solidFill>
            </a:ln>
          </p:spPr>
        </p:sp>
        <p:sp>
          <p:nvSpPr>
            <p:cNvPr id="220" name="Freeform 220"/>
            <p:cNvSpPr/>
            <p:nvPr/>
          </p:nvSpPr>
          <p:spPr>
            <a:xfrm>
              <a:off x="2590800" y="4293870"/>
              <a:ext cx="66675" cy="93345"/>
            </a:xfrm>
            <a:custGeom>
              <a:avLst/>
              <a:gdLst/>
              <a:ahLst/>
              <a:cxnLst/>
              <a:rect l="l" t="t" r="r" b="b"/>
              <a:pathLst>
                <a:path w="66675" h="93345">
                  <a:moveTo>
                    <a:pt x="0" y="93345"/>
                  </a:moveTo>
                  <a:lnTo>
                    <a:pt x="66675" y="0"/>
                  </a:lnTo>
                </a:path>
              </a:pathLst>
            </a:custGeom>
            <a:noFill/>
            <a:ln w="33623">
              <a:solidFill>
                <a:srgbClr val="0035FF"/>
              </a:solidFill>
            </a:ln>
          </p:spPr>
        </p:sp>
        <p:sp>
          <p:nvSpPr>
            <p:cNvPr id="221" name="Freeform 221"/>
            <p:cNvSpPr/>
            <p:nvPr/>
          </p:nvSpPr>
          <p:spPr>
            <a:xfrm>
              <a:off x="2594610" y="4296728"/>
              <a:ext cx="67628" cy="93345"/>
            </a:xfrm>
            <a:custGeom>
              <a:avLst/>
              <a:gdLst/>
              <a:ahLst/>
              <a:cxnLst/>
              <a:rect l="l" t="t" r="r" b="b"/>
              <a:pathLst>
                <a:path w="67628" h="93345">
                  <a:moveTo>
                    <a:pt x="0" y="93345"/>
                  </a:moveTo>
                  <a:lnTo>
                    <a:pt x="67628" y="0"/>
                  </a:lnTo>
                </a:path>
              </a:pathLst>
            </a:custGeom>
            <a:noFill/>
            <a:ln w="33623">
              <a:solidFill>
                <a:srgbClr val="0041FF"/>
              </a:solidFill>
            </a:ln>
          </p:spPr>
        </p:sp>
        <p:sp>
          <p:nvSpPr>
            <p:cNvPr id="222" name="Freeform 222"/>
            <p:cNvSpPr/>
            <p:nvPr/>
          </p:nvSpPr>
          <p:spPr>
            <a:xfrm>
              <a:off x="2598420" y="4299585"/>
              <a:ext cx="67627" cy="93345"/>
            </a:xfrm>
            <a:custGeom>
              <a:avLst/>
              <a:gdLst/>
              <a:ahLst/>
              <a:cxnLst/>
              <a:rect l="l" t="t" r="r" b="b"/>
              <a:pathLst>
                <a:path w="67627" h="93345">
                  <a:moveTo>
                    <a:pt x="0" y="93345"/>
                  </a:moveTo>
                  <a:lnTo>
                    <a:pt x="67627" y="0"/>
                  </a:lnTo>
                </a:path>
              </a:pathLst>
            </a:custGeom>
            <a:noFill/>
            <a:ln w="33623">
              <a:solidFill>
                <a:srgbClr val="004CFF"/>
              </a:solidFill>
            </a:ln>
          </p:spPr>
        </p:sp>
        <p:sp>
          <p:nvSpPr>
            <p:cNvPr id="223" name="Freeform 223"/>
            <p:cNvSpPr/>
            <p:nvPr/>
          </p:nvSpPr>
          <p:spPr>
            <a:xfrm>
              <a:off x="2602230" y="4302442"/>
              <a:ext cx="67628" cy="93345"/>
            </a:xfrm>
            <a:custGeom>
              <a:avLst/>
              <a:gdLst/>
              <a:ahLst/>
              <a:cxnLst/>
              <a:rect l="l" t="t" r="r" b="b"/>
              <a:pathLst>
                <a:path w="67628" h="93345">
                  <a:moveTo>
                    <a:pt x="0" y="93345"/>
                  </a:moveTo>
                  <a:lnTo>
                    <a:pt x="67628" y="0"/>
                  </a:lnTo>
                </a:path>
              </a:pathLst>
            </a:custGeom>
            <a:noFill/>
            <a:ln w="33623">
              <a:solidFill>
                <a:srgbClr val="0057FF"/>
              </a:solidFill>
            </a:ln>
          </p:spPr>
        </p:sp>
        <p:sp>
          <p:nvSpPr>
            <p:cNvPr id="224" name="Freeform 224"/>
            <p:cNvSpPr/>
            <p:nvPr/>
          </p:nvSpPr>
          <p:spPr>
            <a:xfrm>
              <a:off x="2606040" y="4305300"/>
              <a:ext cx="67627" cy="93345"/>
            </a:xfrm>
            <a:custGeom>
              <a:avLst/>
              <a:gdLst/>
              <a:ahLst/>
              <a:cxnLst/>
              <a:rect l="l" t="t" r="r" b="b"/>
              <a:pathLst>
                <a:path w="67627" h="93345">
                  <a:moveTo>
                    <a:pt x="0" y="93345"/>
                  </a:moveTo>
                  <a:lnTo>
                    <a:pt x="67627" y="0"/>
                  </a:lnTo>
                </a:path>
              </a:pathLst>
            </a:custGeom>
            <a:noFill/>
            <a:ln w="33623">
              <a:solidFill>
                <a:srgbClr val="0061FF"/>
              </a:solidFill>
            </a:ln>
          </p:spPr>
        </p:sp>
        <p:sp>
          <p:nvSpPr>
            <p:cNvPr id="225" name="Freeform 225"/>
            <p:cNvSpPr/>
            <p:nvPr/>
          </p:nvSpPr>
          <p:spPr>
            <a:xfrm>
              <a:off x="2609850" y="4309110"/>
              <a:ext cx="68580" cy="92393"/>
            </a:xfrm>
            <a:custGeom>
              <a:avLst/>
              <a:gdLst/>
              <a:ahLst/>
              <a:cxnLst/>
              <a:rect l="l" t="t" r="r" b="b"/>
              <a:pathLst>
                <a:path w="68580" h="92393">
                  <a:moveTo>
                    <a:pt x="0" y="92393"/>
                  </a:moveTo>
                  <a:lnTo>
                    <a:pt x="68580" y="0"/>
                  </a:lnTo>
                </a:path>
              </a:pathLst>
            </a:custGeom>
            <a:noFill/>
            <a:ln w="33623">
              <a:solidFill>
                <a:srgbClr val="006CFF"/>
              </a:solidFill>
            </a:ln>
          </p:spPr>
        </p:sp>
        <p:sp>
          <p:nvSpPr>
            <p:cNvPr id="226" name="Freeform 226"/>
            <p:cNvSpPr/>
            <p:nvPr/>
          </p:nvSpPr>
          <p:spPr>
            <a:xfrm>
              <a:off x="2613660" y="4311968"/>
              <a:ext cx="68580" cy="92392"/>
            </a:xfrm>
            <a:custGeom>
              <a:avLst/>
              <a:gdLst/>
              <a:ahLst/>
              <a:cxnLst/>
              <a:rect l="l" t="t" r="r" b="b"/>
              <a:pathLst>
                <a:path w="68580" h="92392">
                  <a:moveTo>
                    <a:pt x="0" y="92392"/>
                  </a:moveTo>
                  <a:lnTo>
                    <a:pt x="68580" y="0"/>
                  </a:lnTo>
                </a:path>
              </a:pathLst>
            </a:custGeom>
            <a:noFill/>
            <a:ln w="33718">
              <a:solidFill>
                <a:srgbClr val="0076FF"/>
              </a:solidFill>
            </a:ln>
          </p:spPr>
        </p:sp>
        <p:sp>
          <p:nvSpPr>
            <p:cNvPr id="227" name="Freeform 227"/>
            <p:cNvSpPr/>
            <p:nvPr/>
          </p:nvSpPr>
          <p:spPr>
            <a:xfrm>
              <a:off x="2617470" y="4314825"/>
              <a:ext cx="68580" cy="92392"/>
            </a:xfrm>
            <a:custGeom>
              <a:avLst/>
              <a:gdLst/>
              <a:ahLst/>
              <a:cxnLst/>
              <a:rect l="l" t="t" r="r" b="b"/>
              <a:pathLst>
                <a:path w="68580" h="92392">
                  <a:moveTo>
                    <a:pt x="0" y="92392"/>
                  </a:moveTo>
                  <a:lnTo>
                    <a:pt x="68580" y="0"/>
                  </a:lnTo>
                </a:path>
              </a:pathLst>
            </a:custGeom>
            <a:noFill/>
            <a:ln w="33718">
              <a:solidFill>
                <a:srgbClr val="007FFF"/>
              </a:solidFill>
            </a:ln>
          </p:spPr>
        </p:sp>
        <p:sp>
          <p:nvSpPr>
            <p:cNvPr id="228" name="Freeform 228"/>
            <p:cNvSpPr/>
            <p:nvPr/>
          </p:nvSpPr>
          <p:spPr>
            <a:xfrm>
              <a:off x="2621280" y="4317682"/>
              <a:ext cx="69533" cy="92392"/>
            </a:xfrm>
            <a:custGeom>
              <a:avLst/>
              <a:gdLst/>
              <a:ahLst/>
              <a:cxnLst/>
              <a:rect l="l" t="t" r="r" b="b"/>
              <a:pathLst>
                <a:path w="69533" h="92392">
                  <a:moveTo>
                    <a:pt x="0" y="92392"/>
                  </a:moveTo>
                  <a:lnTo>
                    <a:pt x="69533" y="0"/>
                  </a:lnTo>
                </a:path>
              </a:pathLst>
            </a:custGeom>
            <a:noFill/>
            <a:ln w="33718">
              <a:solidFill>
                <a:srgbClr val="0089FF"/>
              </a:solidFill>
            </a:ln>
          </p:spPr>
        </p:sp>
        <p:sp>
          <p:nvSpPr>
            <p:cNvPr id="229" name="Freeform 229"/>
            <p:cNvSpPr/>
            <p:nvPr/>
          </p:nvSpPr>
          <p:spPr>
            <a:xfrm>
              <a:off x="2625090" y="4320540"/>
              <a:ext cx="69532" cy="92392"/>
            </a:xfrm>
            <a:custGeom>
              <a:avLst/>
              <a:gdLst/>
              <a:ahLst/>
              <a:cxnLst/>
              <a:rect l="l" t="t" r="r" b="b"/>
              <a:pathLst>
                <a:path w="69532" h="92392">
                  <a:moveTo>
                    <a:pt x="0" y="92392"/>
                  </a:moveTo>
                  <a:lnTo>
                    <a:pt x="69532" y="0"/>
                  </a:lnTo>
                </a:path>
              </a:pathLst>
            </a:custGeom>
            <a:noFill/>
            <a:ln w="33718">
              <a:solidFill>
                <a:srgbClr val="0092FF"/>
              </a:solidFill>
            </a:ln>
          </p:spPr>
        </p:sp>
        <p:sp>
          <p:nvSpPr>
            <p:cNvPr id="230" name="Freeform 230"/>
            <p:cNvSpPr/>
            <p:nvPr/>
          </p:nvSpPr>
          <p:spPr>
            <a:xfrm>
              <a:off x="2628900" y="4324350"/>
              <a:ext cx="69533" cy="91440"/>
            </a:xfrm>
            <a:custGeom>
              <a:avLst/>
              <a:gdLst/>
              <a:ahLst/>
              <a:cxnLst/>
              <a:rect l="l" t="t" r="r" b="b"/>
              <a:pathLst>
                <a:path w="69533" h="91440">
                  <a:moveTo>
                    <a:pt x="0" y="91440"/>
                  </a:moveTo>
                  <a:lnTo>
                    <a:pt x="69533" y="0"/>
                  </a:lnTo>
                </a:path>
              </a:pathLst>
            </a:custGeom>
            <a:noFill/>
            <a:ln w="33718">
              <a:solidFill>
                <a:srgbClr val="009CFF"/>
              </a:solidFill>
            </a:ln>
          </p:spPr>
        </p:sp>
        <p:sp>
          <p:nvSpPr>
            <p:cNvPr id="231" name="Freeform 231"/>
            <p:cNvSpPr/>
            <p:nvPr/>
          </p:nvSpPr>
          <p:spPr>
            <a:xfrm>
              <a:off x="2632710" y="4327208"/>
              <a:ext cx="69533" cy="91440"/>
            </a:xfrm>
            <a:custGeom>
              <a:avLst/>
              <a:gdLst/>
              <a:ahLst/>
              <a:cxnLst/>
              <a:rect l="l" t="t" r="r" b="b"/>
              <a:pathLst>
                <a:path w="69533" h="91440">
                  <a:moveTo>
                    <a:pt x="0" y="91440"/>
                  </a:moveTo>
                  <a:lnTo>
                    <a:pt x="69533" y="0"/>
                  </a:lnTo>
                </a:path>
              </a:pathLst>
            </a:custGeom>
            <a:noFill/>
            <a:ln w="33718">
              <a:solidFill>
                <a:srgbClr val="00A5FF"/>
              </a:solidFill>
            </a:ln>
          </p:spPr>
        </p:sp>
        <p:sp>
          <p:nvSpPr>
            <p:cNvPr id="232" name="Freeform 232"/>
            <p:cNvSpPr/>
            <p:nvPr/>
          </p:nvSpPr>
          <p:spPr>
            <a:xfrm>
              <a:off x="2636520" y="4330065"/>
              <a:ext cx="70485" cy="91440"/>
            </a:xfrm>
            <a:custGeom>
              <a:avLst/>
              <a:gdLst/>
              <a:ahLst/>
              <a:cxnLst/>
              <a:rect l="l" t="t" r="r" b="b"/>
              <a:pathLst>
                <a:path w="70485" h="91440">
                  <a:moveTo>
                    <a:pt x="0" y="91440"/>
                  </a:moveTo>
                  <a:lnTo>
                    <a:pt x="70485" y="0"/>
                  </a:lnTo>
                </a:path>
              </a:pathLst>
            </a:custGeom>
            <a:noFill/>
            <a:ln w="33718">
              <a:solidFill>
                <a:srgbClr val="00AEFF"/>
              </a:solidFill>
            </a:ln>
          </p:spPr>
        </p:sp>
        <p:sp>
          <p:nvSpPr>
            <p:cNvPr id="233" name="Freeform 233"/>
            <p:cNvSpPr/>
            <p:nvPr/>
          </p:nvSpPr>
          <p:spPr>
            <a:xfrm>
              <a:off x="2639378" y="4333875"/>
              <a:ext cx="71438" cy="90488"/>
            </a:xfrm>
            <a:custGeom>
              <a:avLst/>
              <a:gdLst/>
              <a:ahLst/>
              <a:cxnLst/>
              <a:rect l="l" t="t" r="r" b="b"/>
              <a:pathLst>
                <a:path w="71438" h="90488">
                  <a:moveTo>
                    <a:pt x="0" y="90488"/>
                  </a:moveTo>
                  <a:lnTo>
                    <a:pt x="71438" y="0"/>
                  </a:lnTo>
                </a:path>
              </a:pathLst>
            </a:custGeom>
            <a:noFill/>
            <a:ln w="33814">
              <a:solidFill>
                <a:srgbClr val="00B7FF"/>
              </a:solidFill>
            </a:ln>
          </p:spPr>
        </p:sp>
        <p:sp>
          <p:nvSpPr>
            <p:cNvPr id="234" name="Freeform 234"/>
            <p:cNvSpPr/>
            <p:nvPr/>
          </p:nvSpPr>
          <p:spPr>
            <a:xfrm>
              <a:off x="2644140" y="4336732"/>
              <a:ext cx="70485" cy="90488"/>
            </a:xfrm>
            <a:custGeom>
              <a:avLst/>
              <a:gdLst/>
              <a:ahLst/>
              <a:cxnLst/>
              <a:rect l="l" t="t" r="r" b="b"/>
              <a:pathLst>
                <a:path w="70485" h="90488">
                  <a:moveTo>
                    <a:pt x="0" y="90488"/>
                  </a:moveTo>
                  <a:lnTo>
                    <a:pt x="70485" y="0"/>
                  </a:lnTo>
                </a:path>
              </a:pathLst>
            </a:custGeom>
            <a:noFill/>
            <a:ln w="33814">
              <a:solidFill>
                <a:srgbClr val="00C0FF"/>
              </a:solidFill>
            </a:ln>
          </p:spPr>
        </p:sp>
        <p:sp>
          <p:nvSpPr>
            <p:cNvPr id="235" name="Freeform 235"/>
            <p:cNvSpPr/>
            <p:nvPr/>
          </p:nvSpPr>
          <p:spPr>
            <a:xfrm>
              <a:off x="2647950" y="4339590"/>
              <a:ext cx="70485" cy="90488"/>
            </a:xfrm>
            <a:custGeom>
              <a:avLst/>
              <a:gdLst/>
              <a:ahLst/>
              <a:cxnLst/>
              <a:rect l="l" t="t" r="r" b="b"/>
              <a:pathLst>
                <a:path w="70485" h="90488">
                  <a:moveTo>
                    <a:pt x="0" y="90488"/>
                  </a:moveTo>
                  <a:lnTo>
                    <a:pt x="70485" y="0"/>
                  </a:lnTo>
                </a:path>
              </a:pathLst>
            </a:custGeom>
            <a:noFill/>
            <a:ln w="33814">
              <a:solidFill>
                <a:srgbClr val="00C8FF"/>
              </a:solidFill>
            </a:ln>
          </p:spPr>
        </p:sp>
        <p:sp>
          <p:nvSpPr>
            <p:cNvPr id="236" name="Freeform 236"/>
            <p:cNvSpPr/>
            <p:nvPr/>
          </p:nvSpPr>
          <p:spPr>
            <a:xfrm>
              <a:off x="2650808" y="4343400"/>
              <a:ext cx="72390" cy="89535"/>
            </a:xfrm>
            <a:custGeom>
              <a:avLst/>
              <a:gdLst/>
              <a:ahLst/>
              <a:cxnLst/>
              <a:rect l="l" t="t" r="r" b="b"/>
              <a:pathLst>
                <a:path w="72390" h="89535">
                  <a:moveTo>
                    <a:pt x="0" y="89535"/>
                  </a:moveTo>
                  <a:lnTo>
                    <a:pt x="72390" y="0"/>
                  </a:lnTo>
                </a:path>
              </a:pathLst>
            </a:custGeom>
            <a:noFill/>
            <a:ln w="33814">
              <a:solidFill>
                <a:srgbClr val="00D1FF"/>
              </a:solidFill>
            </a:ln>
          </p:spPr>
        </p:sp>
        <p:sp>
          <p:nvSpPr>
            <p:cNvPr id="237" name="Freeform 237"/>
            <p:cNvSpPr/>
            <p:nvPr/>
          </p:nvSpPr>
          <p:spPr>
            <a:xfrm>
              <a:off x="2654618" y="4346258"/>
              <a:ext cx="72390" cy="89535"/>
            </a:xfrm>
            <a:custGeom>
              <a:avLst/>
              <a:gdLst/>
              <a:ahLst/>
              <a:cxnLst/>
              <a:rect l="l" t="t" r="r" b="b"/>
              <a:pathLst>
                <a:path w="72390" h="89535">
                  <a:moveTo>
                    <a:pt x="0" y="89535"/>
                  </a:moveTo>
                  <a:lnTo>
                    <a:pt x="72390" y="0"/>
                  </a:lnTo>
                </a:path>
              </a:pathLst>
            </a:custGeom>
            <a:noFill/>
            <a:ln w="33814">
              <a:solidFill>
                <a:srgbClr val="00DAFF"/>
              </a:solidFill>
            </a:ln>
          </p:spPr>
        </p:sp>
        <p:sp>
          <p:nvSpPr>
            <p:cNvPr id="238" name="Freeform 238"/>
            <p:cNvSpPr/>
            <p:nvPr/>
          </p:nvSpPr>
          <p:spPr>
            <a:xfrm>
              <a:off x="2659380" y="4350068"/>
              <a:ext cx="71438" cy="89535"/>
            </a:xfrm>
            <a:custGeom>
              <a:avLst/>
              <a:gdLst/>
              <a:ahLst/>
              <a:cxnLst/>
              <a:rect l="l" t="t" r="r" b="b"/>
              <a:pathLst>
                <a:path w="71438" h="89535">
                  <a:moveTo>
                    <a:pt x="0" y="89535"/>
                  </a:moveTo>
                  <a:lnTo>
                    <a:pt x="71438" y="0"/>
                  </a:lnTo>
                </a:path>
              </a:pathLst>
            </a:custGeom>
            <a:noFill/>
            <a:ln w="33814">
              <a:solidFill>
                <a:srgbClr val="00E2FF"/>
              </a:solidFill>
            </a:ln>
          </p:spPr>
        </p:sp>
        <p:sp>
          <p:nvSpPr>
            <p:cNvPr id="239" name="Freeform 239"/>
            <p:cNvSpPr/>
            <p:nvPr/>
          </p:nvSpPr>
          <p:spPr>
            <a:xfrm>
              <a:off x="2662238" y="4352925"/>
              <a:ext cx="72390" cy="89535"/>
            </a:xfrm>
            <a:custGeom>
              <a:avLst/>
              <a:gdLst/>
              <a:ahLst/>
              <a:cxnLst/>
              <a:rect l="l" t="t" r="r" b="b"/>
              <a:pathLst>
                <a:path w="72390" h="89535">
                  <a:moveTo>
                    <a:pt x="0" y="89535"/>
                  </a:moveTo>
                  <a:lnTo>
                    <a:pt x="72390" y="0"/>
                  </a:lnTo>
                </a:path>
              </a:pathLst>
            </a:custGeom>
            <a:noFill/>
            <a:ln w="33814">
              <a:solidFill>
                <a:srgbClr val="00EAFF"/>
              </a:solidFill>
            </a:ln>
          </p:spPr>
        </p:sp>
        <p:sp>
          <p:nvSpPr>
            <p:cNvPr id="240" name="Freeform 240"/>
            <p:cNvSpPr/>
            <p:nvPr/>
          </p:nvSpPr>
          <p:spPr>
            <a:xfrm>
              <a:off x="2666048" y="4355782"/>
              <a:ext cx="73343" cy="89535"/>
            </a:xfrm>
            <a:custGeom>
              <a:avLst/>
              <a:gdLst/>
              <a:ahLst/>
              <a:cxnLst/>
              <a:rect l="l" t="t" r="r" b="b"/>
              <a:pathLst>
                <a:path w="73343" h="89535">
                  <a:moveTo>
                    <a:pt x="0" y="89535"/>
                  </a:moveTo>
                  <a:lnTo>
                    <a:pt x="73343" y="0"/>
                  </a:lnTo>
                </a:path>
              </a:pathLst>
            </a:custGeom>
            <a:noFill/>
            <a:ln w="33909">
              <a:solidFill>
                <a:srgbClr val="00F3FF"/>
              </a:solidFill>
            </a:ln>
          </p:spPr>
        </p:sp>
        <p:sp>
          <p:nvSpPr>
            <p:cNvPr id="241" name="Freeform 241"/>
            <p:cNvSpPr/>
            <p:nvPr/>
          </p:nvSpPr>
          <p:spPr>
            <a:xfrm>
              <a:off x="2669858" y="4359592"/>
              <a:ext cx="73342" cy="88583"/>
            </a:xfrm>
            <a:custGeom>
              <a:avLst/>
              <a:gdLst/>
              <a:ahLst/>
              <a:cxnLst/>
              <a:rect l="l" t="t" r="r" b="b"/>
              <a:pathLst>
                <a:path w="73342" h="88583">
                  <a:moveTo>
                    <a:pt x="0" y="88583"/>
                  </a:moveTo>
                  <a:lnTo>
                    <a:pt x="73342" y="0"/>
                  </a:lnTo>
                </a:path>
              </a:pathLst>
            </a:custGeom>
            <a:noFill/>
            <a:ln w="33909">
              <a:solidFill>
                <a:srgbClr val="00FBFF"/>
              </a:solidFill>
            </a:ln>
          </p:spPr>
        </p:sp>
        <p:sp>
          <p:nvSpPr>
            <p:cNvPr id="242" name="Freeform 242"/>
            <p:cNvSpPr/>
            <p:nvPr/>
          </p:nvSpPr>
          <p:spPr>
            <a:xfrm>
              <a:off x="2673668" y="4363402"/>
              <a:ext cx="73342" cy="88582"/>
            </a:xfrm>
            <a:custGeom>
              <a:avLst/>
              <a:gdLst/>
              <a:ahLst/>
              <a:cxnLst/>
              <a:rect l="l" t="t" r="r" b="b"/>
              <a:pathLst>
                <a:path w="73342" h="88582">
                  <a:moveTo>
                    <a:pt x="0" y="88582"/>
                  </a:moveTo>
                  <a:lnTo>
                    <a:pt x="73342" y="0"/>
                  </a:lnTo>
                </a:path>
              </a:pathLst>
            </a:custGeom>
            <a:noFill/>
            <a:ln w="33909">
              <a:solidFill>
                <a:srgbClr val="00FFF5"/>
              </a:solidFill>
            </a:ln>
          </p:spPr>
        </p:sp>
        <p:sp>
          <p:nvSpPr>
            <p:cNvPr id="243" name="Freeform 243"/>
            <p:cNvSpPr/>
            <p:nvPr/>
          </p:nvSpPr>
          <p:spPr>
            <a:xfrm>
              <a:off x="2677478" y="4366260"/>
              <a:ext cx="74295" cy="88583"/>
            </a:xfrm>
            <a:custGeom>
              <a:avLst/>
              <a:gdLst/>
              <a:ahLst/>
              <a:cxnLst/>
              <a:rect l="l" t="t" r="r" b="b"/>
              <a:pathLst>
                <a:path w="74295" h="88583">
                  <a:moveTo>
                    <a:pt x="0" y="88583"/>
                  </a:moveTo>
                  <a:lnTo>
                    <a:pt x="74295" y="0"/>
                  </a:lnTo>
                </a:path>
              </a:pathLst>
            </a:custGeom>
            <a:noFill/>
            <a:ln w="33909">
              <a:solidFill>
                <a:srgbClr val="00FFE0"/>
              </a:solidFill>
            </a:ln>
          </p:spPr>
        </p:sp>
        <p:sp>
          <p:nvSpPr>
            <p:cNvPr id="244" name="Freeform 244"/>
            <p:cNvSpPr/>
            <p:nvPr/>
          </p:nvSpPr>
          <p:spPr>
            <a:xfrm>
              <a:off x="2681288" y="4370070"/>
              <a:ext cx="74295" cy="87630"/>
            </a:xfrm>
            <a:custGeom>
              <a:avLst/>
              <a:gdLst/>
              <a:ahLst/>
              <a:cxnLst/>
              <a:rect l="l" t="t" r="r" b="b"/>
              <a:pathLst>
                <a:path w="74295" h="87630">
                  <a:moveTo>
                    <a:pt x="0" y="87630"/>
                  </a:moveTo>
                  <a:lnTo>
                    <a:pt x="74295" y="0"/>
                  </a:lnTo>
                </a:path>
              </a:pathLst>
            </a:custGeom>
            <a:noFill/>
            <a:ln w="33909">
              <a:solidFill>
                <a:srgbClr val="00FFCB"/>
              </a:solidFill>
            </a:ln>
          </p:spPr>
        </p:sp>
        <p:sp>
          <p:nvSpPr>
            <p:cNvPr id="245" name="Freeform 245"/>
            <p:cNvSpPr/>
            <p:nvPr/>
          </p:nvSpPr>
          <p:spPr>
            <a:xfrm>
              <a:off x="2685098" y="4372928"/>
              <a:ext cx="74295" cy="88582"/>
            </a:xfrm>
            <a:custGeom>
              <a:avLst/>
              <a:gdLst/>
              <a:ahLst/>
              <a:cxnLst/>
              <a:rect l="l" t="t" r="r" b="b"/>
              <a:pathLst>
                <a:path w="74295" h="88582">
                  <a:moveTo>
                    <a:pt x="0" y="88582"/>
                  </a:moveTo>
                  <a:lnTo>
                    <a:pt x="74295" y="0"/>
                  </a:lnTo>
                </a:path>
              </a:pathLst>
            </a:custGeom>
            <a:noFill/>
            <a:ln w="33909">
              <a:solidFill>
                <a:srgbClr val="00FFB5"/>
              </a:solidFill>
            </a:ln>
          </p:spPr>
        </p:sp>
        <p:sp>
          <p:nvSpPr>
            <p:cNvPr id="246" name="Freeform 246"/>
            <p:cNvSpPr/>
            <p:nvPr/>
          </p:nvSpPr>
          <p:spPr>
            <a:xfrm>
              <a:off x="2688908" y="4376738"/>
              <a:ext cx="74295" cy="87630"/>
            </a:xfrm>
            <a:custGeom>
              <a:avLst/>
              <a:gdLst/>
              <a:ahLst/>
              <a:cxnLst/>
              <a:rect l="l" t="t" r="r" b="b"/>
              <a:pathLst>
                <a:path w="74295" h="87630">
                  <a:moveTo>
                    <a:pt x="0" y="87630"/>
                  </a:moveTo>
                  <a:lnTo>
                    <a:pt x="74295" y="0"/>
                  </a:lnTo>
                </a:path>
              </a:pathLst>
            </a:custGeom>
            <a:noFill/>
            <a:ln w="34004">
              <a:solidFill>
                <a:srgbClr val="00FF9E"/>
              </a:solidFill>
            </a:ln>
          </p:spPr>
        </p:sp>
        <p:sp>
          <p:nvSpPr>
            <p:cNvPr id="247" name="Freeform 247"/>
            <p:cNvSpPr/>
            <p:nvPr/>
          </p:nvSpPr>
          <p:spPr>
            <a:xfrm>
              <a:off x="2692718" y="4380548"/>
              <a:ext cx="75248" cy="86678"/>
            </a:xfrm>
            <a:custGeom>
              <a:avLst/>
              <a:gdLst/>
              <a:ahLst/>
              <a:cxnLst/>
              <a:rect l="l" t="t" r="r" b="b"/>
              <a:pathLst>
                <a:path w="75248" h="86678">
                  <a:moveTo>
                    <a:pt x="0" y="86678"/>
                  </a:moveTo>
                  <a:lnTo>
                    <a:pt x="75248" y="0"/>
                  </a:lnTo>
                </a:path>
              </a:pathLst>
            </a:custGeom>
            <a:noFill/>
            <a:ln w="34004">
              <a:solidFill>
                <a:srgbClr val="00FF87"/>
              </a:solidFill>
            </a:ln>
          </p:spPr>
        </p:sp>
        <p:sp>
          <p:nvSpPr>
            <p:cNvPr id="248" name="Freeform 248"/>
            <p:cNvSpPr/>
            <p:nvPr/>
          </p:nvSpPr>
          <p:spPr>
            <a:xfrm>
              <a:off x="2696528" y="4383405"/>
              <a:ext cx="75247" cy="87630"/>
            </a:xfrm>
            <a:custGeom>
              <a:avLst/>
              <a:gdLst/>
              <a:ahLst/>
              <a:cxnLst/>
              <a:rect l="l" t="t" r="r" b="b"/>
              <a:pathLst>
                <a:path w="75247" h="87630">
                  <a:moveTo>
                    <a:pt x="0" y="87630"/>
                  </a:moveTo>
                  <a:lnTo>
                    <a:pt x="75247" y="0"/>
                  </a:lnTo>
                </a:path>
              </a:pathLst>
            </a:custGeom>
            <a:noFill/>
            <a:ln w="34004">
              <a:solidFill>
                <a:srgbClr val="00FF6E"/>
              </a:solidFill>
            </a:ln>
          </p:spPr>
        </p:sp>
        <p:sp>
          <p:nvSpPr>
            <p:cNvPr id="249" name="Freeform 249"/>
            <p:cNvSpPr/>
            <p:nvPr/>
          </p:nvSpPr>
          <p:spPr>
            <a:xfrm>
              <a:off x="2700338" y="4387215"/>
              <a:ext cx="75247" cy="86677"/>
            </a:xfrm>
            <a:custGeom>
              <a:avLst/>
              <a:gdLst/>
              <a:ahLst/>
              <a:cxnLst/>
              <a:rect l="l" t="t" r="r" b="b"/>
              <a:pathLst>
                <a:path w="75247" h="86677">
                  <a:moveTo>
                    <a:pt x="0" y="86677"/>
                  </a:moveTo>
                  <a:lnTo>
                    <a:pt x="75247" y="0"/>
                  </a:lnTo>
                </a:path>
              </a:pathLst>
            </a:custGeom>
            <a:noFill/>
            <a:ln w="34004">
              <a:solidFill>
                <a:srgbClr val="00FF54"/>
              </a:solidFill>
            </a:ln>
          </p:spPr>
        </p:sp>
        <p:sp>
          <p:nvSpPr>
            <p:cNvPr id="250" name="Freeform 250"/>
            <p:cNvSpPr/>
            <p:nvPr/>
          </p:nvSpPr>
          <p:spPr>
            <a:xfrm>
              <a:off x="2704148" y="4391025"/>
              <a:ext cx="76200" cy="86678"/>
            </a:xfrm>
            <a:custGeom>
              <a:avLst/>
              <a:gdLst/>
              <a:ahLst/>
              <a:cxnLst/>
              <a:rect l="l" t="t" r="r" b="b"/>
              <a:pathLst>
                <a:path w="76200" h="86678">
                  <a:moveTo>
                    <a:pt x="0" y="86678"/>
                  </a:moveTo>
                  <a:lnTo>
                    <a:pt x="76200" y="0"/>
                  </a:lnTo>
                </a:path>
              </a:pathLst>
            </a:custGeom>
            <a:noFill/>
            <a:ln w="34004">
              <a:solidFill>
                <a:srgbClr val="00FF38"/>
              </a:solidFill>
            </a:ln>
          </p:spPr>
        </p:sp>
        <p:sp>
          <p:nvSpPr>
            <p:cNvPr id="251" name="Freeform 251"/>
            <p:cNvSpPr/>
            <p:nvPr/>
          </p:nvSpPr>
          <p:spPr>
            <a:xfrm>
              <a:off x="2707958" y="4393882"/>
              <a:ext cx="76200" cy="86677"/>
            </a:xfrm>
            <a:custGeom>
              <a:avLst/>
              <a:gdLst/>
              <a:ahLst/>
              <a:cxnLst/>
              <a:rect l="l" t="t" r="r" b="b"/>
              <a:pathLst>
                <a:path w="76200" h="86677">
                  <a:moveTo>
                    <a:pt x="0" y="86677"/>
                  </a:moveTo>
                  <a:lnTo>
                    <a:pt x="76200" y="0"/>
                  </a:lnTo>
                </a:path>
              </a:pathLst>
            </a:custGeom>
            <a:noFill/>
            <a:ln w="34004">
              <a:solidFill>
                <a:srgbClr val="00FF17"/>
              </a:solidFill>
            </a:ln>
          </p:spPr>
        </p:sp>
        <p:sp>
          <p:nvSpPr>
            <p:cNvPr id="252" name="Freeform 252"/>
            <p:cNvSpPr/>
            <p:nvPr/>
          </p:nvSpPr>
          <p:spPr>
            <a:xfrm>
              <a:off x="2711768" y="4397692"/>
              <a:ext cx="76200" cy="86678"/>
            </a:xfrm>
            <a:custGeom>
              <a:avLst/>
              <a:gdLst/>
              <a:ahLst/>
              <a:cxnLst/>
              <a:rect l="l" t="t" r="r" b="b"/>
              <a:pathLst>
                <a:path w="76200" h="86678">
                  <a:moveTo>
                    <a:pt x="0" y="86678"/>
                  </a:moveTo>
                  <a:lnTo>
                    <a:pt x="76200" y="0"/>
                  </a:lnTo>
                </a:path>
              </a:pathLst>
            </a:custGeom>
            <a:noFill/>
            <a:ln w="34100">
              <a:solidFill>
                <a:srgbClr val="09FF00"/>
              </a:solidFill>
            </a:ln>
          </p:spPr>
        </p:sp>
        <p:sp>
          <p:nvSpPr>
            <p:cNvPr id="253" name="Freeform 253"/>
            <p:cNvSpPr/>
            <p:nvPr/>
          </p:nvSpPr>
          <p:spPr>
            <a:xfrm>
              <a:off x="2715578" y="4401502"/>
              <a:ext cx="76200" cy="85725"/>
            </a:xfrm>
            <a:custGeom>
              <a:avLst/>
              <a:gdLst/>
              <a:ahLst/>
              <a:cxnLst/>
              <a:rect l="l" t="t" r="r" b="b"/>
              <a:pathLst>
                <a:path w="76200" h="85725">
                  <a:moveTo>
                    <a:pt x="0" y="85725"/>
                  </a:moveTo>
                  <a:lnTo>
                    <a:pt x="76200" y="0"/>
                  </a:lnTo>
                </a:path>
              </a:pathLst>
            </a:custGeom>
            <a:noFill/>
            <a:ln w="34100">
              <a:solidFill>
                <a:srgbClr val="15FF00"/>
              </a:solidFill>
            </a:ln>
          </p:spPr>
        </p:sp>
        <p:sp>
          <p:nvSpPr>
            <p:cNvPr id="254" name="Freeform 254"/>
            <p:cNvSpPr/>
            <p:nvPr/>
          </p:nvSpPr>
          <p:spPr>
            <a:xfrm>
              <a:off x="2719388" y="4405312"/>
              <a:ext cx="77153" cy="85725"/>
            </a:xfrm>
            <a:custGeom>
              <a:avLst/>
              <a:gdLst/>
              <a:ahLst/>
              <a:cxnLst/>
              <a:rect l="l" t="t" r="r" b="b"/>
              <a:pathLst>
                <a:path w="77153" h="85725">
                  <a:moveTo>
                    <a:pt x="0" y="85725"/>
                  </a:moveTo>
                  <a:lnTo>
                    <a:pt x="77153" y="0"/>
                  </a:lnTo>
                </a:path>
              </a:pathLst>
            </a:custGeom>
            <a:noFill/>
            <a:ln w="34100">
              <a:solidFill>
                <a:srgbClr val="1FFF00"/>
              </a:solidFill>
            </a:ln>
          </p:spPr>
        </p:sp>
        <p:sp>
          <p:nvSpPr>
            <p:cNvPr id="255" name="Freeform 255"/>
            <p:cNvSpPr/>
            <p:nvPr/>
          </p:nvSpPr>
          <p:spPr>
            <a:xfrm>
              <a:off x="2723198" y="4409122"/>
              <a:ext cx="77153" cy="84773"/>
            </a:xfrm>
            <a:custGeom>
              <a:avLst/>
              <a:gdLst/>
              <a:ahLst/>
              <a:cxnLst/>
              <a:rect l="l" t="t" r="r" b="b"/>
              <a:pathLst>
                <a:path w="77153" h="84773">
                  <a:moveTo>
                    <a:pt x="0" y="84773"/>
                  </a:moveTo>
                  <a:lnTo>
                    <a:pt x="77153" y="0"/>
                  </a:lnTo>
                </a:path>
              </a:pathLst>
            </a:custGeom>
            <a:noFill/>
            <a:ln w="34100">
              <a:solidFill>
                <a:srgbClr val="28FF00"/>
              </a:solidFill>
            </a:ln>
          </p:spPr>
        </p:sp>
        <p:sp>
          <p:nvSpPr>
            <p:cNvPr id="256" name="Freeform 256"/>
            <p:cNvSpPr/>
            <p:nvPr/>
          </p:nvSpPr>
          <p:spPr>
            <a:xfrm>
              <a:off x="2727008" y="4412932"/>
              <a:ext cx="77152" cy="84772"/>
            </a:xfrm>
            <a:custGeom>
              <a:avLst/>
              <a:gdLst/>
              <a:ahLst/>
              <a:cxnLst/>
              <a:rect l="l" t="t" r="r" b="b"/>
              <a:pathLst>
                <a:path w="77152" h="84772">
                  <a:moveTo>
                    <a:pt x="0" y="84772"/>
                  </a:moveTo>
                  <a:lnTo>
                    <a:pt x="77152" y="0"/>
                  </a:lnTo>
                </a:path>
              </a:pathLst>
            </a:custGeom>
            <a:noFill/>
            <a:ln w="34100">
              <a:solidFill>
                <a:srgbClr val="31FF00"/>
              </a:solidFill>
            </a:ln>
          </p:spPr>
        </p:sp>
        <p:sp>
          <p:nvSpPr>
            <p:cNvPr id="257" name="Freeform 257"/>
            <p:cNvSpPr/>
            <p:nvPr/>
          </p:nvSpPr>
          <p:spPr>
            <a:xfrm>
              <a:off x="2730818" y="4416742"/>
              <a:ext cx="78105" cy="84773"/>
            </a:xfrm>
            <a:custGeom>
              <a:avLst/>
              <a:gdLst/>
              <a:ahLst/>
              <a:cxnLst/>
              <a:rect l="l" t="t" r="r" b="b"/>
              <a:pathLst>
                <a:path w="78105" h="84773">
                  <a:moveTo>
                    <a:pt x="0" y="84773"/>
                  </a:moveTo>
                  <a:lnTo>
                    <a:pt x="78105" y="0"/>
                  </a:lnTo>
                </a:path>
              </a:pathLst>
            </a:custGeom>
            <a:noFill/>
            <a:ln w="34100">
              <a:solidFill>
                <a:srgbClr val="3AFF00"/>
              </a:solidFill>
            </a:ln>
          </p:spPr>
        </p:sp>
        <p:sp>
          <p:nvSpPr>
            <p:cNvPr id="258" name="Freeform 258"/>
            <p:cNvSpPr/>
            <p:nvPr/>
          </p:nvSpPr>
          <p:spPr>
            <a:xfrm>
              <a:off x="2734628" y="4420552"/>
              <a:ext cx="78105" cy="83820"/>
            </a:xfrm>
            <a:custGeom>
              <a:avLst/>
              <a:gdLst/>
              <a:ahLst/>
              <a:cxnLst/>
              <a:rect l="l" t="t" r="r" b="b"/>
              <a:pathLst>
                <a:path w="78105" h="83820">
                  <a:moveTo>
                    <a:pt x="0" y="83820"/>
                  </a:moveTo>
                  <a:lnTo>
                    <a:pt x="78105" y="0"/>
                  </a:lnTo>
                </a:path>
              </a:pathLst>
            </a:custGeom>
            <a:noFill/>
            <a:ln w="34195">
              <a:solidFill>
                <a:srgbClr val="42FF00"/>
              </a:solidFill>
            </a:ln>
          </p:spPr>
        </p:sp>
        <p:sp>
          <p:nvSpPr>
            <p:cNvPr id="259" name="Freeform 259"/>
            <p:cNvSpPr/>
            <p:nvPr/>
          </p:nvSpPr>
          <p:spPr>
            <a:xfrm>
              <a:off x="2737485" y="4424362"/>
              <a:ext cx="79058" cy="83820"/>
            </a:xfrm>
            <a:custGeom>
              <a:avLst/>
              <a:gdLst/>
              <a:ahLst/>
              <a:cxnLst/>
              <a:rect l="l" t="t" r="r" b="b"/>
              <a:pathLst>
                <a:path w="79058" h="83820">
                  <a:moveTo>
                    <a:pt x="0" y="83820"/>
                  </a:moveTo>
                  <a:lnTo>
                    <a:pt x="79058" y="0"/>
                  </a:lnTo>
                </a:path>
              </a:pathLst>
            </a:custGeom>
            <a:noFill/>
            <a:ln w="34195">
              <a:solidFill>
                <a:srgbClr val="4AFF00"/>
              </a:solidFill>
            </a:ln>
          </p:spPr>
        </p:sp>
        <p:sp>
          <p:nvSpPr>
            <p:cNvPr id="260" name="Freeform 260"/>
            <p:cNvSpPr/>
            <p:nvPr/>
          </p:nvSpPr>
          <p:spPr>
            <a:xfrm>
              <a:off x="2741295" y="4428172"/>
              <a:ext cx="79058" cy="83820"/>
            </a:xfrm>
            <a:custGeom>
              <a:avLst/>
              <a:gdLst/>
              <a:ahLst/>
              <a:cxnLst/>
              <a:rect l="l" t="t" r="r" b="b"/>
              <a:pathLst>
                <a:path w="79058" h="83820">
                  <a:moveTo>
                    <a:pt x="0" y="83820"/>
                  </a:moveTo>
                  <a:lnTo>
                    <a:pt x="79058" y="0"/>
                  </a:lnTo>
                </a:path>
              </a:pathLst>
            </a:custGeom>
            <a:noFill/>
            <a:ln w="34195">
              <a:solidFill>
                <a:srgbClr val="52FF00"/>
              </a:solidFill>
            </a:ln>
          </p:spPr>
        </p:sp>
        <p:sp>
          <p:nvSpPr>
            <p:cNvPr id="261" name="Freeform 261"/>
            <p:cNvSpPr/>
            <p:nvPr/>
          </p:nvSpPr>
          <p:spPr>
            <a:xfrm>
              <a:off x="2746058" y="4431030"/>
              <a:ext cx="78105" cy="83820"/>
            </a:xfrm>
            <a:custGeom>
              <a:avLst/>
              <a:gdLst/>
              <a:ahLst/>
              <a:cxnLst/>
              <a:rect l="l" t="t" r="r" b="b"/>
              <a:pathLst>
                <a:path w="78105" h="83820">
                  <a:moveTo>
                    <a:pt x="0" y="83820"/>
                  </a:moveTo>
                  <a:lnTo>
                    <a:pt x="78105" y="0"/>
                  </a:lnTo>
                </a:path>
              </a:pathLst>
            </a:custGeom>
            <a:noFill/>
            <a:ln w="34195">
              <a:solidFill>
                <a:srgbClr val="5AFF00"/>
              </a:solidFill>
            </a:ln>
          </p:spPr>
        </p:sp>
        <p:sp>
          <p:nvSpPr>
            <p:cNvPr id="262" name="Freeform 262"/>
            <p:cNvSpPr/>
            <p:nvPr/>
          </p:nvSpPr>
          <p:spPr>
            <a:xfrm>
              <a:off x="2748915" y="4435792"/>
              <a:ext cx="80010" cy="82867"/>
            </a:xfrm>
            <a:custGeom>
              <a:avLst/>
              <a:gdLst/>
              <a:ahLst/>
              <a:cxnLst/>
              <a:rect l="l" t="t" r="r" b="b"/>
              <a:pathLst>
                <a:path w="80010" h="82867">
                  <a:moveTo>
                    <a:pt x="0" y="82867"/>
                  </a:moveTo>
                  <a:lnTo>
                    <a:pt x="80010" y="0"/>
                  </a:lnTo>
                </a:path>
              </a:pathLst>
            </a:custGeom>
            <a:noFill/>
            <a:ln w="34195">
              <a:solidFill>
                <a:srgbClr val="61FF00"/>
              </a:solidFill>
            </a:ln>
          </p:spPr>
        </p:sp>
        <p:sp>
          <p:nvSpPr>
            <p:cNvPr id="263" name="Freeform 263"/>
            <p:cNvSpPr/>
            <p:nvPr/>
          </p:nvSpPr>
          <p:spPr>
            <a:xfrm>
              <a:off x="2752725" y="4439602"/>
              <a:ext cx="80010" cy="82867"/>
            </a:xfrm>
            <a:custGeom>
              <a:avLst/>
              <a:gdLst/>
              <a:ahLst/>
              <a:cxnLst/>
              <a:rect l="l" t="t" r="r" b="b"/>
              <a:pathLst>
                <a:path w="80010" h="82867">
                  <a:moveTo>
                    <a:pt x="0" y="82867"/>
                  </a:moveTo>
                  <a:lnTo>
                    <a:pt x="80010" y="0"/>
                  </a:lnTo>
                </a:path>
              </a:pathLst>
            </a:custGeom>
            <a:noFill/>
            <a:ln w="34290">
              <a:solidFill>
                <a:srgbClr val="69FF00"/>
              </a:solidFill>
            </a:ln>
          </p:spPr>
        </p:sp>
        <p:sp>
          <p:nvSpPr>
            <p:cNvPr id="264" name="Freeform 264"/>
            <p:cNvSpPr/>
            <p:nvPr/>
          </p:nvSpPr>
          <p:spPr>
            <a:xfrm>
              <a:off x="2756535" y="4443412"/>
              <a:ext cx="80010" cy="82867"/>
            </a:xfrm>
            <a:custGeom>
              <a:avLst/>
              <a:gdLst/>
              <a:ahLst/>
              <a:cxnLst/>
              <a:rect l="l" t="t" r="r" b="b"/>
              <a:pathLst>
                <a:path w="80010" h="82867">
                  <a:moveTo>
                    <a:pt x="0" y="82867"/>
                  </a:moveTo>
                  <a:lnTo>
                    <a:pt x="80010" y="0"/>
                  </a:lnTo>
                </a:path>
              </a:pathLst>
            </a:custGeom>
            <a:noFill/>
            <a:ln w="34290">
              <a:solidFill>
                <a:srgbClr val="70FF00"/>
              </a:solidFill>
            </a:ln>
          </p:spPr>
        </p:sp>
        <p:sp>
          <p:nvSpPr>
            <p:cNvPr id="265" name="Freeform 265"/>
            <p:cNvSpPr/>
            <p:nvPr/>
          </p:nvSpPr>
          <p:spPr>
            <a:xfrm>
              <a:off x="2761298" y="4447222"/>
              <a:ext cx="80010" cy="82868"/>
            </a:xfrm>
            <a:custGeom>
              <a:avLst/>
              <a:gdLst/>
              <a:ahLst/>
              <a:cxnLst/>
              <a:rect l="l" t="t" r="r" b="b"/>
              <a:pathLst>
                <a:path w="80010" h="82868">
                  <a:moveTo>
                    <a:pt x="0" y="82868"/>
                  </a:moveTo>
                  <a:lnTo>
                    <a:pt x="80010" y="0"/>
                  </a:lnTo>
                </a:path>
              </a:pathLst>
            </a:custGeom>
            <a:noFill/>
            <a:ln w="34290">
              <a:solidFill>
                <a:srgbClr val="77FF00"/>
              </a:solidFill>
            </a:ln>
          </p:spPr>
        </p:sp>
        <p:sp>
          <p:nvSpPr>
            <p:cNvPr id="266" name="Freeform 266"/>
            <p:cNvSpPr/>
            <p:nvPr/>
          </p:nvSpPr>
          <p:spPr>
            <a:xfrm>
              <a:off x="2764155" y="4451032"/>
              <a:ext cx="80962" cy="82867"/>
            </a:xfrm>
            <a:custGeom>
              <a:avLst/>
              <a:gdLst/>
              <a:ahLst/>
              <a:cxnLst/>
              <a:rect l="l" t="t" r="r" b="b"/>
              <a:pathLst>
                <a:path w="80962" h="82867">
                  <a:moveTo>
                    <a:pt x="0" y="82867"/>
                  </a:moveTo>
                  <a:lnTo>
                    <a:pt x="80962" y="0"/>
                  </a:lnTo>
                </a:path>
              </a:pathLst>
            </a:custGeom>
            <a:noFill/>
            <a:ln w="34290">
              <a:solidFill>
                <a:srgbClr val="7EFF00"/>
              </a:solidFill>
            </a:ln>
          </p:spPr>
        </p:sp>
        <p:sp>
          <p:nvSpPr>
            <p:cNvPr id="267" name="Freeform 267"/>
            <p:cNvSpPr/>
            <p:nvPr/>
          </p:nvSpPr>
          <p:spPr>
            <a:xfrm>
              <a:off x="2767965" y="4454842"/>
              <a:ext cx="80962" cy="81915"/>
            </a:xfrm>
            <a:custGeom>
              <a:avLst/>
              <a:gdLst/>
              <a:ahLst/>
              <a:cxnLst/>
              <a:rect l="l" t="t" r="r" b="b"/>
              <a:pathLst>
                <a:path w="80962" h="81915">
                  <a:moveTo>
                    <a:pt x="0" y="81915"/>
                  </a:moveTo>
                  <a:lnTo>
                    <a:pt x="80962" y="0"/>
                  </a:lnTo>
                </a:path>
              </a:pathLst>
            </a:custGeom>
            <a:noFill/>
            <a:ln w="34385">
              <a:solidFill>
                <a:srgbClr val="85FF00"/>
              </a:solidFill>
            </a:ln>
          </p:spPr>
        </p:sp>
        <p:sp>
          <p:nvSpPr>
            <p:cNvPr id="268" name="Freeform 268"/>
            <p:cNvSpPr/>
            <p:nvPr/>
          </p:nvSpPr>
          <p:spPr>
            <a:xfrm>
              <a:off x="2771775" y="4459605"/>
              <a:ext cx="80962" cy="80962"/>
            </a:xfrm>
            <a:custGeom>
              <a:avLst/>
              <a:gdLst/>
              <a:ahLst/>
              <a:cxnLst/>
              <a:rect l="l" t="t" r="r" b="b"/>
              <a:pathLst>
                <a:path w="80962" h="80962">
                  <a:moveTo>
                    <a:pt x="0" y="80962"/>
                  </a:moveTo>
                  <a:lnTo>
                    <a:pt x="80962" y="0"/>
                  </a:lnTo>
                </a:path>
              </a:pathLst>
            </a:custGeom>
            <a:noFill/>
            <a:ln w="34385">
              <a:solidFill>
                <a:srgbClr val="8CFF00"/>
              </a:solidFill>
            </a:ln>
          </p:spPr>
        </p:sp>
        <p:sp>
          <p:nvSpPr>
            <p:cNvPr id="269" name="Freeform 269"/>
            <p:cNvSpPr/>
            <p:nvPr/>
          </p:nvSpPr>
          <p:spPr>
            <a:xfrm>
              <a:off x="2775585" y="4463415"/>
              <a:ext cx="81915" cy="80962"/>
            </a:xfrm>
            <a:custGeom>
              <a:avLst/>
              <a:gdLst/>
              <a:ahLst/>
              <a:cxnLst/>
              <a:rect l="l" t="t" r="r" b="b"/>
              <a:pathLst>
                <a:path w="81915" h="80962">
                  <a:moveTo>
                    <a:pt x="0" y="80962"/>
                  </a:moveTo>
                  <a:lnTo>
                    <a:pt x="81915" y="0"/>
                  </a:lnTo>
                </a:path>
              </a:pathLst>
            </a:custGeom>
            <a:noFill/>
            <a:ln w="34385">
              <a:solidFill>
                <a:srgbClr val="92FF00"/>
              </a:solidFill>
            </a:ln>
          </p:spPr>
        </p:sp>
        <p:sp>
          <p:nvSpPr>
            <p:cNvPr id="270" name="Freeform 270"/>
            <p:cNvSpPr/>
            <p:nvPr/>
          </p:nvSpPr>
          <p:spPr>
            <a:xfrm>
              <a:off x="2779395" y="4467225"/>
              <a:ext cx="81915" cy="80962"/>
            </a:xfrm>
            <a:custGeom>
              <a:avLst/>
              <a:gdLst/>
              <a:ahLst/>
              <a:cxnLst/>
              <a:rect l="l" t="t" r="r" b="b"/>
              <a:pathLst>
                <a:path w="81915" h="80962">
                  <a:moveTo>
                    <a:pt x="0" y="80962"/>
                  </a:moveTo>
                  <a:lnTo>
                    <a:pt x="81915" y="0"/>
                  </a:lnTo>
                </a:path>
              </a:pathLst>
            </a:custGeom>
            <a:noFill/>
            <a:ln w="34385">
              <a:solidFill>
                <a:srgbClr val="99FF00"/>
              </a:solidFill>
            </a:ln>
          </p:spPr>
        </p:sp>
        <p:sp>
          <p:nvSpPr>
            <p:cNvPr id="271" name="Freeform 271"/>
            <p:cNvSpPr/>
            <p:nvPr/>
          </p:nvSpPr>
          <p:spPr>
            <a:xfrm>
              <a:off x="2783205" y="4471988"/>
              <a:ext cx="81915" cy="80010"/>
            </a:xfrm>
            <a:custGeom>
              <a:avLst/>
              <a:gdLst/>
              <a:ahLst/>
              <a:cxnLst/>
              <a:rect l="l" t="t" r="r" b="b"/>
              <a:pathLst>
                <a:path w="81915" h="80010">
                  <a:moveTo>
                    <a:pt x="0" y="80010"/>
                  </a:moveTo>
                  <a:lnTo>
                    <a:pt x="81915" y="0"/>
                  </a:lnTo>
                </a:path>
              </a:pathLst>
            </a:custGeom>
            <a:noFill/>
            <a:ln w="34385">
              <a:solidFill>
                <a:srgbClr val="A0FF00"/>
              </a:solidFill>
            </a:ln>
          </p:spPr>
        </p:sp>
        <p:sp>
          <p:nvSpPr>
            <p:cNvPr id="272" name="Freeform 272"/>
            <p:cNvSpPr/>
            <p:nvPr/>
          </p:nvSpPr>
          <p:spPr>
            <a:xfrm>
              <a:off x="2787015" y="4475798"/>
              <a:ext cx="82867" cy="80010"/>
            </a:xfrm>
            <a:custGeom>
              <a:avLst/>
              <a:gdLst/>
              <a:ahLst/>
              <a:cxnLst/>
              <a:rect l="l" t="t" r="r" b="b"/>
              <a:pathLst>
                <a:path w="82867" h="80010">
                  <a:moveTo>
                    <a:pt x="0" y="80010"/>
                  </a:moveTo>
                  <a:lnTo>
                    <a:pt x="82867" y="0"/>
                  </a:lnTo>
                </a:path>
              </a:pathLst>
            </a:custGeom>
            <a:noFill/>
            <a:ln w="34480">
              <a:solidFill>
                <a:srgbClr val="A6FF00"/>
              </a:solidFill>
            </a:ln>
          </p:spPr>
        </p:sp>
        <p:sp>
          <p:nvSpPr>
            <p:cNvPr id="273" name="Freeform 273"/>
            <p:cNvSpPr/>
            <p:nvPr/>
          </p:nvSpPr>
          <p:spPr>
            <a:xfrm>
              <a:off x="2790825" y="4479608"/>
              <a:ext cx="82867" cy="80010"/>
            </a:xfrm>
            <a:custGeom>
              <a:avLst/>
              <a:gdLst/>
              <a:ahLst/>
              <a:cxnLst/>
              <a:rect l="l" t="t" r="r" b="b"/>
              <a:pathLst>
                <a:path w="82867" h="80010">
                  <a:moveTo>
                    <a:pt x="0" y="80010"/>
                  </a:moveTo>
                  <a:lnTo>
                    <a:pt x="82867" y="0"/>
                  </a:lnTo>
                </a:path>
              </a:pathLst>
            </a:custGeom>
            <a:noFill/>
            <a:ln w="34480">
              <a:solidFill>
                <a:srgbClr val="ADFF00"/>
              </a:solidFill>
            </a:ln>
          </p:spPr>
        </p:sp>
        <p:sp>
          <p:nvSpPr>
            <p:cNvPr id="274" name="Freeform 274"/>
            <p:cNvSpPr/>
            <p:nvPr/>
          </p:nvSpPr>
          <p:spPr>
            <a:xfrm>
              <a:off x="2794635" y="4484370"/>
              <a:ext cx="82868" cy="79058"/>
            </a:xfrm>
            <a:custGeom>
              <a:avLst/>
              <a:gdLst/>
              <a:ahLst/>
              <a:cxnLst/>
              <a:rect l="l" t="t" r="r" b="b"/>
              <a:pathLst>
                <a:path w="82868" h="79058">
                  <a:moveTo>
                    <a:pt x="0" y="79058"/>
                  </a:moveTo>
                  <a:lnTo>
                    <a:pt x="82868" y="0"/>
                  </a:lnTo>
                </a:path>
              </a:pathLst>
            </a:custGeom>
            <a:noFill/>
            <a:ln w="34480">
              <a:solidFill>
                <a:srgbClr val="B3FF00"/>
              </a:solidFill>
            </a:ln>
          </p:spPr>
        </p:sp>
        <p:sp>
          <p:nvSpPr>
            <p:cNvPr id="275" name="Freeform 275"/>
            <p:cNvSpPr/>
            <p:nvPr/>
          </p:nvSpPr>
          <p:spPr>
            <a:xfrm>
              <a:off x="2798445" y="4488180"/>
              <a:ext cx="82867" cy="80010"/>
            </a:xfrm>
            <a:custGeom>
              <a:avLst/>
              <a:gdLst/>
              <a:ahLst/>
              <a:cxnLst/>
              <a:rect l="l" t="t" r="r" b="b"/>
              <a:pathLst>
                <a:path w="82867" h="80010">
                  <a:moveTo>
                    <a:pt x="0" y="80010"/>
                  </a:moveTo>
                  <a:lnTo>
                    <a:pt x="82867" y="0"/>
                  </a:lnTo>
                </a:path>
              </a:pathLst>
            </a:custGeom>
            <a:noFill/>
            <a:ln w="34480">
              <a:solidFill>
                <a:srgbClr val="B9FF00"/>
              </a:solidFill>
            </a:ln>
          </p:spPr>
        </p:sp>
        <p:sp>
          <p:nvSpPr>
            <p:cNvPr id="276" name="Freeform 276"/>
            <p:cNvSpPr/>
            <p:nvPr/>
          </p:nvSpPr>
          <p:spPr>
            <a:xfrm>
              <a:off x="2802255" y="4492942"/>
              <a:ext cx="82867" cy="79058"/>
            </a:xfrm>
            <a:custGeom>
              <a:avLst/>
              <a:gdLst/>
              <a:ahLst/>
              <a:cxnLst/>
              <a:rect l="l" t="t" r="r" b="b"/>
              <a:pathLst>
                <a:path w="82867" h="79058">
                  <a:moveTo>
                    <a:pt x="0" y="79058"/>
                  </a:moveTo>
                  <a:lnTo>
                    <a:pt x="82867" y="0"/>
                  </a:lnTo>
                </a:path>
              </a:pathLst>
            </a:custGeom>
            <a:noFill/>
            <a:ln w="34576">
              <a:solidFill>
                <a:srgbClr val="C0FF00"/>
              </a:solidFill>
            </a:ln>
          </p:spPr>
        </p:sp>
        <p:sp>
          <p:nvSpPr>
            <p:cNvPr id="277" name="Freeform 277"/>
            <p:cNvSpPr/>
            <p:nvPr/>
          </p:nvSpPr>
          <p:spPr>
            <a:xfrm>
              <a:off x="2806065" y="4496752"/>
              <a:ext cx="83820" cy="79057"/>
            </a:xfrm>
            <a:custGeom>
              <a:avLst/>
              <a:gdLst/>
              <a:ahLst/>
              <a:cxnLst/>
              <a:rect l="l" t="t" r="r" b="b"/>
              <a:pathLst>
                <a:path w="83820" h="79057">
                  <a:moveTo>
                    <a:pt x="0" y="79057"/>
                  </a:moveTo>
                  <a:lnTo>
                    <a:pt x="83820" y="0"/>
                  </a:lnTo>
                </a:path>
              </a:pathLst>
            </a:custGeom>
            <a:noFill/>
            <a:ln w="34576">
              <a:solidFill>
                <a:srgbClr val="C6FF00"/>
              </a:solidFill>
            </a:ln>
          </p:spPr>
        </p:sp>
        <p:sp>
          <p:nvSpPr>
            <p:cNvPr id="278" name="Freeform 278"/>
            <p:cNvSpPr/>
            <p:nvPr/>
          </p:nvSpPr>
          <p:spPr>
            <a:xfrm>
              <a:off x="2809875" y="4501515"/>
              <a:ext cx="83820" cy="78105"/>
            </a:xfrm>
            <a:custGeom>
              <a:avLst/>
              <a:gdLst/>
              <a:ahLst/>
              <a:cxnLst/>
              <a:rect l="l" t="t" r="r" b="b"/>
              <a:pathLst>
                <a:path w="83820" h="78105">
                  <a:moveTo>
                    <a:pt x="0" y="78105"/>
                  </a:moveTo>
                  <a:lnTo>
                    <a:pt x="83820" y="0"/>
                  </a:lnTo>
                </a:path>
              </a:pathLst>
            </a:custGeom>
            <a:noFill/>
            <a:ln w="34576">
              <a:solidFill>
                <a:srgbClr val="CCFF00"/>
              </a:solidFill>
            </a:ln>
          </p:spPr>
        </p:sp>
        <p:sp>
          <p:nvSpPr>
            <p:cNvPr id="279" name="Freeform 279"/>
            <p:cNvSpPr/>
            <p:nvPr/>
          </p:nvSpPr>
          <p:spPr>
            <a:xfrm>
              <a:off x="2813685" y="4505325"/>
              <a:ext cx="84773" cy="78105"/>
            </a:xfrm>
            <a:custGeom>
              <a:avLst/>
              <a:gdLst/>
              <a:ahLst/>
              <a:cxnLst/>
              <a:rect l="l" t="t" r="r" b="b"/>
              <a:pathLst>
                <a:path w="84773" h="78105">
                  <a:moveTo>
                    <a:pt x="0" y="78105"/>
                  </a:moveTo>
                  <a:lnTo>
                    <a:pt x="84773" y="0"/>
                  </a:lnTo>
                </a:path>
              </a:pathLst>
            </a:custGeom>
            <a:noFill/>
            <a:ln w="34576">
              <a:solidFill>
                <a:srgbClr val="D2FF00"/>
              </a:solidFill>
            </a:ln>
          </p:spPr>
        </p:sp>
        <p:sp>
          <p:nvSpPr>
            <p:cNvPr id="280" name="Freeform 280"/>
            <p:cNvSpPr/>
            <p:nvPr/>
          </p:nvSpPr>
          <p:spPr>
            <a:xfrm>
              <a:off x="2817495" y="4510088"/>
              <a:ext cx="84772" cy="78105"/>
            </a:xfrm>
            <a:custGeom>
              <a:avLst/>
              <a:gdLst/>
              <a:ahLst/>
              <a:cxnLst/>
              <a:rect l="l" t="t" r="r" b="b"/>
              <a:pathLst>
                <a:path w="84772" h="78105">
                  <a:moveTo>
                    <a:pt x="0" y="78105"/>
                  </a:moveTo>
                  <a:lnTo>
                    <a:pt x="84772" y="0"/>
                  </a:lnTo>
                </a:path>
              </a:pathLst>
            </a:custGeom>
            <a:noFill/>
            <a:ln w="34671">
              <a:solidFill>
                <a:srgbClr val="D8FF00"/>
              </a:solidFill>
            </a:ln>
          </p:spPr>
        </p:sp>
        <p:sp>
          <p:nvSpPr>
            <p:cNvPr id="281" name="Freeform 281"/>
            <p:cNvSpPr/>
            <p:nvPr/>
          </p:nvSpPr>
          <p:spPr>
            <a:xfrm>
              <a:off x="2821305" y="4514850"/>
              <a:ext cx="84773" cy="77153"/>
            </a:xfrm>
            <a:custGeom>
              <a:avLst/>
              <a:gdLst/>
              <a:ahLst/>
              <a:cxnLst/>
              <a:rect l="l" t="t" r="r" b="b"/>
              <a:pathLst>
                <a:path w="84773" h="77153">
                  <a:moveTo>
                    <a:pt x="0" y="77153"/>
                  </a:moveTo>
                  <a:lnTo>
                    <a:pt x="84773" y="0"/>
                  </a:lnTo>
                </a:path>
              </a:pathLst>
            </a:custGeom>
            <a:noFill/>
            <a:ln w="34671">
              <a:solidFill>
                <a:srgbClr val="DEFF00"/>
              </a:solidFill>
            </a:ln>
          </p:spPr>
        </p:sp>
        <p:sp>
          <p:nvSpPr>
            <p:cNvPr id="282" name="Freeform 282"/>
            <p:cNvSpPr/>
            <p:nvPr/>
          </p:nvSpPr>
          <p:spPr>
            <a:xfrm>
              <a:off x="2824162" y="4519612"/>
              <a:ext cx="85725" cy="76200"/>
            </a:xfrm>
            <a:custGeom>
              <a:avLst/>
              <a:gdLst/>
              <a:ahLst/>
              <a:cxnLst/>
              <a:rect l="l" t="t" r="r" b="b"/>
              <a:pathLst>
                <a:path w="85725" h="76200">
                  <a:moveTo>
                    <a:pt x="0" y="76200"/>
                  </a:moveTo>
                  <a:lnTo>
                    <a:pt x="85725" y="0"/>
                  </a:lnTo>
                </a:path>
              </a:pathLst>
            </a:custGeom>
            <a:noFill/>
            <a:ln w="34671">
              <a:solidFill>
                <a:srgbClr val="E4FF00"/>
              </a:solidFill>
            </a:ln>
          </p:spPr>
        </p:sp>
        <p:sp>
          <p:nvSpPr>
            <p:cNvPr id="283" name="Freeform 283"/>
            <p:cNvSpPr/>
            <p:nvPr/>
          </p:nvSpPr>
          <p:spPr>
            <a:xfrm>
              <a:off x="2828925" y="4523422"/>
              <a:ext cx="84772" cy="77153"/>
            </a:xfrm>
            <a:custGeom>
              <a:avLst/>
              <a:gdLst/>
              <a:ahLst/>
              <a:cxnLst/>
              <a:rect l="l" t="t" r="r" b="b"/>
              <a:pathLst>
                <a:path w="84772" h="77153">
                  <a:moveTo>
                    <a:pt x="0" y="77153"/>
                  </a:moveTo>
                  <a:lnTo>
                    <a:pt x="84772" y="0"/>
                  </a:lnTo>
                </a:path>
              </a:pathLst>
            </a:custGeom>
            <a:noFill/>
            <a:ln w="34671">
              <a:solidFill>
                <a:srgbClr val="EAFF00"/>
              </a:solidFill>
            </a:ln>
          </p:spPr>
        </p:sp>
        <p:sp>
          <p:nvSpPr>
            <p:cNvPr id="284" name="Freeform 284"/>
            <p:cNvSpPr/>
            <p:nvPr/>
          </p:nvSpPr>
          <p:spPr>
            <a:xfrm>
              <a:off x="2832735" y="4528185"/>
              <a:ext cx="85725" cy="76200"/>
            </a:xfrm>
            <a:custGeom>
              <a:avLst/>
              <a:gdLst/>
              <a:ahLst/>
              <a:cxnLst/>
              <a:rect l="l" t="t" r="r" b="b"/>
              <a:pathLst>
                <a:path w="85725" h="76200">
                  <a:moveTo>
                    <a:pt x="0" y="76200"/>
                  </a:moveTo>
                  <a:lnTo>
                    <a:pt x="85725" y="0"/>
                  </a:lnTo>
                </a:path>
              </a:pathLst>
            </a:custGeom>
            <a:noFill/>
            <a:ln w="34766">
              <a:solidFill>
                <a:srgbClr val="F0FF00"/>
              </a:solidFill>
            </a:ln>
          </p:spPr>
        </p:sp>
        <p:sp>
          <p:nvSpPr>
            <p:cNvPr id="285" name="Freeform 285"/>
            <p:cNvSpPr/>
            <p:nvPr/>
          </p:nvSpPr>
          <p:spPr>
            <a:xfrm>
              <a:off x="2836545" y="4532948"/>
              <a:ext cx="85725" cy="76200"/>
            </a:xfrm>
            <a:custGeom>
              <a:avLst/>
              <a:gdLst/>
              <a:ahLst/>
              <a:cxnLst/>
              <a:rect l="l" t="t" r="r" b="b"/>
              <a:pathLst>
                <a:path w="85725" h="76200">
                  <a:moveTo>
                    <a:pt x="0" y="76200"/>
                  </a:moveTo>
                  <a:lnTo>
                    <a:pt x="85725" y="0"/>
                  </a:lnTo>
                </a:path>
              </a:pathLst>
            </a:custGeom>
            <a:noFill/>
            <a:ln w="34766">
              <a:solidFill>
                <a:srgbClr val="F6FF00"/>
              </a:solidFill>
            </a:ln>
          </p:spPr>
        </p:sp>
        <p:sp>
          <p:nvSpPr>
            <p:cNvPr id="286" name="Freeform 286"/>
            <p:cNvSpPr/>
            <p:nvPr/>
          </p:nvSpPr>
          <p:spPr>
            <a:xfrm>
              <a:off x="2839402" y="4537710"/>
              <a:ext cx="87630" cy="75248"/>
            </a:xfrm>
            <a:custGeom>
              <a:avLst/>
              <a:gdLst/>
              <a:ahLst/>
              <a:cxnLst/>
              <a:rect l="l" t="t" r="r" b="b"/>
              <a:pathLst>
                <a:path w="87630" h="75248">
                  <a:moveTo>
                    <a:pt x="0" y="75248"/>
                  </a:moveTo>
                  <a:lnTo>
                    <a:pt x="87630" y="0"/>
                  </a:lnTo>
                </a:path>
              </a:pathLst>
            </a:custGeom>
            <a:noFill/>
            <a:ln w="34766">
              <a:solidFill>
                <a:srgbClr val="FCFF00"/>
              </a:solidFill>
            </a:ln>
          </p:spPr>
        </p:sp>
        <p:sp>
          <p:nvSpPr>
            <p:cNvPr id="287" name="Freeform 287"/>
            <p:cNvSpPr/>
            <p:nvPr/>
          </p:nvSpPr>
          <p:spPr>
            <a:xfrm>
              <a:off x="2844165" y="4542472"/>
              <a:ext cx="86677" cy="75248"/>
            </a:xfrm>
            <a:custGeom>
              <a:avLst/>
              <a:gdLst/>
              <a:ahLst/>
              <a:cxnLst/>
              <a:rect l="l" t="t" r="r" b="b"/>
              <a:pathLst>
                <a:path w="86677" h="75248">
                  <a:moveTo>
                    <a:pt x="0" y="75248"/>
                  </a:moveTo>
                  <a:lnTo>
                    <a:pt x="86677" y="0"/>
                  </a:lnTo>
                </a:path>
              </a:pathLst>
            </a:custGeom>
            <a:noFill/>
            <a:ln w="34862">
              <a:solidFill>
                <a:srgbClr val="FFFC00"/>
              </a:solidFill>
            </a:ln>
          </p:spPr>
        </p:sp>
        <p:sp>
          <p:nvSpPr>
            <p:cNvPr id="288" name="Freeform 288"/>
            <p:cNvSpPr/>
            <p:nvPr/>
          </p:nvSpPr>
          <p:spPr>
            <a:xfrm>
              <a:off x="2847975" y="4547235"/>
              <a:ext cx="86678" cy="75248"/>
            </a:xfrm>
            <a:custGeom>
              <a:avLst/>
              <a:gdLst/>
              <a:ahLst/>
              <a:cxnLst/>
              <a:rect l="l" t="t" r="r" b="b"/>
              <a:pathLst>
                <a:path w="86678" h="75248">
                  <a:moveTo>
                    <a:pt x="0" y="75248"/>
                  </a:moveTo>
                  <a:lnTo>
                    <a:pt x="86678" y="0"/>
                  </a:lnTo>
                </a:path>
              </a:pathLst>
            </a:custGeom>
            <a:noFill/>
            <a:ln w="34862">
              <a:solidFill>
                <a:srgbClr val="FFF600"/>
              </a:solidFill>
            </a:ln>
          </p:spPr>
        </p:sp>
        <p:sp>
          <p:nvSpPr>
            <p:cNvPr id="289" name="Freeform 289"/>
            <p:cNvSpPr/>
            <p:nvPr/>
          </p:nvSpPr>
          <p:spPr>
            <a:xfrm>
              <a:off x="2850832" y="4551998"/>
              <a:ext cx="87630" cy="74295"/>
            </a:xfrm>
            <a:custGeom>
              <a:avLst/>
              <a:gdLst/>
              <a:ahLst/>
              <a:cxnLst/>
              <a:rect l="l" t="t" r="r" b="b"/>
              <a:pathLst>
                <a:path w="87630" h="74295">
                  <a:moveTo>
                    <a:pt x="0" y="74295"/>
                  </a:moveTo>
                  <a:lnTo>
                    <a:pt x="87630" y="0"/>
                  </a:lnTo>
                </a:path>
              </a:pathLst>
            </a:custGeom>
            <a:noFill/>
            <a:ln w="34862">
              <a:solidFill>
                <a:srgbClr val="FFEF00"/>
              </a:solidFill>
            </a:ln>
          </p:spPr>
        </p:sp>
        <p:sp>
          <p:nvSpPr>
            <p:cNvPr id="290" name="Freeform 290"/>
            <p:cNvSpPr/>
            <p:nvPr/>
          </p:nvSpPr>
          <p:spPr>
            <a:xfrm>
              <a:off x="2854642" y="4556760"/>
              <a:ext cx="87630" cy="74295"/>
            </a:xfrm>
            <a:custGeom>
              <a:avLst/>
              <a:gdLst/>
              <a:ahLst/>
              <a:cxnLst/>
              <a:rect l="l" t="t" r="r" b="b"/>
              <a:pathLst>
                <a:path w="87630" h="74295">
                  <a:moveTo>
                    <a:pt x="0" y="74295"/>
                  </a:moveTo>
                  <a:lnTo>
                    <a:pt x="87630" y="0"/>
                  </a:lnTo>
                </a:path>
              </a:pathLst>
            </a:custGeom>
            <a:noFill/>
            <a:ln w="34957">
              <a:solidFill>
                <a:srgbClr val="FFE900"/>
              </a:solidFill>
            </a:ln>
          </p:spPr>
        </p:sp>
        <p:sp>
          <p:nvSpPr>
            <p:cNvPr id="291" name="Freeform 291"/>
            <p:cNvSpPr/>
            <p:nvPr/>
          </p:nvSpPr>
          <p:spPr>
            <a:xfrm>
              <a:off x="2858452" y="4561522"/>
              <a:ext cx="88582" cy="73343"/>
            </a:xfrm>
            <a:custGeom>
              <a:avLst/>
              <a:gdLst/>
              <a:ahLst/>
              <a:cxnLst/>
              <a:rect l="l" t="t" r="r" b="b"/>
              <a:pathLst>
                <a:path w="88582" h="73343">
                  <a:moveTo>
                    <a:pt x="0" y="73343"/>
                  </a:moveTo>
                  <a:lnTo>
                    <a:pt x="88582" y="0"/>
                  </a:lnTo>
                </a:path>
              </a:pathLst>
            </a:custGeom>
            <a:noFill/>
            <a:ln w="34957">
              <a:solidFill>
                <a:srgbClr val="FFE200"/>
              </a:solidFill>
            </a:ln>
          </p:spPr>
        </p:sp>
        <p:sp>
          <p:nvSpPr>
            <p:cNvPr id="292" name="Freeform 292"/>
            <p:cNvSpPr/>
            <p:nvPr/>
          </p:nvSpPr>
          <p:spPr>
            <a:xfrm>
              <a:off x="2862262" y="4566285"/>
              <a:ext cx="88583" cy="73343"/>
            </a:xfrm>
            <a:custGeom>
              <a:avLst/>
              <a:gdLst/>
              <a:ahLst/>
              <a:cxnLst/>
              <a:rect l="l" t="t" r="r" b="b"/>
              <a:pathLst>
                <a:path w="88583" h="73343">
                  <a:moveTo>
                    <a:pt x="0" y="73343"/>
                  </a:moveTo>
                  <a:lnTo>
                    <a:pt x="88583" y="0"/>
                  </a:lnTo>
                </a:path>
              </a:pathLst>
            </a:custGeom>
            <a:noFill/>
            <a:ln w="34957">
              <a:solidFill>
                <a:srgbClr val="FFDC00"/>
              </a:solidFill>
            </a:ln>
          </p:spPr>
        </p:sp>
        <p:sp>
          <p:nvSpPr>
            <p:cNvPr id="293" name="Freeform 293"/>
            <p:cNvSpPr/>
            <p:nvPr/>
          </p:nvSpPr>
          <p:spPr>
            <a:xfrm>
              <a:off x="2866072" y="4571048"/>
              <a:ext cx="88583" cy="73343"/>
            </a:xfrm>
            <a:custGeom>
              <a:avLst/>
              <a:gdLst/>
              <a:ahLst/>
              <a:cxnLst/>
              <a:rect l="l" t="t" r="r" b="b"/>
              <a:pathLst>
                <a:path w="88583" h="73343">
                  <a:moveTo>
                    <a:pt x="0" y="73343"/>
                  </a:moveTo>
                  <a:lnTo>
                    <a:pt x="88583" y="0"/>
                  </a:lnTo>
                </a:path>
              </a:pathLst>
            </a:custGeom>
            <a:noFill/>
            <a:ln w="35052">
              <a:solidFill>
                <a:srgbClr val="FFD500"/>
              </a:solidFill>
            </a:ln>
          </p:spPr>
        </p:sp>
        <p:sp>
          <p:nvSpPr>
            <p:cNvPr id="294" name="Freeform 294"/>
            <p:cNvSpPr/>
            <p:nvPr/>
          </p:nvSpPr>
          <p:spPr>
            <a:xfrm>
              <a:off x="2869882" y="4575810"/>
              <a:ext cx="89535" cy="73343"/>
            </a:xfrm>
            <a:custGeom>
              <a:avLst/>
              <a:gdLst/>
              <a:ahLst/>
              <a:cxnLst/>
              <a:rect l="l" t="t" r="r" b="b"/>
              <a:pathLst>
                <a:path w="89535" h="73343">
                  <a:moveTo>
                    <a:pt x="0" y="73343"/>
                  </a:moveTo>
                  <a:lnTo>
                    <a:pt x="89535" y="0"/>
                  </a:lnTo>
                </a:path>
              </a:pathLst>
            </a:custGeom>
            <a:noFill/>
            <a:ln w="35052">
              <a:solidFill>
                <a:srgbClr val="FFCF00"/>
              </a:solidFill>
            </a:ln>
          </p:spPr>
        </p:sp>
        <p:sp>
          <p:nvSpPr>
            <p:cNvPr id="295" name="Freeform 295"/>
            <p:cNvSpPr/>
            <p:nvPr/>
          </p:nvSpPr>
          <p:spPr>
            <a:xfrm>
              <a:off x="2873692" y="4580572"/>
              <a:ext cx="89535" cy="73343"/>
            </a:xfrm>
            <a:custGeom>
              <a:avLst/>
              <a:gdLst/>
              <a:ahLst/>
              <a:cxnLst/>
              <a:rect l="l" t="t" r="r" b="b"/>
              <a:pathLst>
                <a:path w="89535" h="73343">
                  <a:moveTo>
                    <a:pt x="0" y="73343"/>
                  </a:moveTo>
                  <a:lnTo>
                    <a:pt x="89535" y="0"/>
                  </a:lnTo>
                </a:path>
              </a:pathLst>
            </a:custGeom>
            <a:noFill/>
            <a:ln w="35052">
              <a:solidFill>
                <a:srgbClr val="FFC800"/>
              </a:solidFill>
            </a:ln>
          </p:spPr>
        </p:sp>
        <p:sp>
          <p:nvSpPr>
            <p:cNvPr id="296" name="Freeform 296"/>
            <p:cNvSpPr/>
            <p:nvPr/>
          </p:nvSpPr>
          <p:spPr>
            <a:xfrm>
              <a:off x="2877502" y="4586288"/>
              <a:ext cx="89535" cy="72390"/>
            </a:xfrm>
            <a:custGeom>
              <a:avLst/>
              <a:gdLst/>
              <a:ahLst/>
              <a:cxnLst/>
              <a:rect l="l" t="t" r="r" b="b"/>
              <a:pathLst>
                <a:path w="89535" h="72390">
                  <a:moveTo>
                    <a:pt x="0" y="72390"/>
                  </a:moveTo>
                  <a:lnTo>
                    <a:pt x="89535" y="0"/>
                  </a:lnTo>
                </a:path>
              </a:pathLst>
            </a:custGeom>
            <a:noFill/>
            <a:ln w="35147">
              <a:solidFill>
                <a:srgbClr val="FFC100"/>
              </a:solidFill>
            </a:ln>
          </p:spPr>
        </p:sp>
        <p:sp>
          <p:nvSpPr>
            <p:cNvPr id="297" name="Freeform 297"/>
            <p:cNvSpPr/>
            <p:nvPr/>
          </p:nvSpPr>
          <p:spPr>
            <a:xfrm>
              <a:off x="2881312" y="4591050"/>
              <a:ext cx="89535" cy="72390"/>
            </a:xfrm>
            <a:custGeom>
              <a:avLst/>
              <a:gdLst/>
              <a:ahLst/>
              <a:cxnLst/>
              <a:rect l="l" t="t" r="r" b="b"/>
              <a:pathLst>
                <a:path w="89535" h="72390">
                  <a:moveTo>
                    <a:pt x="0" y="72390"/>
                  </a:moveTo>
                  <a:lnTo>
                    <a:pt x="89535" y="0"/>
                  </a:lnTo>
                </a:path>
              </a:pathLst>
            </a:custGeom>
            <a:noFill/>
            <a:ln w="35147">
              <a:solidFill>
                <a:srgbClr val="FFBB00"/>
              </a:solidFill>
            </a:ln>
          </p:spPr>
        </p:sp>
        <p:sp>
          <p:nvSpPr>
            <p:cNvPr id="298" name="Freeform 298"/>
            <p:cNvSpPr/>
            <p:nvPr/>
          </p:nvSpPr>
          <p:spPr>
            <a:xfrm>
              <a:off x="2885122" y="4595812"/>
              <a:ext cx="90488" cy="71438"/>
            </a:xfrm>
            <a:custGeom>
              <a:avLst/>
              <a:gdLst/>
              <a:ahLst/>
              <a:cxnLst/>
              <a:rect l="l" t="t" r="r" b="b"/>
              <a:pathLst>
                <a:path w="90488" h="71438">
                  <a:moveTo>
                    <a:pt x="0" y="71438"/>
                  </a:moveTo>
                  <a:lnTo>
                    <a:pt x="90488" y="0"/>
                  </a:lnTo>
                </a:path>
              </a:pathLst>
            </a:custGeom>
            <a:noFill/>
            <a:ln w="35147">
              <a:solidFill>
                <a:srgbClr val="FFB400"/>
              </a:solidFill>
            </a:ln>
          </p:spPr>
        </p:sp>
        <p:sp>
          <p:nvSpPr>
            <p:cNvPr id="299" name="Freeform 299"/>
            <p:cNvSpPr/>
            <p:nvPr/>
          </p:nvSpPr>
          <p:spPr>
            <a:xfrm>
              <a:off x="2888932" y="4601528"/>
              <a:ext cx="90488" cy="70485"/>
            </a:xfrm>
            <a:custGeom>
              <a:avLst/>
              <a:gdLst/>
              <a:ahLst/>
              <a:cxnLst/>
              <a:rect l="l" t="t" r="r" b="b"/>
              <a:pathLst>
                <a:path w="90488" h="70485">
                  <a:moveTo>
                    <a:pt x="0" y="70485"/>
                  </a:moveTo>
                  <a:lnTo>
                    <a:pt x="90488" y="0"/>
                  </a:lnTo>
                </a:path>
              </a:pathLst>
            </a:custGeom>
            <a:noFill/>
            <a:ln w="35242">
              <a:solidFill>
                <a:srgbClr val="FFAD00"/>
              </a:solidFill>
            </a:ln>
          </p:spPr>
        </p:sp>
        <p:sp>
          <p:nvSpPr>
            <p:cNvPr id="300" name="Freeform 300"/>
            <p:cNvSpPr/>
            <p:nvPr/>
          </p:nvSpPr>
          <p:spPr>
            <a:xfrm>
              <a:off x="2892742" y="4606290"/>
              <a:ext cx="90488" cy="70485"/>
            </a:xfrm>
            <a:custGeom>
              <a:avLst/>
              <a:gdLst/>
              <a:ahLst/>
              <a:cxnLst/>
              <a:rect l="l" t="t" r="r" b="b"/>
              <a:pathLst>
                <a:path w="90488" h="70485">
                  <a:moveTo>
                    <a:pt x="0" y="70485"/>
                  </a:moveTo>
                  <a:lnTo>
                    <a:pt x="90488" y="0"/>
                  </a:lnTo>
                </a:path>
              </a:pathLst>
            </a:custGeom>
            <a:noFill/>
            <a:ln w="35242">
              <a:solidFill>
                <a:srgbClr val="FFA600"/>
              </a:solidFill>
            </a:ln>
          </p:spPr>
        </p:sp>
        <p:sp>
          <p:nvSpPr>
            <p:cNvPr id="301" name="Freeform 301"/>
            <p:cNvSpPr/>
            <p:nvPr/>
          </p:nvSpPr>
          <p:spPr>
            <a:xfrm>
              <a:off x="2896552" y="4612005"/>
              <a:ext cx="91440" cy="70485"/>
            </a:xfrm>
            <a:custGeom>
              <a:avLst/>
              <a:gdLst/>
              <a:ahLst/>
              <a:cxnLst/>
              <a:rect l="l" t="t" r="r" b="b"/>
              <a:pathLst>
                <a:path w="91440" h="70485">
                  <a:moveTo>
                    <a:pt x="0" y="70485"/>
                  </a:moveTo>
                  <a:lnTo>
                    <a:pt x="91440" y="0"/>
                  </a:lnTo>
                </a:path>
              </a:pathLst>
            </a:custGeom>
            <a:noFill/>
            <a:ln w="35242">
              <a:solidFill>
                <a:srgbClr val="FF9F00"/>
              </a:solidFill>
            </a:ln>
          </p:spPr>
        </p:sp>
        <p:sp>
          <p:nvSpPr>
            <p:cNvPr id="302" name="Freeform 302"/>
            <p:cNvSpPr/>
            <p:nvPr/>
          </p:nvSpPr>
          <p:spPr>
            <a:xfrm>
              <a:off x="2900362" y="4616768"/>
              <a:ext cx="91440" cy="70485"/>
            </a:xfrm>
            <a:custGeom>
              <a:avLst/>
              <a:gdLst/>
              <a:ahLst/>
              <a:cxnLst/>
              <a:rect l="l" t="t" r="r" b="b"/>
              <a:pathLst>
                <a:path w="91440" h="70485">
                  <a:moveTo>
                    <a:pt x="0" y="70485"/>
                  </a:moveTo>
                  <a:lnTo>
                    <a:pt x="91440" y="0"/>
                  </a:lnTo>
                </a:path>
              </a:pathLst>
            </a:custGeom>
            <a:noFill/>
            <a:ln w="35338">
              <a:solidFill>
                <a:srgbClr val="FF9800"/>
              </a:solidFill>
            </a:ln>
          </p:spPr>
        </p:sp>
        <p:sp>
          <p:nvSpPr>
            <p:cNvPr id="303" name="Freeform 303"/>
            <p:cNvSpPr/>
            <p:nvPr/>
          </p:nvSpPr>
          <p:spPr>
            <a:xfrm>
              <a:off x="2904172" y="4622482"/>
              <a:ext cx="91440" cy="69533"/>
            </a:xfrm>
            <a:custGeom>
              <a:avLst/>
              <a:gdLst/>
              <a:ahLst/>
              <a:cxnLst/>
              <a:rect l="l" t="t" r="r" b="b"/>
              <a:pathLst>
                <a:path w="91440" h="69533">
                  <a:moveTo>
                    <a:pt x="0" y="69533"/>
                  </a:moveTo>
                  <a:lnTo>
                    <a:pt x="91440" y="0"/>
                  </a:lnTo>
                </a:path>
              </a:pathLst>
            </a:custGeom>
            <a:noFill/>
            <a:ln w="35338">
              <a:solidFill>
                <a:srgbClr val="FF9100"/>
              </a:solidFill>
            </a:ln>
          </p:spPr>
        </p:sp>
        <p:sp>
          <p:nvSpPr>
            <p:cNvPr id="304" name="Freeform 304"/>
            <p:cNvSpPr/>
            <p:nvPr/>
          </p:nvSpPr>
          <p:spPr>
            <a:xfrm>
              <a:off x="2907982" y="4628198"/>
              <a:ext cx="91440" cy="68580"/>
            </a:xfrm>
            <a:custGeom>
              <a:avLst/>
              <a:gdLst/>
              <a:ahLst/>
              <a:cxnLst/>
              <a:rect l="l" t="t" r="r" b="b"/>
              <a:pathLst>
                <a:path w="91440" h="68580">
                  <a:moveTo>
                    <a:pt x="0" y="68580"/>
                  </a:moveTo>
                  <a:lnTo>
                    <a:pt x="91440" y="0"/>
                  </a:lnTo>
                </a:path>
              </a:pathLst>
            </a:custGeom>
            <a:noFill/>
            <a:ln w="35433">
              <a:solidFill>
                <a:srgbClr val="FF8900"/>
              </a:solidFill>
            </a:ln>
          </p:spPr>
        </p:sp>
        <p:sp>
          <p:nvSpPr>
            <p:cNvPr id="305" name="Freeform 305"/>
            <p:cNvSpPr/>
            <p:nvPr/>
          </p:nvSpPr>
          <p:spPr>
            <a:xfrm>
              <a:off x="2911792" y="4632960"/>
              <a:ext cx="91440" cy="68580"/>
            </a:xfrm>
            <a:custGeom>
              <a:avLst/>
              <a:gdLst/>
              <a:ahLst/>
              <a:cxnLst/>
              <a:rect l="l" t="t" r="r" b="b"/>
              <a:pathLst>
                <a:path w="91440" h="68580">
                  <a:moveTo>
                    <a:pt x="0" y="68580"/>
                  </a:moveTo>
                  <a:lnTo>
                    <a:pt x="91440" y="0"/>
                  </a:lnTo>
                </a:path>
              </a:pathLst>
            </a:custGeom>
            <a:noFill/>
            <a:ln w="35433">
              <a:solidFill>
                <a:srgbClr val="FF8200"/>
              </a:solidFill>
            </a:ln>
          </p:spPr>
        </p:sp>
        <p:sp>
          <p:nvSpPr>
            <p:cNvPr id="306" name="Freeform 306"/>
            <p:cNvSpPr/>
            <p:nvPr/>
          </p:nvSpPr>
          <p:spPr>
            <a:xfrm>
              <a:off x="2915602" y="4638675"/>
              <a:ext cx="92392" cy="68580"/>
            </a:xfrm>
            <a:custGeom>
              <a:avLst/>
              <a:gdLst/>
              <a:ahLst/>
              <a:cxnLst/>
              <a:rect l="l" t="t" r="r" b="b"/>
              <a:pathLst>
                <a:path w="92392" h="68580">
                  <a:moveTo>
                    <a:pt x="0" y="68580"/>
                  </a:moveTo>
                  <a:lnTo>
                    <a:pt x="92392" y="0"/>
                  </a:lnTo>
                </a:path>
              </a:pathLst>
            </a:custGeom>
            <a:noFill/>
            <a:ln w="35433">
              <a:solidFill>
                <a:srgbClr val="FF7B00"/>
              </a:solidFill>
            </a:ln>
          </p:spPr>
        </p:sp>
        <p:sp>
          <p:nvSpPr>
            <p:cNvPr id="307" name="Freeform 307"/>
            <p:cNvSpPr/>
            <p:nvPr/>
          </p:nvSpPr>
          <p:spPr>
            <a:xfrm>
              <a:off x="2919412" y="4644390"/>
              <a:ext cx="92392" cy="67627"/>
            </a:xfrm>
            <a:custGeom>
              <a:avLst/>
              <a:gdLst/>
              <a:ahLst/>
              <a:cxnLst/>
              <a:rect l="l" t="t" r="r" b="b"/>
              <a:pathLst>
                <a:path w="92392" h="67627">
                  <a:moveTo>
                    <a:pt x="0" y="67627"/>
                  </a:moveTo>
                  <a:lnTo>
                    <a:pt x="92392" y="0"/>
                  </a:lnTo>
                </a:path>
              </a:pathLst>
            </a:custGeom>
            <a:noFill/>
            <a:ln w="35528">
              <a:solidFill>
                <a:srgbClr val="FF7300"/>
              </a:solidFill>
            </a:ln>
          </p:spPr>
        </p:sp>
        <p:sp>
          <p:nvSpPr>
            <p:cNvPr id="308" name="Freeform 308"/>
            <p:cNvSpPr/>
            <p:nvPr/>
          </p:nvSpPr>
          <p:spPr>
            <a:xfrm>
              <a:off x="2923222" y="4650105"/>
              <a:ext cx="93345" cy="67628"/>
            </a:xfrm>
            <a:custGeom>
              <a:avLst/>
              <a:gdLst/>
              <a:ahLst/>
              <a:cxnLst/>
              <a:rect l="l" t="t" r="r" b="b"/>
              <a:pathLst>
                <a:path w="93345" h="67628">
                  <a:moveTo>
                    <a:pt x="0" y="67628"/>
                  </a:moveTo>
                  <a:lnTo>
                    <a:pt x="93345" y="0"/>
                  </a:lnTo>
                </a:path>
              </a:pathLst>
            </a:custGeom>
            <a:noFill/>
            <a:ln w="35528">
              <a:solidFill>
                <a:srgbClr val="FF6B00"/>
              </a:solidFill>
            </a:ln>
          </p:spPr>
        </p:sp>
        <p:sp>
          <p:nvSpPr>
            <p:cNvPr id="309" name="Freeform 309"/>
            <p:cNvSpPr/>
            <p:nvPr/>
          </p:nvSpPr>
          <p:spPr>
            <a:xfrm>
              <a:off x="2926080" y="4655820"/>
              <a:ext cx="94298" cy="66675"/>
            </a:xfrm>
            <a:custGeom>
              <a:avLst/>
              <a:gdLst/>
              <a:ahLst/>
              <a:cxnLst/>
              <a:rect l="l" t="t" r="r" b="b"/>
              <a:pathLst>
                <a:path w="94298" h="66675">
                  <a:moveTo>
                    <a:pt x="0" y="66675"/>
                  </a:moveTo>
                  <a:lnTo>
                    <a:pt x="94298" y="0"/>
                  </a:lnTo>
                </a:path>
              </a:pathLst>
            </a:custGeom>
            <a:noFill/>
            <a:ln w="35624">
              <a:solidFill>
                <a:srgbClr val="FF6300"/>
              </a:solidFill>
            </a:ln>
          </p:spPr>
        </p:sp>
        <p:sp>
          <p:nvSpPr>
            <p:cNvPr id="310" name="Freeform 310"/>
            <p:cNvSpPr/>
            <p:nvPr/>
          </p:nvSpPr>
          <p:spPr>
            <a:xfrm>
              <a:off x="2930842" y="4661535"/>
              <a:ext cx="93345" cy="66675"/>
            </a:xfrm>
            <a:custGeom>
              <a:avLst/>
              <a:gdLst/>
              <a:ahLst/>
              <a:cxnLst/>
              <a:rect l="l" t="t" r="r" b="b"/>
              <a:pathLst>
                <a:path w="93345" h="66675">
                  <a:moveTo>
                    <a:pt x="0" y="66675"/>
                  </a:moveTo>
                  <a:lnTo>
                    <a:pt x="93345" y="0"/>
                  </a:lnTo>
                </a:path>
              </a:pathLst>
            </a:custGeom>
            <a:noFill/>
            <a:ln w="35624">
              <a:solidFill>
                <a:srgbClr val="FF5B00"/>
              </a:solidFill>
            </a:ln>
          </p:spPr>
        </p:sp>
        <p:sp>
          <p:nvSpPr>
            <p:cNvPr id="311" name="Freeform 311"/>
            <p:cNvSpPr/>
            <p:nvPr/>
          </p:nvSpPr>
          <p:spPr>
            <a:xfrm>
              <a:off x="2934652" y="4667250"/>
              <a:ext cx="93345" cy="65722"/>
            </a:xfrm>
            <a:custGeom>
              <a:avLst/>
              <a:gdLst/>
              <a:ahLst/>
              <a:cxnLst/>
              <a:rect l="l" t="t" r="r" b="b"/>
              <a:pathLst>
                <a:path w="93345" h="65722">
                  <a:moveTo>
                    <a:pt x="0" y="65722"/>
                  </a:moveTo>
                  <a:lnTo>
                    <a:pt x="93345" y="0"/>
                  </a:lnTo>
                </a:path>
              </a:pathLst>
            </a:custGeom>
            <a:noFill/>
            <a:ln w="35719">
              <a:solidFill>
                <a:srgbClr val="FF5300"/>
              </a:solidFill>
            </a:ln>
          </p:spPr>
        </p:sp>
        <p:sp>
          <p:nvSpPr>
            <p:cNvPr id="312" name="Freeform 312"/>
            <p:cNvSpPr/>
            <p:nvPr/>
          </p:nvSpPr>
          <p:spPr>
            <a:xfrm>
              <a:off x="2937510" y="4672965"/>
              <a:ext cx="94298" cy="65722"/>
            </a:xfrm>
            <a:custGeom>
              <a:avLst/>
              <a:gdLst/>
              <a:ahLst/>
              <a:cxnLst/>
              <a:rect l="l" t="t" r="r" b="b"/>
              <a:pathLst>
                <a:path w="94298" h="65722">
                  <a:moveTo>
                    <a:pt x="0" y="65722"/>
                  </a:moveTo>
                  <a:lnTo>
                    <a:pt x="94298" y="0"/>
                  </a:lnTo>
                </a:path>
              </a:pathLst>
            </a:custGeom>
            <a:noFill/>
            <a:ln w="35719">
              <a:solidFill>
                <a:srgbClr val="FF4B00"/>
              </a:solidFill>
            </a:ln>
          </p:spPr>
        </p:sp>
        <p:sp>
          <p:nvSpPr>
            <p:cNvPr id="313" name="Freeform 313"/>
            <p:cNvSpPr/>
            <p:nvPr/>
          </p:nvSpPr>
          <p:spPr>
            <a:xfrm>
              <a:off x="2941320" y="4678680"/>
              <a:ext cx="95250" cy="65723"/>
            </a:xfrm>
            <a:custGeom>
              <a:avLst/>
              <a:gdLst/>
              <a:ahLst/>
              <a:cxnLst/>
              <a:rect l="l" t="t" r="r" b="b"/>
              <a:pathLst>
                <a:path w="95250" h="65723">
                  <a:moveTo>
                    <a:pt x="0" y="65723"/>
                  </a:moveTo>
                  <a:lnTo>
                    <a:pt x="95250" y="0"/>
                  </a:lnTo>
                </a:path>
              </a:pathLst>
            </a:custGeom>
            <a:noFill/>
            <a:ln w="35814">
              <a:solidFill>
                <a:srgbClr val="FF4200"/>
              </a:solidFill>
            </a:ln>
          </p:spPr>
        </p:sp>
        <p:sp>
          <p:nvSpPr>
            <p:cNvPr id="314" name="Freeform 314"/>
            <p:cNvSpPr/>
            <p:nvPr/>
          </p:nvSpPr>
          <p:spPr>
            <a:xfrm>
              <a:off x="2946082" y="4684395"/>
              <a:ext cx="94297" cy="64770"/>
            </a:xfrm>
            <a:custGeom>
              <a:avLst/>
              <a:gdLst/>
              <a:ahLst/>
              <a:cxnLst/>
              <a:rect l="l" t="t" r="r" b="b"/>
              <a:pathLst>
                <a:path w="94297" h="64770">
                  <a:moveTo>
                    <a:pt x="0" y="64770"/>
                  </a:moveTo>
                  <a:lnTo>
                    <a:pt x="94297" y="0"/>
                  </a:lnTo>
                </a:path>
              </a:pathLst>
            </a:custGeom>
            <a:noFill/>
            <a:ln w="35814">
              <a:solidFill>
                <a:srgbClr val="FF3900"/>
              </a:solidFill>
            </a:ln>
          </p:spPr>
        </p:sp>
        <p:sp>
          <p:nvSpPr>
            <p:cNvPr id="315" name="Freeform 315"/>
            <p:cNvSpPr/>
            <p:nvPr/>
          </p:nvSpPr>
          <p:spPr>
            <a:xfrm>
              <a:off x="2948940" y="4691062"/>
              <a:ext cx="96202" cy="63817"/>
            </a:xfrm>
            <a:custGeom>
              <a:avLst/>
              <a:gdLst/>
              <a:ahLst/>
              <a:cxnLst/>
              <a:rect l="l" t="t" r="r" b="b"/>
              <a:pathLst>
                <a:path w="96202" h="63817">
                  <a:moveTo>
                    <a:pt x="0" y="63817"/>
                  </a:moveTo>
                  <a:lnTo>
                    <a:pt x="96202" y="0"/>
                  </a:lnTo>
                </a:path>
              </a:pathLst>
            </a:custGeom>
            <a:noFill/>
            <a:ln w="35909">
              <a:solidFill>
                <a:srgbClr val="FF3000"/>
              </a:solidFill>
            </a:ln>
          </p:spPr>
        </p:sp>
        <p:sp>
          <p:nvSpPr>
            <p:cNvPr id="316" name="Freeform 316"/>
            <p:cNvSpPr/>
            <p:nvPr/>
          </p:nvSpPr>
          <p:spPr>
            <a:xfrm>
              <a:off x="2952750" y="4696778"/>
              <a:ext cx="96203" cy="63817"/>
            </a:xfrm>
            <a:custGeom>
              <a:avLst/>
              <a:gdLst/>
              <a:ahLst/>
              <a:cxnLst/>
              <a:rect l="l" t="t" r="r" b="b"/>
              <a:pathLst>
                <a:path w="96203" h="63817">
                  <a:moveTo>
                    <a:pt x="0" y="63817"/>
                  </a:moveTo>
                  <a:lnTo>
                    <a:pt x="96203" y="0"/>
                  </a:lnTo>
                </a:path>
              </a:pathLst>
            </a:custGeom>
            <a:noFill/>
            <a:ln w="35909">
              <a:solidFill>
                <a:srgbClr val="FF2600"/>
              </a:solidFill>
            </a:ln>
          </p:spPr>
        </p:sp>
        <p:sp>
          <p:nvSpPr>
            <p:cNvPr id="317" name="Freeform 317"/>
            <p:cNvSpPr/>
            <p:nvPr/>
          </p:nvSpPr>
          <p:spPr>
            <a:xfrm>
              <a:off x="2956560" y="4702492"/>
              <a:ext cx="96203" cy="63817"/>
            </a:xfrm>
            <a:custGeom>
              <a:avLst/>
              <a:gdLst/>
              <a:ahLst/>
              <a:cxnLst/>
              <a:rect l="l" t="t" r="r" b="b"/>
              <a:pathLst>
                <a:path w="96203" h="63817">
                  <a:moveTo>
                    <a:pt x="0" y="63817"/>
                  </a:moveTo>
                  <a:lnTo>
                    <a:pt x="96203" y="0"/>
                  </a:lnTo>
                </a:path>
              </a:pathLst>
            </a:custGeom>
            <a:noFill/>
            <a:ln w="36004">
              <a:solidFill>
                <a:srgbClr val="FF1B00"/>
              </a:solidFill>
            </a:ln>
          </p:spPr>
        </p:sp>
        <p:sp>
          <p:nvSpPr>
            <p:cNvPr id="318" name="Freeform 318"/>
            <p:cNvSpPr/>
            <p:nvPr/>
          </p:nvSpPr>
          <p:spPr>
            <a:xfrm>
              <a:off x="2961322" y="4709160"/>
              <a:ext cx="95250" cy="62865"/>
            </a:xfrm>
            <a:custGeom>
              <a:avLst/>
              <a:gdLst/>
              <a:ahLst/>
              <a:cxnLst/>
              <a:rect l="l" t="t" r="r" b="b"/>
              <a:pathLst>
                <a:path w="95250" h="62865">
                  <a:moveTo>
                    <a:pt x="0" y="62865"/>
                  </a:moveTo>
                  <a:lnTo>
                    <a:pt x="95250" y="0"/>
                  </a:lnTo>
                </a:path>
              </a:pathLst>
            </a:custGeom>
            <a:noFill/>
            <a:ln w="36004">
              <a:solidFill>
                <a:srgbClr val="FF1000"/>
              </a:solidFill>
            </a:ln>
          </p:spPr>
        </p:sp>
        <p:sp>
          <p:nvSpPr>
            <p:cNvPr id="319" name="Freeform 319"/>
            <p:cNvSpPr/>
            <p:nvPr/>
          </p:nvSpPr>
          <p:spPr>
            <a:xfrm>
              <a:off x="2964180" y="4714875"/>
              <a:ext cx="96203" cy="62865"/>
            </a:xfrm>
            <a:custGeom>
              <a:avLst/>
              <a:gdLst/>
              <a:ahLst/>
              <a:cxnLst/>
              <a:rect l="l" t="t" r="r" b="b"/>
              <a:pathLst>
                <a:path w="96203" h="62865">
                  <a:moveTo>
                    <a:pt x="0" y="62865"/>
                  </a:moveTo>
                  <a:lnTo>
                    <a:pt x="96203" y="0"/>
                  </a:lnTo>
                </a:path>
              </a:pathLst>
            </a:custGeom>
            <a:noFill/>
            <a:ln w="36100">
              <a:solidFill>
                <a:srgbClr val="FF0000"/>
              </a:solidFill>
            </a:ln>
          </p:spPr>
        </p:sp>
        <p:sp>
          <p:nvSpPr>
            <p:cNvPr id="320" name="Freeform 320"/>
            <p:cNvSpPr/>
            <p:nvPr/>
          </p:nvSpPr>
          <p:spPr>
            <a:xfrm>
              <a:off x="2967990" y="4721542"/>
              <a:ext cx="97155" cy="61912"/>
            </a:xfrm>
            <a:custGeom>
              <a:avLst/>
              <a:gdLst/>
              <a:ahLst/>
              <a:cxnLst/>
              <a:rect l="l" t="t" r="r" b="b"/>
              <a:pathLst>
                <a:path w="97155" h="61912">
                  <a:moveTo>
                    <a:pt x="0" y="61912"/>
                  </a:moveTo>
                  <a:lnTo>
                    <a:pt x="97155" y="0"/>
                  </a:lnTo>
                </a:path>
              </a:pathLst>
            </a:custGeom>
            <a:noFill/>
            <a:ln w="36195">
              <a:solidFill>
                <a:srgbClr val="FF0000"/>
              </a:solidFill>
            </a:ln>
          </p:spPr>
        </p:sp>
        <p:sp>
          <p:nvSpPr>
            <p:cNvPr id="321" name="Freeform 321"/>
            <p:cNvSpPr/>
            <p:nvPr/>
          </p:nvSpPr>
          <p:spPr>
            <a:xfrm>
              <a:off x="2971800" y="4728210"/>
              <a:ext cx="97155" cy="60960"/>
            </a:xfrm>
            <a:custGeom>
              <a:avLst/>
              <a:gdLst/>
              <a:ahLst/>
              <a:cxnLst/>
              <a:rect l="l" t="t" r="r" b="b"/>
              <a:pathLst>
                <a:path w="97155" h="60960">
                  <a:moveTo>
                    <a:pt x="0" y="60960"/>
                  </a:moveTo>
                  <a:lnTo>
                    <a:pt x="97155" y="0"/>
                  </a:lnTo>
                </a:path>
              </a:pathLst>
            </a:custGeom>
            <a:noFill/>
            <a:ln w="36195">
              <a:solidFill>
                <a:srgbClr val="FF0000"/>
              </a:solidFill>
            </a:ln>
          </p:spPr>
        </p:sp>
        <p:sp>
          <p:nvSpPr>
            <p:cNvPr id="322" name="Freeform 322"/>
            <p:cNvSpPr/>
            <p:nvPr/>
          </p:nvSpPr>
          <p:spPr>
            <a:xfrm>
              <a:off x="2975610" y="4733925"/>
              <a:ext cx="97155" cy="61912"/>
            </a:xfrm>
            <a:custGeom>
              <a:avLst/>
              <a:gdLst/>
              <a:ahLst/>
              <a:cxnLst/>
              <a:rect l="l" t="t" r="r" b="b"/>
              <a:pathLst>
                <a:path w="97155" h="61912">
                  <a:moveTo>
                    <a:pt x="0" y="61912"/>
                  </a:moveTo>
                  <a:lnTo>
                    <a:pt x="97155" y="0"/>
                  </a:lnTo>
                </a:path>
              </a:pathLst>
            </a:custGeom>
            <a:noFill/>
            <a:ln w="36290">
              <a:solidFill>
                <a:srgbClr val="FF0000"/>
              </a:solidFill>
            </a:ln>
          </p:spPr>
        </p:sp>
        <p:sp>
          <p:nvSpPr>
            <p:cNvPr id="323" name="Freeform 323"/>
            <p:cNvSpPr/>
            <p:nvPr/>
          </p:nvSpPr>
          <p:spPr>
            <a:xfrm>
              <a:off x="2979420" y="4740592"/>
              <a:ext cx="98108" cy="60960"/>
            </a:xfrm>
            <a:custGeom>
              <a:avLst/>
              <a:gdLst/>
              <a:ahLst/>
              <a:cxnLst/>
              <a:rect l="l" t="t" r="r" b="b"/>
              <a:pathLst>
                <a:path w="98108" h="60960">
                  <a:moveTo>
                    <a:pt x="0" y="60960"/>
                  </a:moveTo>
                  <a:lnTo>
                    <a:pt x="98108" y="0"/>
                  </a:lnTo>
                </a:path>
              </a:pathLst>
            </a:custGeom>
            <a:noFill/>
            <a:ln w="36290">
              <a:solidFill>
                <a:srgbClr val="FF0000"/>
              </a:solidFill>
            </a:ln>
          </p:spPr>
        </p:sp>
        <p:sp>
          <p:nvSpPr>
            <p:cNvPr id="324" name="Freeform 324"/>
            <p:cNvSpPr/>
            <p:nvPr/>
          </p:nvSpPr>
          <p:spPr>
            <a:xfrm>
              <a:off x="2983230" y="4747260"/>
              <a:ext cx="98108" cy="60960"/>
            </a:xfrm>
            <a:custGeom>
              <a:avLst/>
              <a:gdLst/>
              <a:ahLst/>
              <a:cxnLst/>
              <a:rect l="l" t="t" r="r" b="b"/>
              <a:pathLst>
                <a:path w="98108" h="60960">
                  <a:moveTo>
                    <a:pt x="0" y="60960"/>
                  </a:moveTo>
                  <a:lnTo>
                    <a:pt x="98108" y="0"/>
                  </a:lnTo>
                </a:path>
              </a:pathLst>
            </a:custGeom>
            <a:noFill/>
            <a:ln w="36386">
              <a:solidFill>
                <a:srgbClr val="FF0000"/>
              </a:solidFill>
            </a:ln>
          </p:spPr>
        </p:sp>
        <p:sp>
          <p:nvSpPr>
            <p:cNvPr id="325" name="Freeform 325"/>
            <p:cNvSpPr/>
            <p:nvPr/>
          </p:nvSpPr>
          <p:spPr>
            <a:xfrm>
              <a:off x="2987040" y="4753928"/>
              <a:ext cx="98107" cy="60007"/>
            </a:xfrm>
            <a:custGeom>
              <a:avLst/>
              <a:gdLst/>
              <a:ahLst/>
              <a:cxnLst/>
              <a:rect l="l" t="t" r="r" b="b"/>
              <a:pathLst>
                <a:path w="98107" h="60007">
                  <a:moveTo>
                    <a:pt x="0" y="60007"/>
                  </a:moveTo>
                  <a:lnTo>
                    <a:pt x="98107" y="0"/>
                  </a:lnTo>
                </a:path>
              </a:pathLst>
            </a:custGeom>
            <a:noFill/>
            <a:ln w="36481">
              <a:solidFill>
                <a:srgbClr val="FF0000"/>
              </a:solidFill>
            </a:ln>
          </p:spPr>
        </p:sp>
        <p:sp>
          <p:nvSpPr>
            <p:cNvPr id="326" name="Freeform 326"/>
            <p:cNvSpPr/>
            <p:nvPr/>
          </p:nvSpPr>
          <p:spPr>
            <a:xfrm>
              <a:off x="2990850" y="4760595"/>
              <a:ext cx="98108" cy="60008"/>
            </a:xfrm>
            <a:custGeom>
              <a:avLst/>
              <a:gdLst/>
              <a:ahLst/>
              <a:cxnLst/>
              <a:rect l="l" t="t" r="r" b="b"/>
              <a:pathLst>
                <a:path w="98108" h="60008">
                  <a:moveTo>
                    <a:pt x="0" y="60008"/>
                  </a:moveTo>
                  <a:lnTo>
                    <a:pt x="98108" y="0"/>
                  </a:lnTo>
                </a:path>
              </a:pathLst>
            </a:custGeom>
            <a:noFill/>
            <a:ln w="36481">
              <a:solidFill>
                <a:srgbClr val="FF0000"/>
              </a:solidFill>
            </a:ln>
          </p:spPr>
        </p:sp>
        <p:sp>
          <p:nvSpPr>
            <p:cNvPr id="327" name="Freeform 327"/>
            <p:cNvSpPr/>
            <p:nvPr/>
          </p:nvSpPr>
          <p:spPr>
            <a:xfrm>
              <a:off x="2994660" y="4767262"/>
              <a:ext cx="99060" cy="59055"/>
            </a:xfrm>
            <a:custGeom>
              <a:avLst/>
              <a:gdLst/>
              <a:ahLst/>
              <a:cxnLst/>
              <a:rect l="l" t="t" r="r" b="b"/>
              <a:pathLst>
                <a:path w="99060" h="59055">
                  <a:moveTo>
                    <a:pt x="0" y="59055"/>
                  </a:moveTo>
                  <a:lnTo>
                    <a:pt x="99060" y="0"/>
                  </a:lnTo>
                </a:path>
              </a:pathLst>
            </a:custGeom>
            <a:noFill/>
            <a:ln w="36576">
              <a:solidFill>
                <a:srgbClr val="FF0000"/>
              </a:solidFill>
            </a:ln>
          </p:spPr>
        </p:sp>
        <p:sp>
          <p:nvSpPr>
            <p:cNvPr id="328" name="Freeform 328"/>
            <p:cNvSpPr/>
            <p:nvPr/>
          </p:nvSpPr>
          <p:spPr>
            <a:xfrm>
              <a:off x="2998470" y="4773930"/>
              <a:ext cx="99060" cy="59055"/>
            </a:xfrm>
            <a:custGeom>
              <a:avLst/>
              <a:gdLst/>
              <a:ahLst/>
              <a:cxnLst/>
              <a:rect l="l" t="t" r="r" b="b"/>
              <a:pathLst>
                <a:path w="99060" h="59055">
                  <a:moveTo>
                    <a:pt x="0" y="59055"/>
                  </a:moveTo>
                  <a:lnTo>
                    <a:pt x="99060" y="0"/>
                  </a:lnTo>
                </a:path>
              </a:pathLst>
            </a:custGeom>
            <a:noFill/>
            <a:ln w="36671">
              <a:solidFill>
                <a:srgbClr val="FF0000"/>
              </a:solidFill>
            </a:ln>
          </p:spPr>
        </p:sp>
        <p:sp>
          <p:nvSpPr>
            <p:cNvPr id="329" name="Freeform 329"/>
            <p:cNvSpPr/>
            <p:nvPr/>
          </p:nvSpPr>
          <p:spPr>
            <a:xfrm>
              <a:off x="3002280" y="4781550"/>
              <a:ext cx="99060" cy="58103"/>
            </a:xfrm>
            <a:custGeom>
              <a:avLst/>
              <a:gdLst/>
              <a:ahLst/>
              <a:cxnLst/>
              <a:rect l="l" t="t" r="r" b="b"/>
              <a:pathLst>
                <a:path w="99060" h="58103">
                  <a:moveTo>
                    <a:pt x="0" y="58103"/>
                  </a:moveTo>
                  <a:lnTo>
                    <a:pt x="99060" y="0"/>
                  </a:lnTo>
                </a:path>
              </a:pathLst>
            </a:custGeom>
            <a:noFill/>
            <a:ln w="36766">
              <a:solidFill>
                <a:srgbClr val="FF0000"/>
              </a:solidFill>
            </a:ln>
          </p:spPr>
        </p:sp>
        <p:sp>
          <p:nvSpPr>
            <p:cNvPr id="330" name="Freeform 330"/>
            <p:cNvSpPr/>
            <p:nvPr/>
          </p:nvSpPr>
          <p:spPr>
            <a:xfrm>
              <a:off x="3006090" y="4788218"/>
              <a:ext cx="100012" cy="57150"/>
            </a:xfrm>
            <a:custGeom>
              <a:avLst/>
              <a:gdLst/>
              <a:ahLst/>
              <a:cxnLst/>
              <a:rect l="l" t="t" r="r" b="b"/>
              <a:pathLst>
                <a:path w="100012" h="57150">
                  <a:moveTo>
                    <a:pt x="0" y="57150"/>
                  </a:moveTo>
                  <a:lnTo>
                    <a:pt x="100012" y="0"/>
                  </a:lnTo>
                </a:path>
              </a:pathLst>
            </a:custGeom>
            <a:noFill/>
            <a:ln w="36766">
              <a:solidFill>
                <a:srgbClr val="FF0000"/>
              </a:solidFill>
            </a:ln>
          </p:spPr>
        </p:sp>
        <p:sp>
          <p:nvSpPr>
            <p:cNvPr id="331" name="Freeform 331"/>
            <p:cNvSpPr/>
            <p:nvPr/>
          </p:nvSpPr>
          <p:spPr>
            <a:xfrm>
              <a:off x="3009900" y="4795838"/>
              <a:ext cx="100012" cy="56197"/>
            </a:xfrm>
            <a:custGeom>
              <a:avLst/>
              <a:gdLst/>
              <a:ahLst/>
              <a:cxnLst/>
              <a:rect l="l" t="t" r="r" b="b"/>
              <a:pathLst>
                <a:path w="100012" h="56197">
                  <a:moveTo>
                    <a:pt x="0" y="56197"/>
                  </a:moveTo>
                  <a:lnTo>
                    <a:pt x="100012" y="0"/>
                  </a:lnTo>
                </a:path>
              </a:pathLst>
            </a:custGeom>
            <a:noFill/>
            <a:ln w="36862">
              <a:solidFill>
                <a:srgbClr val="FF0000"/>
              </a:solidFill>
            </a:ln>
          </p:spPr>
        </p:sp>
        <p:sp>
          <p:nvSpPr>
            <p:cNvPr id="332" name="Freeform 332"/>
            <p:cNvSpPr/>
            <p:nvPr/>
          </p:nvSpPr>
          <p:spPr>
            <a:xfrm>
              <a:off x="3013710" y="4802505"/>
              <a:ext cx="100012" cy="57150"/>
            </a:xfrm>
            <a:custGeom>
              <a:avLst/>
              <a:gdLst/>
              <a:ahLst/>
              <a:cxnLst/>
              <a:rect l="l" t="t" r="r" b="b"/>
              <a:pathLst>
                <a:path w="100012" h="57150">
                  <a:moveTo>
                    <a:pt x="0" y="57150"/>
                  </a:moveTo>
                  <a:lnTo>
                    <a:pt x="100012" y="0"/>
                  </a:lnTo>
                </a:path>
              </a:pathLst>
            </a:custGeom>
            <a:noFill/>
            <a:ln w="36957">
              <a:solidFill>
                <a:srgbClr val="FF0000"/>
              </a:solidFill>
            </a:ln>
          </p:spPr>
        </p:sp>
        <p:sp>
          <p:nvSpPr>
            <p:cNvPr id="333" name="Freeform 333"/>
            <p:cNvSpPr/>
            <p:nvPr/>
          </p:nvSpPr>
          <p:spPr>
            <a:xfrm>
              <a:off x="3017520" y="4810125"/>
              <a:ext cx="100012" cy="55245"/>
            </a:xfrm>
            <a:custGeom>
              <a:avLst/>
              <a:gdLst/>
              <a:ahLst/>
              <a:cxnLst/>
              <a:rect l="l" t="t" r="r" b="b"/>
              <a:pathLst>
                <a:path w="100012" h="55245">
                  <a:moveTo>
                    <a:pt x="0" y="55245"/>
                  </a:moveTo>
                  <a:lnTo>
                    <a:pt x="100012" y="0"/>
                  </a:lnTo>
                </a:path>
              </a:pathLst>
            </a:custGeom>
            <a:noFill/>
            <a:ln w="37052">
              <a:solidFill>
                <a:srgbClr val="FF0000"/>
              </a:solidFill>
            </a:ln>
          </p:spPr>
        </p:sp>
        <p:sp>
          <p:nvSpPr>
            <p:cNvPr id="334" name="Freeform 334"/>
            <p:cNvSpPr/>
            <p:nvPr/>
          </p:nvSpPr>
          <p:spPr>
            <a:xfrm>
              <a:off x="3021330" y="4817745"/>
              <a:ext cx="100012" cy="55245"/>
            </a:xfrm>
            <a:custGeom>
              <a:avLst/>
              <a:gdLst/>
              <a:ahLst/>
              <a:cxnLst/>
              <a:rect l="l" t="t" r="r" b="b"/>
              <a:pathLst>
                <a:path w="100012" h="55245">
                  <a:moveTo>
                    <a:pt x="0" y="55245"/>
                  </a:moveTo>
                  <a:lnTo>
                    <a:pt x="100012" y="0"/>
                  </a:lnTo>
                </a:path>
              </a:pathLst>
            </a:custGeom>
            <a:noFill/>
            <a:ln w="37148">
              <a:solidFill>
                <a:srgbClr val="FF0000"/>
              </a:solidFill>
            </a:ln>
          </p:spPr>
        </p:sp>
        <p:sp>
          <p:nvSpPr>
            <p:cNvPr id="335" name="Freeform 335"/>
            <p:cNvSpPr/>
            <p:nvPr/>
          </p:nvSpPr>
          <p:spPr>
            <a:xfrm>
              <a:off x="3024188" y="4825365"/>
              <a:ext cx="101917" cy="54292"/>
            </a:xfrm>
            <a:custGeom>
              <a:avLst/>
              <a:gdLst/>
              <a:ahLst/>
              <a:cxnLst/>
              <a:rect l="l" t="t" r="r" b="b"/>
              <a:pathLst>
                <a:path w="101917" h="54292">
                  <a:moveTo>
                    <a:pt x="0" y="54292"/>
                  </a:moveTo>
                  <a:lnTo>
                    <a:pt x="101917" y="0"/>
                  </a:lnTo>
                </a:path>
              </a:pathLst>
            </a:custGeom>
            <a:noFill/>
            <a:ln w="37243">
              <a:solidFill>
                <a:srgbClr val="FF0000"/>
              </a:solidFill>
            </a:ln>
          </p:spPr>
        </p:sp>
        <p:sp>
          <p:nvSpPr>
            <p:cNvPr id="336" name="Freeform 336"/>
            <p:cNvSpPr/>
            <p:nvPr/>
          </p:nvSpPr>
          <p:spPr>
            <a:xfrm>
              <a:off x="3028950" y="4832985"/>
              <a:ext cx="100965" cy="53340"/>
            </a:xfrm>
            <a:custGeom>
              <a:avLst/>
              <a:gdLst/>
              <a:ahLst/>
              <a:cxnLst/>
              <a:rect l="l" t="t" r="r" b="b"/>
              <a:pathLst>
                <a:path w="100965" h="53340">
                  <a:moveTo>
                    <a:pt x="0" y="53340"/>
                  </a:moveTo>
                  <a:lnTo>
                    <a:pt x="100965" y="0"/>
                  </a:lnTo>
                </a:path>
              </a:pathLst>
            </a:custGeom>
            <a:noFill/>
            <a:ln w="37338">
              <a:solidFill>
                <a:srgbClr val="FF0000"/>
              </a:solidFill>
            </a:ln>
          </p:spPr>
        </p:sp>
        <p:sp>
          <p:nvSpPr>
            <p:cNvPr id="337" name="Freeform 337"/>
            <p:cNvSpPr/>
            <p:nvPr/>
          </p:nvSpPr>
          <p:spPr>
            <a:xfrm>
              <a:off x="3032760" y="4840605"/>
              <a:ext cx="101918" cy="53340"/>
            </a:xfrm>
            <a:custGeom>
              <a:avLst/>
              <a:gdLst/>
              <a:ahLst/>
              <a:cxnLst/>
              <a:rect l="l" t="t" r="r" b="b"/>
              <a:pathLst>
                <a:path w="101918" h="53340">
                  <a:moveTo>
                    <a:pt x="0" y="53340"/>
                  </a:moveTo>
                  <a:lnTo>
                    <a:pt x="101918" y="0"/>
                  </a:lnTo>
                </a:path>
              </a:pathLst>
            </a:custGeom>
            <a:noFill/>
            <a:ln w="37433">
              <a:solidFill>
                <a:srgbClr val="FF0000"/>
              </a:solidFill>
            </a:ln>
          </p:spPr>
        </p:sp>
        <p:sp>
          <p:nvSpPr>
            <p:cNvPr id="338" name="Freeform 338"/>
            <p:cNvSpPr/>
            <p:nvPr/>
          </p:nvSpPr>
          <p:spPr>
            <a:xfrm>
              <a:off x="3036570" y="4848225"/>
              <a:ext cx="101917" cy="52388"/>
            </a:xfrm>
            <a:custGeom>
              <a:avLst/>
              <a:gdLst/>
              <a:ahLst/>
              <a:cxnLst/>
              <a:rect l="l" t="t" r="r" b="b"/>
              <a:pathLst>
                <a:path w="101917" h="52388">
                  <a:moveTo>
                    <a:pt x="0" y="52388"/>
                  </a:moveTo>
                  <a:lnTo>
                    <a:pt x="101917" y="0"/>
                  </a:lnTo>
                </a:path>
              </a:pathLst>
            </a:custGeom>
            <a:noFill/>
            <a:ln w="37528">
              <a:solidFill>
                <a:srgbClr val="FF0000"/>
              </a:solidFill>
            </a:ln>
          </p:spPr>
        </p:sp>
        <p:sp>
          <p:nvSpPr>
            <p:cNvPr id="339" name="Freeform 339"/>
            <p:cNvSpPr/>
            <p:nvPr/>
          </p:nvSpPr>
          <p:spPr>
            <a:xfrm>
              <a:off x="3039428" y="4855845"/>
              <a:ext cx="102870" cy="52387"/>
            </a:xfrm>
            <a:custGeom>
              <a:avLst/>
              <a:gdLst/>
              <a:ahLst/>
              <a:cxnLst/>
              <a:rect l="l" t="t" r="r" b="b"/>
              <a:pathLst>
                <a:path w="102870" h="52387">
                  <a:moveTo>
                    <a:pt x="0" y="52387"/>
                  </a:moveTo>
                  <a:lnTo>
                    <a:pt x="102870" y="0"/>
                  </a:lnTo>
                </a:path>
              </a:pathLst>
            </a:custGeom>
            <a:noFill/>
            <a:ln w="37624">
              <a:solidFill>
                <a:srgbClr val="FF0000"/>
              </a:solidFill>
            </a:ln>
          </p:spPr>
        </p:sp>
        <p:sp>
          <p:nvSpPr>
            <p:cNvPr id="340" name="Freeform 340"/>
            <p:cNvSpPr/>
            <p:nvPr/>
          </p:nvSpPr>
          <p:spPr>
            <a:xfrm>
              <a:off x="3043238" y="4864418"/>
              <a:ext cx="102870" cy="51435"/>
            </a:xfrm>
            <a:custGeom>
              <a:avLst/>
              <a:gdLst/>
              <a:ahLst/>
              <a:cxnLst/>
              <a:rect l="l" t="t" r="r" b="b"/>
              <a:pathLst>
                <a:path w="102870" h="51435">
                  <a:moveTo>
                    <a:pt x="0" y="51435"/>
                  </a:moveTo>
                  <a:lnTo>
                    <a:pt x="102870" y="0"/>
                  </a:lnTo>
                </a:path>
              </a:pathLst>
            </a:custGeom>
            <a:noFill/>
            <a:ln w="37719">
              <a:solidFill>
                <a:srgbClr val="FF0000"/>
              </a:solidFill>
            </a:ln>
          </p:spPr>
        </p:sp>
        <p:sp>
          <p:nvSpPr>
            <p:cNvPr id="341" name="Freeform 341"/>
            <p:cNvSpPr/>
            <p:nvPr/>
          </p:nvSpPr>
          <p:spPr>
            <a:xfrm>
              <a:off x="3048000" y="4872038"/>
              <a:ext cx="101917" cy="51435"/>
            </a:xfrm>
            <a:custGeom>
              <a:avLst/>
              <a:gdLst/>
              <a:ahLst/>
              <a:cxnLst/>
              <a:rect l="l" t="t" r="r" b="b"/>
              <a:pathLst>
                <a:path w="101917" h="51435">
                  <a:moveTo>
                    <a:pt x="0" y="51435"/>
                  </a:moveTo>
                  <a:lnTo>
                    <a:pt x="101917" y="0"/>
                  </a:lnTo>
                </a:path>
              </a:pathLst>
            </a:custGeom>
            <a:noFill/>
            <a:ln w="37814">
              <a:solidFill>
                <a:srgbClr val="FF0000"/>
              </a:solidFill>
            </a:ln>
          </p:spPr>
        </p:sp>
        <p:sp>
          <p:nvSpPr>
            <p:cNvPr id="342" name="Freeform 342"/>
            <p:cNvSpPr/>
            <p:nvPr/>
          </p:nvSpPr>
          <p:spPr>
            <a:xfrm>
              <a:off x="3050858" y="4880610"/>
              <a:ext cx="103822" cy="50483"/>
            </a:xfrm>
            <a:custGeom>
              <a:avLst/>
              <a:gdLst/>
              <a:ahLst/>
              <a:cxnLst/>
              <a:rect l="l" t="t" r="r" b="b"/>
              <a:pathLst>
                <a:path w="103822" h="50483">
                  <a:moveTo>
                    <a:pt x="0" y="50483"/>
                  </a:moveTo>
                  <a:lnTo>
                    <a:pt x="103822" y="0"/>
                  </a:lnTo>
                </a:path>
              </a:pathLst>
            </a:custGeom>
            <a:noFill/>
            <a:ln w="37910">
              <a:solidFill>
                <a:srgbClr val="FF0000"/>
              </a:solidFill>
            </a:ln>
          </p:spPr>
        </p:sp>
        <p:sp>
          <p:nvSpPr>
            <p:cNvPr id="343" name="Freeform 343"/>
            <p:cNvSpPr/>
            <p:nvPr/>
          </p:nvSpPr>
          <p:spPr>
            <a:xfrm>
              <a:off x="3054668" y="4889182"/>
              <a:ext cx="103823" cy="49530"/>
            </a:xfrm>
            <a:custGeom>
              <a:avLst/>
              <a:gdLst/>
              <a:ahLst/>
              <a:cxnLst/>
              <a:rect l="l" t="t" r="r" b="b"/>
              <a:pathLst>
                <a:path w="103823" h="49530">
                  <a:moveTo>
                    <a:pt x="0" y="49530"/>
                  </a:moveTo>
                  <a:lnTo>
                    <a:pt x="103823" y="0"/>
                  </a:lnTo>
                </a:path>
              </a:pathLst>
            </a:custGeom>
            <a:noFill/>
            <a:ln w="38005">
              <a:solidFill>
                <a:srgbClr val="FF0000"/>
              </a:solidFill>
            </a:ln>
          </p:spPr>
        </p:sp>
        <p:sp>
          <p:nvSpPr>
            <p:cNvPr id="344" name="Freeform 344"/>
            <p:cNvSpPr/>
            <p:nvPr/>
          </p:nvSpPr>
          <p:spPr>
            <a:xfrm>
              <a:off x="3058478" y="4897755"/>
              <a:ext cx="104775" cy="48577"/>
            </a:xfrm>
            <a:custGeom>
              <a:avLst/>
              <a:gdLst/>
              <a:ahLst/>
              <a:cxnLst/>
              <a:rect l="l" t="t" r="r" b="b"/>
              <a:pathLst>
                <a:path w="104775" h="48577">
                  <a:moveTo>
                    <a:pt x="0" y="48577"/>
                  </a:moveTo>
                  <a:lnTo>
                    <a:pt x="104775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</p:sp>
        <p:sp>
          <p:nvSpPr>
            <p:cNvPr id="345" name="Freeform 345"/>
            <p:cNvSpPr/>
            <p:nvPr/>
          </p:nvSpPr>
          <p:spPr>
            <a:xfrm>
              <a:off x="3062288" y="4906328"/>
              <a:ext cx="104775" cy="48578"/>
            </a:xfrm>
            <a:custGeom>
              <a:avLst/>
              <a:gdLst/>
              <a:ahLst/>
              <a:cxnLst/>
              <a:rect l="l" t="t" r="r" b="b"/>
              <a:pathLst>
                <a:path w="104775" h="48578">
                  <a:moveTo>
                    <a:pt x="0" y="48578"/>
                  </a:moveTo>
                  <a:lnTo>
                    <a:pt x="104775" y="0"/>
                  </a:lnTo>
                </a:path>
              </a:pathLst>
            </a:custGeom>
            <a:noFill/>
            <a:ln w="38290">
              <a:solidFill>
                <a:srgbClr val="FF0000"/>
              </a:solidFill>
            </a:ln>
          </p:spPr>
        </p:sp>
        <p:sp>
          <p:nvSpPr>
            <p:cNvPr id="346" name="Freeform 346"/>
            <p:cNvSpPr/>
            <p:nvPr/>
          </p:nvSpPr>
          <p:spPr>
            <a:xfrm>
              <a:off x="3066098" y="4914900"/>
              <a:ext cx="104775" cy="47625"/>
            </a:xfrm>
            <a:custGeom>
              <a:avLst/>
              <a:gdLst/>
              <a:ahLst/>
              <a:cxnLst/>
              <a:rect l="l" t="t" r="r" b="b"/>
              <a:pathLst>
                <a:path w="104775" h="47625">
                  <a:moveTo>
                    <a:pt x="0" y="47625"/>
                  </a:moveTo>
                  <a:lnTo>
                    <a:pt x="104775" y="0"/>
                  </a:lnTo>
                </a:path>
              </a:pathLst>
            </a:custGeom>
            <a:noFill/>
            <a:ln w="38386">
              <a:solidFill>
                <a:srgbClr val="FF0000"/>
              </a:solidFill>
            </a:ln>
          </p:spPr>
        </p:sp>
        <p:sp>
          <p:nvSpPr>
            <p:cNvPr id="347" name="Freeform 347"/>
            <p:cNvSpPr/>
            <p:nvPr/>
          </p:nvSpPr>
          <p:spPr>
            <a:xfrm>
              <a:off x="3069908" y="4923472"/>
              <a:ext cx="104775" cy="47625"/>
            </a:xfrm>
            <a:custGeom>
              <a:avLst/>
              <a:gdLst/>
              <a:ahLst/>
              <a:cxnLst/>
              <a:rect l="l" t="t" r="r" b="b"/>
              <a:pathLst>
                <a:path w="104775" h="47625">
                  <a:moveTo>
                    <a:pt x="0" y="47625"/>
                  </a:moveTo>
                  <a:lnTo>
                    <a:pt x="104775" y="0"/>
                  </a:lnTo>
                </a:path>
              </a:pathLst>
            </a:custGeom>
            <a:noFill/>
            <a:ln w="38481">
              <a:solidFill>
                <a:srgbClr val="FD0000"/>
              </a:solidFill>
            </a:ln>
          </p:spPr>
        </p:sp>
        <p:sp>
          <p:nvSpPr>
            <p:cNvPr id="348" name="Freeform 348"/>
            <p:cNvSpPr/>
            <p:nvPr/>
          </p:nvSpPr>
          <p:spPr>
            <a:xfrm>
              <a:off x="3073718" y="4932998"/>
              <a:ext cx="104775" cy="46672"/>
            </a:xfrm>
            <a:custGeom>
              <a:avLst/>
              <a:gdLst/>
              <a:ahLst/>
              <a:cxnLst/>
              <a:rect l="l" t="t" r="r" b="b"/>
              <a:pathLst>
                <a:path w="104775" h="46672">
                  <a:moveTo>
                    <a:pt x="0" y="46672"/>
                  </a:moveTo>
                  <a:lnTo>
                    <a:pt x="104775" y="0"/>
                  </a:lnTo>
                </a:path>
              </a:pathLst>
            </a:custGeom>
            <a:noFill/>
            <a:ln w="38671">
              <a:solidFill>
                <a:srgbClr val="FA0000"/>
              </a:solidFill>
            </a:ln>
          </p:spPr>
        </p:sp>
        <p:sp>
          <p:nvSpPr>
            <p:cNvPr id="349" name="Freeform 349"/>
            <p:cNvSpPr/>
            <p:nvPr/>
          </p:nvSpPr>
          <p:spPr>
            <a:xfrm>
              <a:off x="3077528" y="4942522"/>
              <a:ext cx="105727" cy="45720"/>
            </a:xfrm>
            <a:custGeom>
              <a:avLst/>
              <a:gdLst/>
              <a:ahLst/>
              <a:cxnLst/>
              <a:rect l="l" t="t" r="r" b="b"/>
              <a:pathLst>
                <a:path w="105727" h="45720">
                  <a:moveTo>
                    <a:pt x="0" y="45720"/>
                  </a:moveTo>
                  <a:lnTo>
                    <a:pt x="105727" y="0"/>
                  </a:lnTo>
                </a:path>
              </a:pathLst>
            </a:custGeom>
            <a:noFill/>
            <a:ln w="38862">
              <a:solidFill>
                <a:srgbClr val="F60000"/>
              </a:solidFill>
            </a:ln>
          </p:spPr>
        </p:sp>
        <p:sp>
          <p:nvSpPr>
            <p:cNvPr id="350" name="Freeform 350"/>
            <p:cNvSpPr/>
            <p:nvPr/>
          </p:nvSpPr>
          <p:spPr>
            <a:xfrm>
              <a:off x="3081338" y="4952048"/>
              <a:ext cx="105728" cy="44768"/>
            </a:xfrm>
            <a:custGeom>
              <a:avLst/>
              <a:gdLst/>
              <a:ahLst/>
              <a:cxnLst/>
              <a:rect l="l" t="t" r="r" b="b"/>
              <a:pathLst>
                <a:path w="105728" h="44768">
                  <a:moveTo>
                    <a:pt x="0" y="44768"/>
                  </a:moveTo>
                  <a:lnTo>
                    <a:pt x="105728" y="0"/>
                  </a:lnTo>
                </a:path>
              </a:pathLst>
            </a:custGeom>
            <a:noFill/>
            <a:ln w="38957">
              <a:solidFill>
                <a:srgbClr val="F20000"/>
              </a:solidFill>
            </a:ln>
          </p:spPr>
        </p:sp>
        <p:sp>
          <p:nvSpPr>
            <p:cNvPr id="351" name="Freeform 351"/>
            <p:cNvSpPr/>
            <p:nvPr/>
          </p:nvSpPr>
          <p:spPr>
            <a:xfrm>
              <a:off x="3085148" y="4960620"/>
              <a:ext cx="106680" cy="44768"/>
            </a:xfrm>
            <a:custGeom>
              <a:avLst/>
              <a:gdLst/>
              <a:ahLst/>
              <a:cxnLst/>
              <a:rect l="l" t="t" r="r" b="b"/>
              <a:pathLst>
                <a:path w="106680" h="44768">
                  <a:moveTo>
                    <a:pt x="0" y="44768"/>
                  </a:moveTo>
                  <a:lnTo>
                    <a:pt x="106680" y="0"/>
                  </a:lnTo>
                </a:path>
              </a:pathLst>
            </a:custGeom>
            <a:noFill/>
            <a:ln w="39148">
              <a:solidFill>
                <a:srgbClr val="EF0000"/>
              </a:solidFill>
            </a:ln>
          </p:spPr>
        </p:sp>
        <p:sp>
          <p:nvSpPr>
            <p:cNvPr id="352" name="Freeform 352"/>
            <p:cNvSpPr/>
            <p:nvPr/>
          </p:nvSpPr>
          <p:spPr>
            <a:xfrm>
              <a:off x="3088958" y="4971098"/>
              <a:ext cx="106680" cy="43815"/>
            </a:xfrm>
            <a:custGeom>
              <a:avLst/>
              <a:gdLst/>
              <a:ahLst/>
              <a:cxnLst/>
              <a:rect l="l" t="t" r="r" b="b"/>
              <a:pathLst>
                <a:path w="106680" h="43815">
                  <a:moveTo>
                    <a:pt x="0" y="43815"/>
                  </a:moveTo>
                  <a:lnTo>
                    <a:pt x="106680" y="0"/>
                  </a:lnTo>
                </a:path>
              </a:pathLst>
            </a:custGeom>
            <a:noFill/>
            <a:ln w="39338">
              <a:solidFill>
                <a:srgbClr val="EB0000"/>
              </a:solidFill>
            </a:ln>
          </p:spPr>
        </p:sp>
        <p:sp>
          <p:nvSpPr>
            <p:cNvPr id="353" name="Freeform 353"/>
            <p:cNvSpPr/>
            <p:nvPr/>
          </p:nvSpPr>
          <p:spPr>
            <a:xfrm>
              <a:off x="3092768" y="4980622"/>
              <a:ext cx="106680" cy="43815"/>
            </a:xfrm>
            <a:custGeom>
              <a:avLst/>
              <a:gdLst/>
              <a:ahLst/>
              <a:cxnLst/>
              <a:rect l="l" t="t" r="r" b="b"/>
              <a:pathLst>
                <a:path w="106680" h="43815">
                  <a:moveTo>
                    <a:pt x="0" y="43815"/>
                  </a:moveTo>
                  <a:lnTo>
                    <a:pt x="106680" y="0"/>
                  </a:lnTo>
                </a:path>
              </a:pathLst>
            </a:custGeom>
            <a:noFill/>
            <a:ln w="39529">
              <a:solidFill>
                <a:srgbClr val="E80000"/>
              </a:solidFill>
            </a:ln>
          </p:spPr>
        </p:sp>
        <p:sp>
          <p:nvSpPr>
            <p:cNvPr id="354" name="Freeform 354"/>
            <p:cNvSpPr/>
            <p:nvPr/>
          </p:nvSpPr>
          <p:spPr>
            <a:xfrm>
              <a:off x="3096578" y="4991100"/>
              <a:ext cx="106680" cy="42862"/>
            </a:xfrm>
            <a:custGeom>
              <a:avLst/>
              <a:gdLst/>
              <a:ahLst/>
              <a:cxnLst/>
              <a:rect l="l" t="t" r="r" b="b"/>
              <a:pathLst>
                <a:path w="106680" h="42862">
                  <a:moveTo>
                    <a:pt x="0" y="42862"/>
                  </a:moveTo>
                  <a:lnTo>
                    <a:pt x="106680" y="0"/>
                  </a:lnTo>
                </a:path>
              </a:pathLst>
            </a:custGeom>
            <a:noFill/>
            <a:ln w="39719">
              <a:solidFill>
                <a:srgbClr val="E40000"/>
              </a:solidFill>
            </a:ln>
          </p:spPr>
        </p:sp>
        <p:sp>
          <p:nvSpPr>
            <p:cNvPr id="355" name="Freeform 355"/>
            <p:cNvSpPr/>
            <p:nvPr/>
          </p:nvSpPr>
          <p:spPr>
            <a:xfrm>
              <a:off x="3100388" y="5001578"/>
              <a:ext cx="106680" cy="40957"/>
            </a:xfrm>
            <a:custGeom>
              <a:avLst/>
              <a:gdLst/>
              <a:ahLst/>
              <a:cxnLst/>
              <a:rect l="l" t="t" r="r" b="b"/>
              <a:pathLst>
                <a:path w="106680" h="40957">
                  <a:moveTo>
                    <a:pt x="0" y="40957"/>
                  </a:moveTo>
                  <a:lnTo>
                    <a:pt x="106680" y="0"/>
                  </a:lnTo>
                </a:path>
              </a:pathLst>
            </a:custGeom>
            <a:noFill/>
            <a:ln w="39910">
              <a:solidFill>
                <a:srgbClr val="E00000"/>
              </a:solidFill>
            </a:ln>
          </p:spPr>
        </p:sp>
        <p:sp>
          <p:nvSpPr>
            <p:cNvPr id="356" name="Freeform 356"/>
            <p:cNvSpPr/>
            <p:nvPr/>
          </p:nvSpPr>
          <p:spPr>
            <a:xfrm>
              <a:off x="3104198" y="5012055"/>
              <a:ext cx="107633" cy="40957"/>
            </a:xfrm>
            <a:custGeom>
              <a:avLst/>
              <a:gdLst/>
              <a:ahLst/>
              <a:cxnLst/>
              <a:rect l="l" t="t" r="r" b="b"/>
              <a:pathLst>
                <a:path w="107633" h="40957">
                  <a:moveTo>
                    <a:pt x="0" y="40957"/>
                  </a:moveTo>
                  <a:lnTo>
                    <a:pt x="107633" y="0"/>
                  </a:lnTo>
                </a:path>
              </a:pathLst>
            </a:custGeom>
            <a:noFill/>
            <a:ln w="40100">
              <a:solidFill>
                <a:srgbClr val="DC0000"/>
              </a:solidFill>
            </a:ln>
          </p:spPr>
        </p:sp>
        <p:sp>
          <p:nvSpPr>
            <p:cNvPr id="357" name="Freeform 357"/>
            <p:cNvSpPr/>
            <p:nvPr/>
          </p:nvSpPr>
          <p:spPr>
            <a:xfrm>
              <a:off x="3108008" y="5022532"/>
              <a:ext cx="107633" cy="40005"/>
            </a:xfrm>
            <a:custGeom>
              <a:avLst/>
              <a:gdLst/>
              <a:ahLst/>
              <a:cxnLst/>
              <a:rect l="l" t="t" r="r" b="b"/>
              <a:pathLst>
                <a:path w="107633" h="40005">
                  <a:moveTo>
                    <a:pt x="0" y="40005"/>
                  </a:moveTo>
                  <a:lnTo>
                    <a:pt x="107633" y="0"/>
                  </a:lnTo>
                </a:path>
              </a:pathLst>
            </a:custGeom>
            <a:noFill/>
            <a:ln w="40291">
              <a:solidFill>
                <a:srgbClr val="D90000"/>
              </a:solidFill>
            </a:ln>
          </p:spPr>
        </p:sp>
        <p:sp>
          <p:nvSpPr>
            <p:cNvPr id="358" name="Freeform 358"/>
            <p:cNvSpPr/>
            <p:nvPr/>
          </p:nvSpPr>
          <p:spPr>
            <a:xfrm>
              <a:off x="3111818" y="5033962"/>
              <a:ext cx="107633" cy="39053"/>
            </a:xfrm>
            <a:custGeom>
              <a:avLst/>
              <a:gdLst/>
              <a:ahLst/>
              <a:cxnLst/>
              <a:rect l="l" t="t" r="r" b="b"/>
              <a:pathLst>
                <a:path w="107633" h="39053">
                  <a:moveTo>
                    <a:pt x="0" y="39053"/>
                  </a:moveTo>
                  <a:lnTo>
                    <a:pt x="107633" y="0"/>
                  </a:lnTo>
                </a:path>
              </a:pathLst>
            </a:custGeom>
            <a:noFill/>
            <a:ln w="40576">
              <a:solidFill>
                <a:srgbClr val="D50000"/>
              </a:solidFill>
            </a:ln>
          </p:spPr>
        </p:sp>
        <p:sp>
          <p:nvSpPr>
            <p:cNvPr id="359" name="Freeform 359"/>
            <p:cNvSpPr/>
            <p:nvPr/>
          </p:nvSpPr>
          <p:spPr>
            <a:xfrm>
              <a:off x="3115628" y="5045392"/>
              <a:ext cx="108585" cy="38100"/>
            </a:xfrm>
            <a:custGeom>
              <a:avLst/>
              <a:gdLst/>
              <a:ahLst/>
              <a:cxnLst/>
              <a:rect l="l" t="t" r="r" b="b"/>
              <a:pathLst>
                <a:path w="108585" h="38100">
                  <a:moveTo>
                    <a:pt x="0" y="38100"/>
                  </a:moveTo>
                  <a:lnTo>
                    <a:pt x="108585" y="0"/>
                  </a:lnTo>
                </a:path>
              </a:pathLst>
            </a:custGeom>
            <a:noFill/>
            <a:ln w="40862">
              <a:solidFill>
                <a:srgbClr val="D10000"/>
              </a:solidFill>
            </a:ln>
          </p:spPr>
        </p:sp>
        <p:sp>
          <p:nvSpPr>
            <p:cNvPr id="360" name="Freeform 360"/>
            <p:cNvSpPr/>
            <p:nvPr/>
          </p:nvSpPr>
          <p:spPr>
            <a:xfrm>
              <a:off x="3119438" y="5056822"/>
              <a:ext cx="108585" cy="38100"/>
            </a:xfrm>
            <a:custGeom>
              <a:avLst/>
              <a:gdLst/>
              <a:ahLst/>
              <a:cxnLst/>
              <a:rect l="l" t="t" r="r" b="b"/>
              <a:pathLst>
                <a:path w="108585" h="38100">
                  <a:moveTo>
                    <a:pt x="0" y="38100"/>
                  </a:moveTo>
                  <a:lnTo>
                    <a:pt x="108585" y="0"/>
                  </a:lnTo>
                </a:path>
              </a:pathLst>
            </a:custGeom>
            <a:noFill/>
            <a:ln w="41148">
              <a:solidFill>
                <a:srgbClr val="CE0000"/>
              </a:solidFill>
            </a:ln>
          </p:spPr>
        </p:sp>
        <p:sp>
          <p:nvSpPr>
            <p:cNvPr id="361" name="Freeform 361"/>
            <p:cNvSpPr/>
            <p:nvPr/>
          </p:nvSpPr>
          <p:spPr>
            <a:xfrm>
              <a:off x="3123248" y="5069205"/>
              <a:ext cx="108585" cy="36195"/>
            </a:xfrm>
            <a:custGeom>
              <a:avLst/>
              <a:gdLst/>
              <a:ahLst/>
              <a:cxnLst/>
              <a:rect l="l" t="t" r="r" b="b"/>
              <a:pathLst>
                <a:path w="108585" h="36195">
                  <a:moveTo>
                    <a:pt x="0" y="36195"/>
                  </a:moveTo>
                  <a:lnTo>
                    <a:pt x="108585" y="0"/>
                  </a:lnTo>
                </a:path>
              </a:pathLst>
            </a:custGeom>
            <a:noFill/>
            <a:ln w="41434">
              <a:solidFill>
                <a:srgbClr val="CA0000"/>
              </a:solidFill>
            </a:ln>
          </p:spPr>
        </p:sp>
        <p:sp>
          <p:nvSpPr>
            <p:cNvPr id="362" name="Freeform 362"/>
            <p:cNvSpPr/>
            <p:nvPr/>
          </p:nvSpPr>
          <p:spPr>
            <a:xfrm>
              <a:off x="3126105" y="5080635"/>
              <a:ext cx="109538" cy="36195"/>
            </a:xfrm>
            <a:custGeom>
              <a:avLst/>
              <a:gdLst/>
              <a:ahLst/>
              <a:cxnLst/>
              <a:rect l="l" t="t" r="r" b="b"/>
              <a:pathLst>
                <a:path w="109538" h="36195">
                  <a:moveTo>
                    <a:pt x="0" y="36195"/>
                  </a:moveTo>
                  <a:lnTo>
                    <a:pt x="109538" y="0"/>
                  </a:lnTo>
                </a:path>
              </a:pathLst>
            </a:custGeom>
            <a:noFill/>
            <a:ln w="41720">
              <a:solidFill>
                <a:srgbClr val="C60000"/>
              </a:solidFill>
            </a:ln>
          </p:spPr>
        </p:sp>
        <p:sp>
          <p:nvSpPr>
            <p:cNvPr id="363" name="Freeform 363"/>
            <p:cNvSpPr/>
            <p:nvPr/>
          </p:nvSpPr>
          <p:spPr>
            <a:xfrm>
              <a:off x="3130868" y="5093970"/>
              <a:ext cx="108585" cy="34290"/>
            </a:xfrm>
            <a:custGeom>
              <a:avLst/>
              <a:gdLst/>
              <a:ahLst/>
              <a:cxnLst/>
              <a:rect l="l" t="t" r="r" b="b"/>
              <a:pathLst>
                <a:path w="108585" h="34290">
                  <a:moveTo>
                    <a:pt x="0" y="34290"/>
                  </a:moveTo>
                  <a:lnTo>
                    <a:pt x="108585" y="0"/>
                  </a:lnTo>
                </a:path>
              </a:pathLst>
            </a:custGeom>
            <a:noFill/>
            <a:ln w="42100">
              <a:solidFill>
                <a:srgbClr val="C20000"/>
              </a:solidFill>
            </a:ln>
          </p:spPr>
        </p:sp>
        <p:sp>
          <p:nvSpPr>
            <p:cNvPr id="364" name="Freeform 364"/>
            <p:cNvSpPr/>
            <p:nvPr/>
          </p:nvSpPr>
          <p:spPr>
            <a:xfrm>
              <a:off x="3134678" y="5106352"/>
              <a:ext cx="109538" cy="34290"/>
            </a:xfrm>
            <a:custGeom>
              <a:avLst/>
              <a:gdLst/>
              <a:ahLst/>
              <a:cxnLst/>
              <a:rect l="l" t="t" r="r" b="b"/>
              <a:pathLst>
                <a:path w="109538" h="34290">
                  <a:moveTo>
                    <a:pt x="0" y="34290"/>
                  </a:moveTo>
                  <a:lnTo>
                    <a:pt x="109538" y="0"/>
                  </a:lnTo>
                </a:path>
              </a:pathLst>
            </a:custGeom>
            <a:noFill/>
            <a:ln w="42482">
              <a:solidFill>
                <a:srgbClr val="BE0000"/>
              </a:solidFill>
            </a:ln>
          </p:spPr>
        </p:sp>
        <p:sp>
          <p:nvSpPr>
            <p:cNvPr id="365" name="Freeform 365"/>
            <p:cNvSpPr/>
            <p:nvPr/>
          </p:nvSpPr>
          <p:spPr>
            <a:xfrm>
              <a:off x="3137535" y="5119688"/>
              <a:ext cx="110490" cy="33338"/>
            </a:xfrm>
            <a:custGeom>
              <a:avLst/>
              <a:gdLst/>
              <a:ahLst/>
              <a:cxnLst/>
              <a:rect l="l" t="t" r="r" b="b"/>
              <a:pathLst>
                <a:path w="110490" h="33338">
                  <a:moveTo>
                    <a:pt x="0" y="33338"/>
                  </a:moveTo>
                  <a:lnTo>
                    <a:pt x="110490" y="0"/>
                  </a:lnTo>
                </a:path>
              </a:pathLst>
            </a:custGeom>
            <a:noFill/>
            <a:ln w="42862">
              <a:solidFill>
                <a:srgbClr val="BA0000"/>
              </a:solidFill>
            </a:ln>
          </p:spPr>
        </p:sp>
        <p:sp>
          <p:nvSpPr>
            <p:cNvPr id="366" name="Freeform 366"/>
            <p:cNvSpPr/>
            <p:nvPr/>
          </p:nvSpPr>
          <p:spPr>
            <a:xfrm>
              <a:off x="3141345" y="5133975"/>
              <a:ext cx="111442" cy="32385"/>
            </a:xfrm>
            <a:custGeom>
              <a:avLst/>
              <a:gdLst/>
              <a:ahLst/>
              <a:cxnLst/>
              <a:rect l="l" t="t" r="r" b="b"/>
              <a:pathLst>
                <a:path w="111442" h="32385">
                  <a:moveTo>
                    <a:pt x="0" y="32385"/>
                  </a:moveTo>
                  <a:lnTo>
                    <a:pt x="111442" y="0"/>
                  </a:lnTo>
                </a:path>
              </a:pathLst>
            </a:custGeom>
            <a:noFill/>
            <a:ln w="43339">
              <a:solidFill>
                <a:srgbClr val="B70000"/>
              </a:solidFill>
            </a:ln>
          </p:spPr>
        </p:sp>
        <p:sp>
          <p:nvSpPr>
            <p:cNvPr id="367" name="Freeform 367"/>
            <p:cNvSpPr/>
            <p:nvPr/>
          </p:nvSpPr>
          <p:spPr>
            <a:xfrm>
              <a:off x="3146108" y="5148262"/>
              <a:ext cx="110490" cy="30480"/>
            </a:xfrm>
            <a:custGeom>
              <a:avLst/>
              <a:gdLst/>
              <a:ahLst/>
              <a:cxnLst/>
              <a:rect l="l" t="t" r="r" b="b"/>
              <a:pathLst>
                <a:path w="110490" h="30480">
                  <a:moveTo>
                    <a:pt x="0" y="30480"/>
                  </a:moveTo>
                  <a:lnTo>
                    <a:pt x="110490" y="0"/>
                  </a:lnTo>
                </a:path>
              </a:pathLst>
            </a:custGeom>
            <a:noFill/>
            <a:ln w="43815">
              <a:solidFill>
                <a:srgbClr val="B30000"/>
              </a:solidFill>
            </a:ln>
          </p:spPr>
        </p:sp>
        <p:sp>
          <p:nvSpPr>
            <p:cNvPr id="368" name="Freeform 368"/>
            <p:cNvSpPr/>
            <p:nvPr/>
          </p:nvSpPr>
          <p:spPr>
            <a:xfrm>
              <a:off x="3149918" y="5163502"/>
              <a:ext cx="110490" cy="29528"/>
            </a:xfrm>
            <a:custGeom>
              <a:avLst/>
              <a:gdLst/>
              <a:ahLst/>
              <a:cxnLst/>
              <a:rect l="l" t="t" r="r" b="b"/>
              <a:pathLst>
                <a:path w="110490" h="29528">
                  <a:moveTo>
                    <a:pt x="0" y="29528"/>
                  </a:moveTo>
                  <a:lnTo>
                    <a:pt x="110490" y="0"/>
                  </a:lnTo>
                </a:path>
              </a:pathLst>
            </a:custGeom>
            <a:noFill/>
            <a:ln w="44386">
              <a:solidFill>
                <a:srgbClr val="AF0000"/>
              </a:solidFill>
            </a:ln>
          </p:spPr>
        </p:sp>
        <p:sp>
          <p:nvSpPr>
            <p:cNvPr id="369" name="Freeform 369"/>
            <p:cNvSpPr/>
            <p:nvPr/>
          </p:nvSpPr>
          <p:spPr>
            <a:xfrm>
              <a:off x="3152775" y="5178742"/>
              <a:ext cx="111442" cy="28575"/>
            </a:xfrm>
            <a:custGeom>
              <a:avLst/>
              <a:gdLst/>
              <a:ahLst/>
              <a:cxnLst/>
              <a:rect l="l" t="t" r="r" b="b"/>
              <a:pathLst>
                <a:path w="111442" h="28575">
                  <a:moveTo>
                    <a:pt x="0" y="28575"/>
                  </a:moveTo>
                  <a:lnTo>
                    <a:pt x="111442" y="0"/>
                  </a:lnTo>
                </a:path>
              </a:pathLst>
            </a:custGeom>
            <a:noFill/>
            <a:ln w="45053">
              <a:solidFill>
                <a:srgbClr val="AB0000"/>
              </a:solidFill>
            </a:ln>
          </p:spPr>
        </p:sp>
        <p:sp>
          <p:nvSpPr>
            <p:cNvPr id="370" name="Freeform 370"/>
            <p:cNvSpPr/>
            <p:nvPr/>
          </p:nvSpPr>
          <p:spPr>
            <a:xfrm>
              <a:off x="3156585" y="5194935"/>
              <a:ext cx="111443" cy="27622"/>
            </a:xfrm>
            <a:custGeom>
              <a:avLst/>
              <a:gdLst/>
              <a:ahLst/>
              <a:cxnLst/>
              <a:rect l="l" t="t" r="r" b="b"/>
              <a:pathLst>
                <a:path w="111443" h="27622">
                  <a:moveTo>
                    <a:pt x="0" y="27622"/>
                  </a:moveTo>
                  <a:lnTo>
                    <a:pt x="111443" y="0"/>
                  </a:lnTo>
                </a:path>
              </a:pathLst>
            </a:custGeom>
            <a:noFill/>
            <a:ln w="45720">
              <a:solidFill>
                <a:srgbClr val="A70000"/>
              </a:solidFill>
            </a:ln>
          </p:spPr>
        </p:sp>
        <p:sp>
          <p:nvSpPr>
            <p:cNvPr id="371" name="Freeform 371"/>
            <p:cNvSpPr/>
            <p:nvPr/>
          </p:nvSpPr>
          <p:spPr>
            <a:xfrm>
              <a:off x="3160395" y="5212080"/>
              <a:ext cx="112395" cy="25717"/>
            </a:xfrm>
            <a:custGeom>
              <a:avLst/>
              <a:gdLst/>
              <a:ahLst/>
              <a:cxnLst/>
              <a:rect l="l" t="t" r="r" b="b"/>
              <a:pathLst>
                <a:path w="112395" h="25717">
                  <a:moveTo>
                    <a:pt x="0" y="25717"/>
                  </a:moveTo>
                  <a:lnTo>
                    <a:pt x="112395" y="0"/>
                  </a:lnTo>
                </a:path>
              </a:pathLst>
            </a:custGeom>
            <a:noFill/>
            <a:ln w="46577">
              <a:solidFill>
                <a:srgbClr val="A30000"/>
              </a:solidFill>
            </a:ln>
          </p:spPr>
        </p:sp>
        <p:sp>
          <p:nvSpPr>
            <p:cNvPr id="372" name="Freeform 372"/>
            <p:cNvSpPr/>
            <p:nvPr/>
          </p:nvSpPr>
          <p:spPr>
            <a:xfrm>
              <a:off x="3164205" y="5230178"/>
              <a:ext cx="112395" cy="24765"/>
            </a:xfrm>
            <a:custGeom>
              <a:avLst/>
              <a:gdLst/>
              <a:ahLst/>
              <a:cxnLst/>
              <a:rect l="l" t="t" r="r" b="b"/>
              <a:pathLst>
                <a:path w="112395" h="24765">
                  <a:moveTo>
                    <a:pt x="0" y="24765"/>
                  </a:moveTo>
                  <a:lnTo>
                    <a:pt x="112395" y="0"/>
                  </a:lnTo>
                </a:path>
              </a:pathLst>
            </a:custGeom>
            <a:noFill/>
            <a:ln w="47530">
              <a:solidFill>
                <a:srgbClr val="9F0000"/>
              </a:solidFill>
            </a:ln>
          </p:spPr>
        </p:sp>
        <p:sp>
          <p:nvSpPr>
            <p:cNvPr id="373" name="Freeform 373"/>
            <p:cNvSpPr/>
            <p:nvPr/>
          </p:nvSpPr>
          <p:spPr>
            <a:xfrm>
              <a:off x="3168015" y="5249228"/>
              <a:ext cx="113347" cy="22860"/>
            </a:xfrm>
            <a:custGeom>
              <a:avLst/>
              <a:gdLst/>
              <a:ahLst/>
              <a:cxnLst/>
              <a:rect l="l" t="t" r="r" b="b"/>
              <a:pathLst>
                <a:path w="113347" h="22860">
                  <a:moveTo>
                    <a:pt x="0" y="22860"/>
                  </a:moveTo>
                  <a:lnTo>
                    <a:pt x="113347" y="0"/>
                  </a:lnTo>
                </a:path>
              </a:pathLst>
            </a:custGeom>
            <a:noFill/>
            <a:ln w="48673">
              <a:solidFill>
                <a:srgbClr val="9B0000"/>
              </a:solidFill>
            </a:ln>
          </p:spPr>
        </p:sp>
        <p:sp>
          <p:nvSpPr>
            <p:cNvPr id="374" name="Freeform 374"/>
            <p:cNvSpPr/>
            <p:nvPr/>
          </p:nvSpPr>
          <p:spPr>
            <a:xfrm>
              <a:off x="3171825" y="5269230"/>
              <a:ext cx="113347" cy="21907"/>
            </a:xfrm>
            <a:custGeom>
              <a:avLst/>
              <a:gdLst/>
              <a:ahLst/>
              <a:cxnLst/>
              <a:rect l="l" t="t" r="r" b="b"/>
              <a:pathLst>
                <a:path w="113347" h="21907">
                  <a:moveTo>
                    <a:pt x="0" y="21907"/>
                  </a:moveTo>
                  <a:lnTo>
                    <a:pt x="113347" y="0"/>
                  </a:lnTo>
                </a:path>
              </a:pathLst>
            </a:custGeom>
            <a:noFill/>
            <a:ln w="50006">
              <a:solidFill>
                <a:srgbClr val="970000"/>
              </a:solidFill>
            </a:ln>
          </p:spPr>
        </p:sp>
        <p:sp>
          <p:nvSpPr>
            <p:cNvPr id="375" name="Freeform 375"/>
            <p:cNvSpPr/>
            <p:nvPr/>
          </p:nvSpPr>
          <p:spPr>
            <a:xfrm>
              <a:off x="3175635" y="5291138"/>
              <a:ext cx="113348" cy="20003"/>
            </a:xfrm>
            <a:custGeom>
              <a:avLst/>
              <a:gdLst/>
              <a:ahLst/>
              <a:cxnLst/>
              <a:rect l="l" t="t" r="r" b="b"/>
              <a:pathLst>
                <a:path w="113348" h="20003">
                  <a:moveTo>
                    <a:pt x="0" y="20003"/>
                  </a:moveTo>
                  <a:lnTo>
                    <a:pt x="113348" y="0"/>
                  </a:lnTo>
                </a:path>
              </a:pathLst>
            </a:custGeom>
            <a:noFill/>
            <a:ln w="51626">
              <a:solidFill>
                <a:srgbClr val="930000"/>
              </a:solidFill>
            </a:ln>
          </p:spPr>
        </p:sp>
        <p:sp>
          <p:nvSpPr>
            <p:cNvPr id="376" name="Freeform 376"/>
            <p:cNvSpPr/>
            <p:nvPr/>
          </p:nvSpPr>
          <p:spPr>
            <a:xfrm>
              <a:off x="3179445" y="5314950"/>
              <a:ext cx="113347" cy="18097"/>
            </a:xfrm>
            <a:custGeom>
              <a:avLst/>
              <a:gdLst/>
              <a:ahLst/>
              <a:cxnLst/>
              <a:rect l="l" t="t" r="r" b="b"/>
              <a:pathLst>
                <a:path w="113347" h="18097">
                  <a:moveTo>
                    <a:pt x="0" y="18097"/>
                  </a:moveTo>
                  <a:lnTo>
                    <a:pt x="113347" y="0"/>
                  </a:lnTo>
                </a:path>
              </a:pathLst>
            </a:custGeom>
            <a:noFill/>
            <a:ln w="53816">
              <a:solidFill>
                <a:srgbClr val="8F0000"/>
              </a:solidFill>
            </a:ln>
          </p:spPr>
        </p:sp>
        <p:sp>
          <p:nvSpPr>
            <p:cNvPr id="377" name="Freeform 377"/>
            <p:cNvSpPr/>
            <p:nvPr/>
          </p:nvSpPr>
          <p:spPr>
            <a:xfrm>
              <a:off x="3308032" y="4252912"/>
              <a:ext cx="90488" cy="71438"/>
            </a:xfrm>
            <a:custGeom>
              <a:avLst/>
              <a:gdLst/>
              <a:ahLst/>
              <a:cxnLst/>
              <a:rect l="l" t="t" r="r" b="b"/>
              <a:pathLst>
                <a:path w="90488" h="71438">
                  <a:moveTo>
                    <a:pt x="0" y="71438"/>
                  </a:moveTo>
                  <a:lnTo>
                    <a:pt x="90488" y="0"/>
                  </a:lnTo>
                </a:path>
              </a:pathLst>
            </a:custGeom>
            <a:noFill/>
            <a:ln w="41815">
              <a:solidFill>
                <a:srgbClr val="8300B9"/>
              </a:solidFill>
            </a:ln>
          </p:spPr>
        </p:sp>
        <p:sp>
          <p:nvSpPr>
            <p:cNvPr id="378" name="Freeform 378"/>
            <p:cNvSpPr/>
            <p:nvPr/>
          </p:nvSpPr>
          <p:spPr>
            <a:xfrm>
              <a:off x="3316605" y="4263390"/>
              <a:ext cx="89535" cy="71438"/>
            </a:xfrm>
            <a:custGeom>
              <a:avLst/>
              <a:gdLst/>
              <a:ahLst/>
              <a:cxnLst/>
              <a:rect l="l" t="t" r="r" b="b"/>
              <a:pathLst>
                <a:path w="89535" h="71438">
                  <a:moveTo>
                    <a:pt x="0" y="71438"/>
                  </a:moveTo>
                  <a:lnTo>
                    <a:pt x="89535" y="0"/>
                  </a:lnTo>
                </a:path>
              </a:pathLst>
            </a:custGeom>
            <a:noFill/>
            <a:ln w="41910">
              <a:solidFill>
                <a:srgbClr val="8300C0"/>
              </a:solidFill>
            </a:ln>
          </p:spPr>
        </p:sp>
        <p:sp>
          <p:nvSpPr>
            <p:cNvPr id="379" name="Freeform 379"/>
            <p:cNvSpPr/>
            <p:nvPr/>
          </p:nvSpPr>
          <p:spPr>
            <a:xfrm>
              <a:off x="3324225" y="4273868"/>
              <a:ext cx="90488" cy="70485"/>
            </a:xfrm>
            <a:custGeom>
              <a:avLst/>
              <a:gdLst/>
              <a:ahLst/>
              <a:cxnLst/>
              <a:rect l="l" t="t" r="r" b="b"/>
              <a:pathLst>
                <a:path w="90488" h="70485">
                  <a:moveTo>
                    <a:pt x="0" y="70485"/>
                  </a:moveTo>
                  <a:lnTo>
                    <a:pt x="90488" y="0"/>
                  </a:lnTo>
                </a:path>
              </a:pathLst>
            </a:custGeom>
            <a:noFill/>
            <a:ln w="42100">
              <a:solidFill>
                <a:srgbClr val="8200C8"/>
              </a:solidFill>
            </a:ln>
          </p:spPr>
        </p:sp>
        <p:sp>
          <p:nvSpPr>
            <p:cNvPr id="380" name="Freeform 380"/>
            <p:cNvSpPr/>
            <p:nvPr/>
          </p:nvSpPr>
          <p:spPr>
            <a:xfrm>
              <a:off x="3331845" y="4284345"/>
              <a:ext cx="91440" cy="70485"/>
            </a:xfrm>
            <a:custGeom>
              <a:avLst/>
              <a:gdLst/>
              <a:ahLst/>
              <a:cxnLst/>
              <a:rect l="l" t="t" r="r" b="b"/>
              <a:pathLst>
                <a:path w="91440" h="70485">
                  <a:moveTo>
                    <a:pt x="0" y="70485"/>
                  </a:moveTo>
                  <a:lnTo>
                    <a:pt x="91440" y="0"/>
                  </a:lnTo>
                </a:path>
              </a:pathLst>
            </a:custGeom>
            <a:noFill/>
            <a:ln w="42196">
              <a:solidFill>
                <a:srgbClr val="8100CF"/>
              </a:solidFill>
            </a:ln>
          </p:spPr>
        </p:sp>
        <p:sp>
          <p:nvSpPr>
            <p:cNvPr id="381" name="Freeform 381"/>
            <p:cNvSpPr/>
            <p:nvPr/>
          </p:nvSpPr>
          <p:spPr>
            <a:xfrm>
              <a:off x="3339465" y="4294822"/>
              <a:ext cx="91440" cy="69533"/>
            </a:xfrm>
            <a:custGeom>
              <a:avLst/>
              <a:gdLst/>
              <a:ahLst/>
              <a:cxnLst/>
              <a:rect l="l" t="t" r="r" b="b"/>
              <a:pathLst>
                <a:path w="91440" h="69533">
                  <a:moveTo>
                    <a:pt x="0" y="69533"/>
                  </a:moveTo>
                  <a:lnTo>
                    <a:pt x="91440" y="0"/>
                  </a:lnTo>
                </a:path>
              </a:pathLst>
            </a:custGeom>
            <a:noFill/>
            <a:ln w="42291">
              <a:solidFill>
                <a:srgbClr val="7F00D7"/>
              </a:solidFill>
            </a:ln>
          </p:spPr>
        </p:sp>
        <p:sp>
          <p:nvSpPr>
            <p:cNvPr id="382" name="Freeform 382"/>
            <p:cNvSpPr/>
            <p:nvPr/>
          </p:nvSpPr>
          <p:spPr>
            <a:xfrm>
              <a:off x="3347085" y="4306252"/>
              <a:ext cx="92393" cy="68580"/>
            </a:xfrm>
            <a:custGeom>
              <a:avLst/>
              <a:gdLst/>
              <a:ahLst/>
              <a:cxnLst/>
              <a:rect l="l" t="t" r="r" b="b"/>
              <a:pathLst>
                <a:path w="92393" h="68580">
                  <a:moveTo>
                    <a:pt x="0" y="68580"/>
                  </a:moveTo>
                  <a:lnTo>
                    <a:pt x="92393" y="0"/>
                  </a:lnTo>
                </a:path>
              </a:pathLst>
            </a:custGeom>
            <a:noFill/>
            <a:ln w="42386">
              <a:solidFill>
                <a:srgbClr val="7C00DE"/>
              </a:solidFill>
            </a:ln>
          </p:spPr>
        </p:sp>
        <p:sp>
          <p:nvSpPr>
            <p:cNvPr id="383" name="Freeform 383"/>
            <p:cNvSpPr/>
            <p:nvPr/>
          </p:nvSpPr>
          <p:spPr>
            <a:xfrm>
              <a:off x="3354705" y="4317682"/>
              <a:ext cx="93345" cy="67627"/>
            </a:xfrm>
            <a:custGeom>
              <a:avLst/>
              <a:gdLst/>
              <a:ahLst/>
              <a:cxnLst/>
              <a:rect l="l" t="t" r="r" b="b"/>
              <a:pathLst>
                <a:path w="93345" h="67627">
                  <a:moveTo>
                    <a:pt x="0" y="67627"/>
                  </a:moveTo>
                  <a:lnTo>
                    <a:pt x="93345" y="0"/>
                  </a:lnTo>
                </a:path>
              </a:pathLst>
            </a:custGeom>
            <a:noFill/>
            <a:ln w="42482">
              <a:solidFill>
                <a:srgbClr val="7900E6"/>
              </a:solidFill>
            </a:ln>
          </p:spPr>
        </p:sp>
        <p:sp>
          <p:nvSpPr>
            <p:cNvPr id="384" name="Freeform 384"/>
            <p:cNvSpPr/>
            <p:nvPr/>
          </p:nvSpPr>
          <p:spPr>
            <a:xfrm>
              <a:off x="3363278" y="4328160"/>
              <a:ext cx="92392" cy="67628"/>
            </a:xfrm>
            <a:custGeom>
              <a:avLst/>
              <a:gdLst/>
              <a:ahLst/>
              <a:cxnLst/>
              <a:rect l="l" t="t" r="r" b="b"/>
              <a:pathLst>
                <a:path w="92392" h="67628">
                  <a:moveTo>
                    <a:pt x="0" y="67628"/>
                  </a:moveTo>
                  <a:lnTo>
                    <a:pt x="92392" y="0"/>
                  </a:lnTo>
                </a:path>
              </a:pathLst>
            </a:custGeom>
            <a:noFill/>
            <a:ln w="42672">
              <a:solidFill>
                <a:srgbClr val="7600ED"/>
              </a:solidFill>
            </a:ln>
          </p:spPr>
        </p:sp>
        <p:sp>
          <p:nvSpPr>
            <p:cNvPr id="385" name="Freeform 385"/>
            <p:cNvSpPr/>
            <p:nvPr/>
          </p:nvSpPr>
          <p:spPr>
            <a:xfrm>
              <a:off x="3370898" y="4339590"/>
              <a:ext cx="93345" cy="67627"/>
            </a:xfrm>
            <a:custGeom>
              <a:avLst/>
              <a:gdLst/>
              <a:ahLst/>
              <a:cxnLst/>
              <a:rect l="l" t="t" r="r" b="b"/>
              <a:pathLst>
                <a:path w="93345" h="67627">
                  <a:moveTo>
                    <a:pt x="0" y="67627"/>
                  </a:moveTo>
                  <a:lnTo>
                    <a:pt x="93345" y="0"/>
                  </a:lnTo>
                </a:path>
              </a:pathLst>
            </a:custGeom>
            <a:noFill/>
            <a:ln w="42767">
              <a:solidFill>
                <a:srgbClr val="7100F4"/>
              </a:solidFill>
            </a:ln>
          </p:spPr>
        </p:sp>
        <p:sp>
          <p:nvSpPr>
            <p:cNvPr id="386" name="Freeform 386"/>
            <p:cNvSpPr/>
            <p:nvPr/>
          </p:nvSpPr>
          <p:spPr>
            <a:xfrm>
              <a:off x="3378518" y="4351972"/>
              <a:ext cx="94298" cy="65723"/>
            </a:xfrm>
            <a:custGeom>
              <a:avLst/>
              <a:gdLst/>
              <a:ahLst/>
              <a:cxnLst/>
              <a:rect l="l" t="t" r="r" b="b"/>
              <a:pathLst>
                <a:path w="94298" h="65723">
                  <a:moveTo>
                    <a:pt x="0" y="65723"/>
                  </a:moveTo>
                  <a:lnTo>
                    <a:pt x="94298" y="0"/>
                  </a:lnTo>
                </a:path>
              </a:pathLst>
            </a:custGeom>
            <a:noFill/>
            <a:ln w="42958">
              <a:solidFill>
                <a:srgbClr val="6D00FB"/>
              </a:solidFill>
            </a:ln>
          </p:spPr>
        </p:sp>
        <p:sp>
          <p:nvSpPr>
            <p:cNvPr id="387" name="Freeform 387"/>
            <p:cNvSpPr/>
            <p:nvPr/>
          </p:nvSpPr>
          <p:spPr>
            <a:xfrm>
              <a:off x="3386138" y="4363402"/>
              <a:ext cx="94297" cy="65722"/>
            </a:xfrm>
            <a:custGeom>
              <a:avLst/>
              <a:gdLst/>
              <a:ahLst/>
              <a:cxnLst/>
              <a:rect l="l" t="t" r="r" b="b"/>
              <a:pathLst>
                <a:path w="94297" h="65722">
                  <a:moveTo>
                    <a:pt x="0" y="65722"/>
                  </a:moveTo>
                  <a:lnTo>
                    <a:pt x="94297" y="0"/>
                  </a:lnTo>
                </a:path>
              </a:pathLst>
            </a:custGeom>
            <a:noFill/>
            <a:ln w="43053">
              <a:solidFill>
                <a:srgbClr val="6600FF"/>
              </a:solidFill>
            </a:ln>
          </p:spPr>
        </p:sp>
        <p:sp>
          <p:nvSpPr>
            <p:cNvPr id="388" name="Freeform 388"/>
            <p:cNvSpPr/>
            <p:nvPr/>
          </p:nvSpPr>
          <p:spPr>
            <a:xfrm>
              <a:off x="3393758" y="4374832"/>
              <a:ext cx="95250" cy="65722"/>
            </a:xfrm>
            <a:custGeom>
              <a:avLst/>
              <a:gdLst/>
              <a:ahLst/>
              <a:cxnLst/>
              <a:rect l="l" t="t" r="r" b="b"/>
              <a:pathLst>
                <a:path w="95250" h="65722">
                  <a:moveTo>
                    <a:pt x="0" y="65722"/>
                  </a:moveTo>
                  <a:lnTo>
                    <a:pt x="95250" y="0"/>
                  </a:lnTo>
                </a:path>
              </a:pathLst>
            </a:custGeom>
            <a:noFill/>
            <a:ln w="43244">
              <a:solidFill>
                <a:srgbClr val="5D00FF"/>
              </a:solidFill>
            </a:ln>
          </p:spPr>
        </p:sp>
        <p:sp>
          <p:nvSpPr>
            <p:cNvPr id="389" name="Freeform 389"/>
            <p:cNvSpPr/>
            <p:nvPr/>
          </p:nvSpPr>
          <p:spPr>
            <a:xfrm>
              <a:off x="3402330" y="4387215"/>
              <a:ext cx="95250" cy="64770"/>
            </a:xfrm>
            <a:custGeom>
              <a:avLst/>
              <a:gdLst/>
              <a:ahLst/>
              <a:cxnLst/>
              <a:rect l="l" t="t" r="r" b="b"/>
              <a:pathLst>
                <a:path w="95250" h="64770">
                  <a:moveTo>
                    <a:pt x="0" y="64770"/>
                  </a:moveTo>
                  <a:lnTo>
                    <a:pt x="95250" y="0"/>
                  </a:lnTo>
                </a:path>
              </a:pathLst>
            </a:custGeom>
            <a:noFill/>
            <a:ln w="43339">
              <a:solidFill>
                <a:srgbClr val="5400FF"/>
              </a:solidFill>
            </a:ln>
          </p:spPr>
        </p:sp>
        <p:sp>
          <p:nvSpPr>
            <p:cNvPr id="390" name="Freeform 390"/>
            <p:cNvSpPr/>
            <p:nvPr/>
          </p:nvSpPr>
          <p:spPr>
            <a:xfrm>
              <a:off x="3409950" y="4399598"/>
              <a:ext cx="95250" cy="63818"/>
            </a:xfrm>
            <a:custGeom>
              <a:avLst/>
              <a:gdLst/>
              <a:ahLst/>
              <a:cxnLst/>
              <a:rect l="l" t="t" r="r" b="b"/>
              <a:pathLst>
                <a:path w="95250" h="63818">
                  <a:moveTo>
                    <a:pt x="0" y="63818"/>
                  </a:moveTo>
                  <a:lnTo>
                    <a:pt x="95250" y="0"/>
                  </a:lnTo>
                </a:path>
              </a:pathLst>
            </a:custGeom>
            <a:noFill/>
            <a:ln w="43529">
              <a:solidFill>
                <a:srgbClr val="4B00FF"/>
              </a:solidFill>
            </a:ln>
          </p:spPr>
        </p:sp>
        <p:sp>
          <p:nvSpPr>
            <p:cNvPr id="391" name="Freeform 391"/>
            <p:cNvSpPr/>
            <p:nvPr/>
          </p:nvSpPr>
          <p:spPr>
            <a:xfrm>
              <a:off x="3417570" y="4411980"/>
              <a:ext cx="96202" cy="62865"/>
            </a:xfrm>
            <a:custGeom>
              <a:avLst/>
              <a:gdLst/>
              <a:ahLst/>
              <a:cxnLst/>
              <a:rect l="l" t="t" r="r" b="b"/>
              <a:pathLst>
                <a:path w="96202" h="62865">
                  <a:moveTo>
                    <a:pt x="0" y="62865"/>
                  </a:moveTo>
                  <a:lnTo>
                    <a:pt x="96202" y="0"/>
                  </a:lnTo>
                </a:path>
              </a:pathLst>
            </a:custGeom>
            <a:noFill/>
            <a:ln w="43624">
              <a:solidFill>
                <a:srgbClr val="4200FF"/>
              </a:solidFill>
            </a:ln>
          </p:spPr>
        </p:sp>
        <p:sp>
          <p:nvSpPr>
            <p:cNvPr id="392" name="Freeform 392"/>
            <p:cNvSpPr/>
            <p:nvPr/>
          </p:nvSpPr>
          <p:spPr>
            <a:xfrm>
              <a:off x="3425190" y="4424362"/>
              <a:ext cx="97155" cy="62865"/>
            </a:xfrm>
            <a:custGeom>
              <a:avLst/>
              <a:gdLst/>
              <a:ahLst/>
              <a:cxnLst/>
              <a:rect l="l" t="t" r="r" b="b"/>
              <a:pathLst>
                <a:path w="97155" h="62865">
                  <a:moveTo>
                    <a:pt x="0" y="62865"/>
                  </a:moveTo>
                  <a:lnTo>
                    <a:pt x="97155" y="0"/>
                  </a:lnTo>
                </a:path>
              </a:pathLst>
            </a:custGeom>
            <a:noFill/>
            <a:ln w="43815">
              <a:solidFill>
                <a:srgbClr val="3800FF"/>
              </a:solidFill>
            </a:ln>
          </p:spPr>
        </p:sp>
        <p:sp>
          <p:nvSpPr>
            <p:cNvPr id="393" name="Freeform 393"/>
            <p:cNvSpPr/>
            <p:nvPr/>
          </p:nvSpPr>
          <p:spPr>
            <a:xfrm>
              <a:off x="3432810" y="4437698"/>
              <a:ext cx="97155" cy="61912"/>
            </a:xfrm>
            <a:custGeom>
              <a:avLst/>
              <a:gdLst/>
              <a:ahLst/>
              <a:cxnLst/>
              <a:rect l="l" t="t" r="r" b="b"/>
              <a:pathLst>
                <a:path w="97155" h="61912">
                  <a:moveTo>
                    <a:pt x="0" y="61912"/>
                  </a:moveTo>
                  <a:lnTo>
                    <a:pt x="97155" y="0"/>
                  </a:lnTo>
                </a:path>
              </a:pathLst>
            </a:custGeom>
            <a:noFill/>
            <a:ln w="44006">
              <a:solidFill>
                <a:srgbClr val="2E00FF"/>
              </a:solidFill>
            </a:ln>
          </p:spPr>
        </p:sp>
        <p:sp>
          <p:nvSpPr>
            <p:cNvPr id="394" name="Freeform 394"/>
            <p:cNvSpPr/>
            <p:nvPr/>
          </p:nvSpPr>
          <p:spPr>
            <a:xfrm>
              <a:off x="3440430" y="4451032"/>
              <a:ext cx="98108" cy="60960"/>
            </a:xfrm>
            <a:custGeom>
              <a:avLst/>
              <a:gdLst/>
              <a:ahLst/>
              <a:cxnLst/>
              <a:rect l="l" t="t" r="r" b="b"/>
              <a:pathLst>
                <a:path w="98108" h="60960">
                  <a:moveTo>
                    <a:pt x="0" y="60960"/>
                  </a:moveTo>
                  <a:lnTo>
                    <a:pt x="98108" y="0"/>
                  </a:lnTo>
                </a:path>
              </a:pathLst>
            </a:custGeom>
            <a:noFill/>
            <a:ln w="44196">
              <a:solidFill>
                <a:srgbClr val="2300FF"/>
              </a:solidFill>
            </a:ln>
          </p:spPr>
        </p:sp>
        <p:sp>
          <p:nvSpPr>
            <p:cNvPr id="395" name="Freeform 395"/>
            <p:cNvSpPr/>
            <p:nvPr/>
          </p:nvSpPr>
          <p:spPr>
            <a:xfrm>
              <a:off x="3448050" y="4464368"/>
              <a:ext cx="98108" cy="60008"/>
            </a:xfrm>
            <a:custGeom>
              <a:avLst/>
              <a:gdLst/>
              <a:ahLst/>
              <a:cxnLst/>
              <a:rect l="l" t="t" r="r" b="b"/>
              <a:pathLst>
                <a:path w="98108" h="60008">
                  <a:moveTo>
                    <a:pt x="0" y="60008"/>
                  </a:moveTo>
                  <a:lnTo>
                    <a:pt x="98108" y="0"/>
                  </a:lnTo>
                </a:path>
              </a:pathLst>
            </a:custGeom>
            <a:noFill/>
            <a:ln w="44386">
              <a:solidFill>
                <a:srgbClr val="1700FF"/>
              </a:solidFill>
            </a:ln>
          </p:spPr>
        </p:sp>
        <p:sp>
          <p:nvSpPr>
            <p:cNvPr id="396" name="Freeform 396"/>
            <p:cNvSpPr/>
            <p:nvPr/>
          </p:nvSpPr>
          <p:spPr>
            <a:xfrm>
              <a:off x="3456622" y="4477702"/>
              <a:ext cx="98108" cy="59055"/>
            </a:xfrm>
            <a:custGeom>
              <a:avLst/>
              <a:gdLst/>
              <a:ahLst/>
              <a:cxnLst/>
              <a:rect l="l" t="t" r="r" b="b"/>
              <a:pathLst>
                <a:path w="98108" h="59055">
                  <a:moveTo>
                    <a:pt x="0" y="59055"/>
                  </a:moveTo>
                  <a:lnTo>
                    <a:pt x="98108" y="0"/>
                  </a:lnTo>
                </a:path>
              </a:pathLst>
            </a:custGeom>
            <a:noFill/>
            <a:ln w="44577">
              <a:solidFill>
                <a:srgbClr val="0A00FF"/>
              </a:solidFill>
            </a:ln>
          </p:spPr>
        </p:sp>
        <p:sp>
          <p:nvSpPr>
            <p:cNvPr id="397" name="Freeform 397"/>
            <p:cNvSpPr/>
            <p:nvPr/>
          </p:nvSpPr>
          <p:spPr>
            <a:xfrm>
              <a:off x="3464242" y="4491038"/>
              <a:ext cx="99060" cy="59055"/>
            </a:xfrm>
            <a:custGeom>
              <a:avLst/>
              <a:gdLst/>
              <a:ahLst/>
              <a:cxnLst/>
              <a:rect l="l" t="t" r="r" b="b"/>
              <a:pathLst>
                <a:path w="99060" h="59055">
                  <a:moveTo>
                    <a:pt x="0" y="59055"/>
                  </a:moveTo>
                  <a:lnTo>
                    <a:pt x="99060" y="0"/>
                  </a:lnTo>
                </a:path>
              </a:pathLst>
            </a:custGeom>
            <a:noFill/>
            <a:ln w="44768">
              <a:solidFill>
                <a:srgbClr val="000BFF"/>
              </a:solidFill>
            </a:ln>
          </p:spPr>
        </p:sp>
        <p:sp>
          <p:nvSpPr>
            <p:cNvPr id="398" name="Freeform 398"/>
            <p:cNvSpPr/>
            <p:nvPr/>
          </p:nvSpPr>
          <p:spPr>
            <a:xfrm>
              <a:off x="3471862" y="4505325"/>
              <a:ext cx="99060" cy="58103"/>
            </a:xfrm>
            <a:custGeom>
              <a:avLst/>
              <a:gdLst/>
              <a:ahLst/>
              <a:cxnLst/>
              <a:rect l="l" t="t" r="r" b="b"/>
              <a:pathLst>
                <a:path w="99060" h="58103">
                  <a:moveTo>
                    <a:pt x="0" y="58103"/>
                  </a:moveTo>
                  <a:lnTo>
                    <a:pt x="99060" y="0"/>
                  </a:lnTo>
                </a:path>
              </a:pathLst>
            </a:custGeom>
            <a:noFill/>
            <a:ln w="44958">
              <a:solidFill>
                <a:srgbClr val="001BFF"/>
              </a:solidFill>
            </a:ln>
          </p:spPr>
        </p:sp>
        <p:sp>
          <p:nvSpPr>
            <p:cNvPr id="399" name="Freeform 399"/>
            <p:cNvSpPr/>
            <p:nvPr/>
          </p:nvSpPr>
          <p:spPr>
            <a:xfrm>
              <a:off x="3479482" y="4519612"/>
              <a:ext cx="100012" cy="57150"/>
            </a:xfrm>
            <a:custGeom>
              <a:avLst/>
              <a:gdLst/>
              <a:ahLst/>
              <a:cxnLst/>
              <a:rect l="l" t="t" r="r" b="b"/>
              <a:pathLst>
                <a:path w="100012" h="57150">
                  <a:moveTo>
                    <a:pt x="0" y="57150"/>
                  </a:moveTo>
                  <a:lnTo>
                    <a:pt x="100012" y="0"/>
                  </a:lnTo>
                </a:path>
              </a:pathLst>
            </a:custGeom>
            <a:noFill/>
            <a:ln w="45244">
              <a:solidFill>
                <a:srgbClr val="0028FF"/>
              </a:solidFill>
            </a:ln>
          </p:spPr>
        </p:sp>
        <p:sp>
          <p:nvSpPr>
            <p:cNvPr id="400" name="Freeform 400"/>
            <p:cNvSpPr/>
            <p:nvPr/>
          </p:nvSpPr>
          <p:spPr>
            <a:xfrm>
              <a:off x="3487102" y="4533900"/>
              <a:ext cx="100965" cy="56197"/>
            </a:xfrm>
            <a:custGeom>
              <a:avLst/>
              <a:gdLst/>
              <a:ahLst/>
              <a:cxnLst/>
              <a:rect l="l" t="t" r="r" b="b"/>
              <a:pathLst>
                <a:path w="100965" h="56197">
                  <a:moveTo>
                    <a:pt x="0" y="56197"/>
                  </a:moveTo>
                  <a:lnTo>
                    <a:pt x="100965" y="0"/>
                  </a:lnTo>
                </a:path>
              </a:pathLst>
            </a:custGeom>
            <a:noFill/>
            <a:ln w="45434">
              <a:solidFill>
                <a:srgbClr val="0035FF"/>
              </a:solidFill>
            </a:ln>
          </p:spPr>
        </p:sp>
        <p:sp>
          <p:nvSpPr>
            <p:cNvPr id="401" name="Freeform 401"/>
            <p:cNvSpPr/>
            <p:nvPr/>
          </p:nvSpPr>
          <p:spPr>
            <a:xfrm>
              <a:off x="3495675" y="4549140"/>
              <a:ext cx="100012" cy="55245"/>
            </a:xfrm>
            <a:custGeom>
              <a:avLst/>
              <a:gdLst/>
              <a:ahLst/>
              <a:cxnLst/>
              <a:rect l="l" t="t" r="r" b="b"/>
              <a:pathLst>
                <a:path w="100012" h="55245">
                  <a:moveTo>
                    <a:pt x="0" y="55245"/>
                  </a:moveTo>
                  <a:lnTo>
                    <a:pt x="100012" y="0"/>
                  </a:lnTo>
                </a:path>
              </a:pathLst>
            </a:custGeom>
            <a:noFill/>
            <a:ln w="45720">
              <a:solidFill>
                <a:srgbClr val="0041FF"/>
              </a:solidFill>
            </a:ln>
          </p:spPr>
        </p:sp>
        <p:sp>
          <p:nvSpPr>
            <p:cNvPr id="402" name="Freeform 402"/>
            <p:cNvSpPr/>
            <p:nvPr/>
          </p:nvSpPr>
          <p:spPr>
            <a:xfrm>
              <a:off x="3503295" y="4563428"/>
              <a:ext cx="100965" cy="55245"/>
            </a:xfrm>
            <a:custGeom>
              <a:avLst/>
              <a:gdLst/>
              <a:ahLst/>
              <a:cxnLst/>
              <a:rect l="l" t="t" r="r" b="b"/>
              <a:pathLst>
                <a:path w="100965" h="55245">
                  <a:moveTo>
                    <a:pt x="0" y="55245"/>
                  </a:moveTo>
                  <a:lnTo>
                    <a:pt x="100965" y="0"/>
                  </a:lnTo>
                </a:path>
              </a:pathLst>
            </a:custGeom>
            <a:noFill/>
            <a:ln w="45910">
              <a:solidFill>
                <a:srgbClr val="004CFF"/>
              </a:solidFill>
            </a:ln>
          </p:spPr>
        </p:sp>
        <p:sp>
          <p:nvSpPr>
            <p:cNvPr id="403" name="Freeform 403"/>
            <p:cNvSpPr/>
            <p:nvPr/>
          </p:nvSpPr>
          <p:spPr>
            <a:xfrm>
              <a:off x="3510915" y="4578668"/>
              <a:ext cx="101917" cy="54292"/>
            </a:xfrm>
            <a:custGeom>
              <a:avLst/>
              <a:gdLst/>
              <a:ahLst/>
              <a:cxnLst/>
              <a:rect l="l" t="t" r="r" b="b"/>
              <a:pathLst>
                <a:path w="101917" h="54292">
                  <a:moveTo>
                    <a:pt x="0" y="54292"/>
                  </a:moveTo>
                  <a:lnTo>
                    <a:pt x="101917" y="0"/>
                  </a:lnTo>
                </a:path>
              </a:pathLst>
            </a:custGeom>
            <a:noFill/>
            <a:ln w="46196">
              <a:solidFill>
                <a:srgbClr val="0057FF"/>
              </a:solidFill>
            </a:ln>
          </p:spPr>
        </p:sp>
        <p:sp>
          <p:nvSpPr>
            <p:cNvPr id="404" name="Freeform 404"/>
            <p:cNvSpPr/>
            <p:nvPr/>
          </p:nvSpPr>
          <p:spPr>
            <a:xfrm>
              <a:off x="3518535" y="4594860"/>
              <a:ext cx="101918" cy="53340"/>
            </a:xfrm>
            <a:custGeom>
              <a:avLst/>
              <a:gdLst/>
              <a:ahLst/>
              <a:cxnLst/>
              <a:rect l="l" t="t" r="r" b="b"/>
              <a:pathLst>
                <a:path w="101918" h="53340">
                  <a:moveTo>
                    <a:pt x="0" y="53340"/>
                  </a:moveTo>
                  <a:lnTo>
                    <a:pt x="101918" y="0"/>
                  </a:lnTo>
                </a:path>
              </a:pathLst>
            </a:custGeom>
            <a:noFill/>
            <a:ln w="46482">
              <a:solidFill>
                <a:srgbClr val="0061FF"/>
              </a:solidFill>
            </a:ln>
          </p:spPr>
        </p:sp>
        <p:sp>
          <p:nvSpPr>
            <p:cNvPr id="405" name="Freeform 405"/>
            <p:cNvSpPr/>
            <p:nvPr/>
          </p:nvSpPr>
          <p:spPr>
            <a:xfrm>
              <a:off x="3526155" y="4611052"/>
              <a:ext cx="102870" cy="52388"/>
            </a:xfrm>
            <a:custGeom>
              <a:avLst/>
              <a:gdLst/>
              <a:ahLst/>
              <a:cxnLst/>
              <a:rect l="l" t="t" r="r" b="b"/>
              <a:pathLst>
                <a:path w="102870" h="52388">
                  <a:moveTo>
                    <a:pt x="0" y="52388"/>
                  </a:moveTo>
                  <a:lnTo>
                    <a:pt x="102870" y="0"/>
                  </a:lnTo>
                </a:path>
              </a:pathLst>
            </a:custGeom>
            <a:noFill/>
            <a:ln w="46768">
              <a:solidFill>
                <a:srgbClr val="006CFF"/>
              </a:solidFill>
            </a:ln>
          </p:spPr>
        </p:sp>
        <p:sp>
          <p:nvSpPr>
            <p:cNvPr id="406" name="Freeform 406"/>
            <p:cNvSpPr/>
            <p:nvPr/>
          </p:nvSpPr>
          <p:spPr>
            <a:xfrm>
              <a:off x="3533775" y="4627245"/>
              <a:ext cx="103822" cy="51435"/>
            </a:xfrm>
            <a:custGeom>
              <a:avLst/>
              <a:gdLst/>
              <a:ahLst/>
              <a:cxnLst/>
              <a:rect l="l" t="t" r="r" b="b"/>
              <a:pathLst>
                <a:path w="103822" h="51435">
                  <a:moveTo>
                    <a:pt x="0" y="51435"/>
                  </a:moveTo>
                  <a:lnTo>
                    <a:pt x="103822" y="0"/>
                  </a:lnTo>
                </a:path>
              </a:pathLst>
            </a:custGeom>
            <a:noFill/>
            <a:ln w="47149">
              <a:solidFill>
                <a:srgbClr val="0076FF"/>
              </a:solidFill>
            </a:ln>
          </p:spPr>
        </p:sp>
        <p:sp>
          <p:nvSpPr>
            <p:cNvPr id="407" name="Freeform 407"/>
            <p:cNvSpPr/>
            <p:nvPr/>
          </p:nvSpPr>
          <p:spPr>
            <a:xfrm>
              <a:off x="3541395" y="4644390"/>
              <a:ext cx="103822" cy="50482"/>
            </a:xfrm>
            <a:custGeom>
              <a:avLst/>
              <a:gdLst/>
              <a:ahLst/>
              <a:cxnLst/>
              <a:rect l="l" t="t" r="r" b="b"/>
              <a:pathLst>
                <a:path w="103822" h="50482">
                  <a:moveTo>
                    <a:pt x="0" y="50482"/>
                  </a:moveTo>
                  <a:lnTo>
                    <a:pt x="103822" y="0"/>
                  </a:lnTo>
                </a:path>
              </a:pathLst>
            </a:custGeom>
            <a:noFill/>
            <a:ln w="47435">
              <a:solidFill>
                <a:srgbClr val="007FFF"/>
              </a:solidFill>
            </a:ln>
          </p:spPr>
        </p:sp>
        <p:sp>
          <p:nvSpPr>
            <p:cNvPr id="408" name="Freeform 408"/>
            <p:cNvSpPr/>
            <p:nvPr/>
          </p:nvSpPr>
          <p:spPr>
            <a:xfrm>
              <a:off x="3549968" y="4660582"/>
              <a:ext cx="103823" cy="50483"/>
            </a:xfrm>
            <a:custGeom>
              <a:avLst/>
              <a:gdLst/>
              <a:ahLst/>
              <a:cxnLst/>
              <a:rect l="l" t="t" r="r" b="b"/>
              <a:pathLst>
                <a:path w="103823" h="50483">
                  <a:moveTo>
                    <a:pt x="0" y="50483"/>
                  </a:moveTo>
                  <a:lnTo>
                    <a:pt x="103823" y="0"/>
                  </a:lnTo>
                </a:path>
              </a:pathLst>
            </a:custGeom>
            <a:noFill/>
            <a:ln w="47815">
              <a:solidFill>
                <a:srgbClr val="0089FF"/>
              </a:solidFill>
            </a:ln>
          </p:spPr>
        </p:sp>
        <p:sp>
          <p:nvSpPr>
            <p:cNvPr id="409" name="Freeform 409"/>
            <p:cNvSpPr/>
            <p:nvPr/>
          </p:nvSpPr>
          <p:spPr>
            <a:xfrm>
              <a:off x="3557588" y="4678680"/>
              <a:ext cx="104775" cy="48578"/>
            </a:xfrm>
            <a:custGeom>
              <a:avLst/>
              <a:gdLst/>
              <a:ahLst/>
              <a:cxnLst/>
              <a:rect l="l" t="t" r="r" b="b"/>
              <a:pathLst>
                <a:path w="104775" h="48578">
                  <a:moveTo>
                    <a:pt x="0" y="48578"/>
                  </a:moveTo>
                  <a:lnTo>
                    <a:pt x="104775" y="0"/>
                  </a:lnTo>
                </a:path>
              </a:pathLst>
            </a:custGeom>
            <a:noFill/>
            <a:ln w="48196">
              <a:solidFill>
                <a:srgbClr val="0092FF"/>
              </a:solidFill>
            </a:ln>
          </p:spPr>
        </p:sp>
        <p:sp>
          <p:nvSpPr>
            <p:cNvPr id="410" name="Freeform 410"/>
            <p:cNvSpPr/>
            <p:nvPr/>
          </p:nvSpPr>
          <p:spPr>
            <a:xfrm>
              <a:off x="3565208" y="4696778"/>
              <a:ext cx="104775" cy="47625"/>
            </a:xfrm>
            <a:custGeom>
              <a:avLst/>
              <a:gdLst/>
              <a:ahLst/>
              <a:cxnLst/>
              <a:rect l="l" t="t" r="r" b="b"/>
              <a:pathLst>
                <a:path w="104775" h="47625">
                  <a:moveTo>
                    <a:pt x="0" y="47625"/>
                  </a:moveTo>
                  <a:lnTo>
                    <a:pt x="104775" y="0"/>
                  </a:lnTo>
                </a:path>
              </a:pathLst>
            </a:custGeom>
            <a:noFill/>
            <a:ln w="48578">
              <a:solidFill>
                <a:srgbClr val="009CFF"/>
              </a:solidFill>
            </a:ln>
          </p:spPr>
        </p:sp>
        <p:sp>
          <p:nvSpPr>
            <p:cNvPr id="411" name="Freeform 411"/>
            <p:cNvSpPr/>
            <p:nvPr/>
          </p:nvSpPr>
          <p:spPr>
            <a:xfrm>
              <a:off x="3572828" y="4714875"/>
              <a:ext cx="105727" cy="46672"/>
            </a:xfrm>
            <a:custGeom>
              <a:avLst/>
              <a:gdLst/>
              <a:ahLst/>
              <a:cxnLst/>
              <a:rect l="l" t="t" r="r" b="b"/>
              <a:pathLst>
                <a:path w="105727" h="46672">
                  <a:moveTo>
                    <a:pt x="0" y="46672"/>
                  </a:moveTo>
                  <a:lnTo>
                    <a:pt x="105727" y="0"/>
                  </a:lnTo>
                </a:path>
              </a:pathLst>
            </a:custGeom>
            <a:noFill/>
            <a:ln w="49054">
              <a:solidFill>
                <a:srgbClr val="00A5FF"/>
              </a:solidFill>
            </a:ln>
          </p:spPr>
        </p:sp>
        <p:sp>
          <p:nvSpPr>
            <p:cNvPr id="412" name="Freeform 412"/>
            <p:cNvSpPr/>
            <p:nvPr/>
          </p:nvSpPr>
          <p:spPr>
            <a:xfrm>
              <a:off x="3581400" y="4733925"/>
              <a:ext cx="105728" cy="44767"/>
            </a:xfrm>
            <a:custGeom>
              <a:avLst/>
              <a:gdLst/>
              <a:ahLst/>
              <a:cxnLst/>
              <a:rect l="l" t="t" r="r" b="b"/>
              <a:pathLst>
                <a:path w="105728" h="44767">
                  <a:moveTo>
                    <a:pt x="0" y="44767"/>
                  </a:moveTo>
                  <a:lnTo>
                    <a:pt x="105728" y="0"/>
                  </a:lnTo>
                </a:path>
              </a:pathLst>
            </a:custGeom>
            <a:noFill/>
            <a:ln w="49530">
              <a:solidFill>
                <a:srgbClr val="00AEFF"/>
              </a:solidFill>
            </a:ln>
          </p:spPr>
        </p:sp>
        <p:sp>
          <p:nvSpPr>
            <p:cNvPr id="413" name="Freeform 413"/>
            <p:cNvSpPr/>
            <p:nvPr/>
          </p:nvSpPr>
          <p:spPr>
            <a:xfrm>
              <a:off x="3589020" y="4752975"/>
              <a:ext cx="105727" cy="44767"/>
            </a:xfrm>
            <a:custGeom>
              <a:avLst/>
              <a:gdLst/>
              <a:ahLst/>
              <a:cxnLst/>
              <a:rect l="l" t="t" r="r" b="b"/>
              <a:pathLst>
                <a:path w="105727" h="44767">
                  <a:moveTo>
                    <a:pt x="0" y="44767"/>
                  </a:moveTo>
                  <a:lnTo>
                    <a:pt x="105727" y="0"/>
                  </a:lnTo>
                </a:path>
              </a:pathLst>
            </a:custGeom>
            <a:noFill/>
            <a:ln w="50006">
              <a:solidFill>
                <a:srgbClr val="00B7FF"/>
              </a:solidFill>
            </a:ln>
          </p:spPr>
        </p:sp>
        <p:sp>
          <p:nvSpPr>
            <p:cNvPr id="414" name="Freeform 414"/>
            <p:cNvSpPr/>
            <p:nvPr/>
          </p:nvSpPr>
          <p:spPr>
            <a:xfrm>
              <a:off x="3596640" y="4772978"/>
              <a:ext cx="106680" cy="43815"/>
            </a:xfrm>
            <a:custGeom>
              <a:avLst/>
              <a:gdLst/>
              <a:ahLst/>
              <a:cxnLst/>
              <a:rect l="l" t="t" r="r" b="b"/>
              <a:pathLst>
                <a:path w="106680" h="43815">
                  <a:moveTo>
                    <a:pt x="0" y="43815"/>
                  </a:moveTo>
                  <a:lnTo>
                    <a:pt x="106680" y="0"/>
                  </a:lnTo>
                </a:path>
              </a:pathLst>
            </a:custGeom>
            <a:noFill/>
            <a:ln w="50482">
              <a:solidFill>
                <a:srgbClr val="00C0FF"/>
              </a:solidFill>
            </a:ln>
          </p:spPr>
        </p:sp>
        <p:sp>
          <p:nvSpPr>
            <p:cNvPr id="415" name="Freeform 415"/>
            <p:cNvSpPr/>
            <p:nvPr/>
          </p:nvSpPr>
          <p:spPr>
            <a:xfrm>
              <a:off x="3604260" y="4793932"/>
              <a:ext cx="106680" cy="41910"/>
            </a:xfrm>
            <a:custGeom>
              <a:avLst/>
              <a:gdLst/>
              <a:ahLst/>
              <a:cxnLst/>
              <a:rect l="l" t="t" r="r" b="b"/>
              <a:pathLst>
                <a:path w="106680" h="41910">
                  <a:moveTo>
                    <a:pt x="0" y="41910"/>
                  </a:moveTo>
                  <a:lnTo>
                    <a:pt x="106680" y="0"/>
                  </a:lnTo>
                </a:path>
              </a:pathLst>
            </a:custGeom>
            <a:noFill/>
            <a:ln w="51054">
              <a:solidFill>
                <a:srgbClr val="00C8FF"/>
              </a:solidFill>
            </a:ln>
          </p:spPr>
        </p:sp>
        <p:sp>
          <p:nvSpPr>
            <p:cNvPr id="416" name="Freeform 416"/>
            <p:cNvSpPr/>
            <p:nvPr/>
          </p:nvSpPr>
          <p:spPr>
            <a:xfrm>
              <a:off x="3611880" y="4814888"/>
              <a:ext cx="107633" cy="40958"/>
            </a:xfrm>
            <a:custGeom>
              <a:avLst/>
              <a:gdLst/>
              <a:ahLst/>
              <a:cxnLst/>
              <a:rect l="l" t="t" r="r" b="b"/>
              <a:pathLst>
                <a:path w="107633" h="40958">
                  <a:moveTo>
                    <a:pt x="0" y="40958"/>
                  </a:moveTo>
                  <a:lnTo>
                    <a:pt x="107633" y="0"/>
                  </a:lnTo>
                </a:path>
              </a:pathLst>
            </a:custGeom>
            <a:noFill/>
            <a:ln w="51721">
              <a:solidFill>
                <a:srgbClr val="00D1FF"/>
              </a:solidFill>
            </a:ln>
          </p:spPr>
        </p:sp>
        <p:sp>
          <p:nvSpPr>
            <p:cNvPr id="417" name="Freeform 417"/>
            <p:cNvSpPr/>
            <p:nvPr/>
          </p:nvSpPr>
          <p:spPr>
            <a:xfrm>
              <a:off x="3619500" y="4836795"/>
              <a:ext cx="108585" cy="40005"/>
            </a:xfrm>
            <a:custGeom>
              <a:avLst/>
              <a:gdLst/>
              <a:ahLst/>
              <a:cxnLst/>
              <a:rect l="l" t="t" r="r" b="b"/>
              <a:pathLst>
                <a:path w="108585" h="40005">
                  <a:moveTo>
                    <a:pt x="0" y="40005"/>
                  </a:moveTo>
                  <a:lnTo>
                    <a:pt x="108585" y="0"/>
                  </a:lnTo>
                </a:path>
              </a:pathLst>
            </a:custGeom>
            <a:noFill/>
            <a:ln w="52388">
              <a:solidFill>
                <a:srgbClr val="00DAFF"/>
              </a:solidFill>
            </a:ln>
          </p:spPr>
        </p:sp>
        <p:sp>
          <p:nvSpPr>
            <p:cNvPr id="418" name="Freeform 418"/>
            <p:cNvSpPr/>
            <p:nvPr/>
          </p:nvSpPr>
          <p:spPr>
            <a:xfrm>
              <a:off x="3627120" y="4859655"/>
              <a:ext cx="108585" cy="38100"/>
            </a:xfrm>
            <a:custGeom>
              <a:avLst/>
              <a:gdLst/>
              <a:ahLst/>
              <a:cxnLst/>
              <a:rect l="l" t="t" r="r" b="b"/>
              <a:pathLst>
                <a:path w="108585" h="38100">
                  <a:moveTo>
                    <a:pt x="0" y="38100"/>
                  </a:moveTo>
                  <a:lnTo>
                    <a:pt x="108585" y="0"/>
                  </a:lnTo>
                </a:path>
              </a:pathLst>
            </a:custGeom>
            <a:noFill/>
            <a:ln w="53150">
              <a:solidFill>
                <a:srgbClr val="00E2FF"/>
              </a:solidFill>
            </a:ln>
          </p:spPr>
        </p:sp>
        <p:sp>
          <p:nvSpPr>
            <p:cNvPr id="419" name="Freeform 419"/>
            <p:cNvSpPr/>
            <p:nvPr/>
          </p:nvSpPr>
          <p:spPr>
            <a:xfrm>
              <a:off x="3635692" y="4882515"/>
              <a:ext cx="108585" cy="38100"/>
            </a:xfrm>
            <a:custGeom>
              <a:avLst/>
              <a:gdLst/>
              <a:ahLst/>
              <a:cxnLst/>
              <a:rect l="l" t="t" r="r" b="b"/>
              <a:pathLst>
                <a:path w="108585" h="38100">
                  <a:moveTo>
                    <a:pt x="0" y="38100"/>
                  </a:moveTo>
                  <a:lnTo>
                    <a:pt x="108585" y="0"/>
                  </a:lnTo>
                </a:path>
              </a:pathLst>
            </a:custGeom>
            <a:noFill/>
            <a:ln w="54007">
              <a:solidFill>
                <a:srgbClr val="00EAFF"/>
              </a:solidFill>
            </a:ln>
          </p:spPr>
        </p:sp>
        <p:sp>
          <p:nvSpPr>
            <p:cNvPr id="420" name="Freeform 420"/>
            <p:cNvSpPr/>
            <p:nvPr/>
          </p:nvSpPr>
          <p:spPr>
            <a:xfrm>
              <a:off x="3643312" y="4907280"/>
              <a:ext cx="109538" cy="36195"/>
            </a:xfrm>
            <a:custGeom>
              <a:avLst/>
              <a:gdLst/>
              <a:ahLst/>
              <a:cxnLst/>
              <a:rect l="l" t="t" r="r" b="b"/>
              <a:pathLst>
                <a:path w="109538" h="36195">
                  <a:moveTo>
                    <a:pt x="0" y="36195"/>
                  </a:moveTo>
                  <a:lnTo>
                    <a:pt x="109538" y="0"/>
                  </a:lnTo>
                </a:path>
              </a:pathLst>
            </a:custGeom>
            <a:noFill/>
            <a:ln w="54959">
              <a:solidFill>
                <a:srgbClr val="00F3FF"/>
              </a:solidFill>
            </a:ln>
          </p:spPr>
        </p:sp>
        <p:sp>
          <p:nvSpPr>
            <p:cNvPr id="421" name="Freeform 421"/>
            <p:cNvSpPr/>
            <p:nvPr/>
          </p:nvSpPr>
          <p:spPr>
            <a:xfrm>
              <a:off x="3650932" y="4932998"/>
              <a:ext cx="109538" cy="34290"/>
            </a:xfrm>
            <a:custGeom>
              <a:avLst/>
              <a:gdLst/>
              <a:ahLst/>
              <a:cxnLst/>
              <a:rect l="l" t="t" r="r" b="b"/>
              <a:pathLst>
                <a:path w="109538" h="34290">
                  <a:moveTo>
                    <a:pt x="0" y="34290"/>
                  </a:moveTo>
                  <a:lnTo>
                    <a:pt x="109538" y="0"/>
                  </a:lnTo>
                </a:path>
              </a:pathLst>
            </a:custGeom>
            <a:noFill/>
            <a:ln w="56007">
              <a:solidFill>
                <a:srgbClr val="00FBFF"/>
              </a:solidFill>
            </a:ln>
          </p:spPr>
        </p:sp>
        <p:sp>
          <p:nvSpPr>
            <p:cNvPr id="422" name="Freeform 422"/>
            <p:cNvSpPr/>
            <p:nvPr/>
          </p:nvSpPr>
          <p:spPr>
            <a:xfrm>
              <a:off x="3658552" y="4959668"/>
              <a:ext cx="110490" cy="33338"/>
            </a:xfrm>
            <a:custGeom>
              <a:avLst/>
              <a:gdLst/>
              <a:ahLst/>
              <a:cxnLst/>
              <a:rect l="l" t="t" r="r" b="b"/>
              <a:pathLst>
                <a:path w="110490" h="33338">
                  <a:moveTo>
                    <a:pt x="0" y="33338"/>
                  </a:moveTo>
                  <a:lnTo>
                    <a:pt x="110490" y="0"/>
                  </a:lnTo>
                </a:path>
              </a:pathLst>
            </a:custGeom>
            <a:noFill/>
            <a:ln w="57245">
              <a:solidFill>
                <a:srgbClr val="00FFF5"/>
              </a:solidFill>
            </a:ln>
          </p:spPr>
        </p:sp>
        <p:sp>
          <p:nvSpPr>
            <p:cNvPr id="423" name="Freeform 423"/>
            <p:cNvSpPr/>
            <p:nvPr/>
          </p:nvSpPr>
          <p:spPr>
            <a:xfrm>
              <a:off x="3666172" y="4987290"/>
              <a:ext cx="111443" cy="32385"/>
            </a:xfrm>
            <a:custGeom>
              <a:avLst/>
              <a:gdLst/>
              <a:ahLst/>
              <a:cxnLst/>
              <a:rect l="l" t="t" r="r" b="b"/>
              <a:pathLst>
                <a:path w="111443" h="32385">
                  <a:moveTo>
                    <a:pt x="0" y="32385"/>
                  </a:moveTo>
                  <a:lnTo>
                    <a:pt x="111443" y="0"/>
                  </a:lnTo>
                </a:path>
              </a:pathLst>
            </a:custGeom>
            <a:noFill/>
            <a:ln w="58579">
              <a:solidFill>
                <a:srgbClr val="00FFE0"/>
              </a:solidFill>
            </a:ln>
          </p:spPr>
        </p:sp>
        <p:sp>
          <p:nvSpPr>
            <p:cNvPr id="424" name="Freeform 424"/>
            <p:cNvSpPr/>
            <p:nvPr/>
          </p:nvSpPr>
          <p:spPr>
            <a:xfrm>
              <a:off x="3674745" y="5016818"/>
              <a:ext cx="110490" cy="30480"/>
            </a:xfrm>
            <a:custGeom>
              <a:avLst/>
              <a:gdLst/>
              <a:ahLst/>
              <a:cxnLst/>
              <a:rect l="l" t="t" r="r" b="b"/>
              <a:pathLst>
                <a:path w="110490" h="30480">
                  <a:moveTo>
                    <a:pt x="0" y="30480"/>
                  </a:moveTo>
                  <a:lnTo>
                    <a:pt x="110490" y="0"/>
                  </a:lnTo>
                </a:path>
              </a:pathLst>
            </a:custGeom>
            <a:noFill/>
            <a:ln w="60198">
              <a:solidFill>
                <a:srgbClr val="00FFCB"/>
              </a:solidFill>
            </a:ln>
          </p:spPr>
        </p:sp>
        <p:sp>
          <p:nvSpPr>
            <p:cNvPr id="425" name="Freeform 425"/>
            <p:cNvSpPr/>
            <p:nvPr/>
          </p:nvSpPr>
          <p:spPr>
            <a:xfrm>
              <a:off x="3682365" y="5048250"/>
              <a:ext cx="111442" cy="28575"/>
            </a:xfrm>
            <a:custGeom>
              <a:avLst/>
              <a:gdLst/>
              <a:ahLst/>
              <a:cxnLst/>
              <a:rect l="l" t="t" r="r" b="b"/>
              <a:pathLst>
                <a:path w="111442" h="28575">
                  <a:moveTo>
                    <a:pt x="0" y="28575"/>
                  </a:moveTo>
                  <a:lnTo>
                    <a:pt x="111442" y="0"/>
                  </a:lnTo>
                </a:path>
              </a:pathLst>
            </a:custGeom>
            <a:noFill/>
            <a:ln w="62103">
              <a:solidFill>
                <a:srgbClr val="00FFB5"/>
              </a:solidFill>
            </a:ln>
          </p:spPr>
        </p:sp>
        <p:sp>
          <p:nvSpPr>
            <p:cNvPr id="426" name="Freeform 426"/>
            <p:cNvSpPr/>
            <p:nvPr/>
          </p:nvSpPr>
          <p:spPr>
            <a:xfrm>
              <a:off x="3689985" y="5082540"/>
              <a:ext cx="112395" cy="25717"/>
            </a:xfrm>
            <a:custGeom>
              <a:avLst/>
              <a:gdLst/>
              <a:ahLst/>
              <a:cxnLst/>
              <a:rect l="l" t="t" r="r" b="b"/>
              <a:pathLst>
                <a:path w="112395" h="25717">
                  <a:moveTo>
                    <a:pt x="0" y="25717"/>
                  </a:moveTo>
                  <a:lnTo>
                    <a:pt x="112395" y="0"/>
                  </a:lnTo>
                </a:path>
              </a:pathLst>
            </a:custGeom>
            <a:noFill/>
            <a:ln w="64484">
              <a:solidFill>
                <a:srgbClr val="00FF9E"/>
              </a:solidFill>
            </a:ln>
          </p:spPr>
        </p:sp>
        <p:sp>
          <p:nvSpPr>
            <p:cNvPr id="427" name="Freeform 427"/>
            <p:cNvSpPr/>
            <p:nvPr/>
          </p:nvSpPr>
          <p:spPr>
            <a:xfrm>
              <a:off x="3697605" y="5118735"/>
              <a:ext cx="112395" cy="23812"/>
            </a:xfrm>
            <a:custGeom>
              <a:avLst/>
              <a:gdLst/>
              <a:ahLst/>
              <a:cxnLst/>
              <a:rect l="l" t="t" r="r" b="b"/>
              <a:pathLst>
                <a:path w="112395" h="23812">
                  <a:moveTo>
                    <a:pt x="0" y="23812"/>
                  </a:moveTo>
                  <a:lnTo>
                    <a:pt x="112395" y="0"/>
                  </a:lnTo>
                </a:path>
              </a:pathLst>
            </a:custGeom>
            <a:noFill/>
            <a:ln w="67342">
              <a:solidFill>
                <a:srgbClr val="00FF87"/>
              </a:solidFill>
            </a:ln>
          </p:spPr>
        </p:sp>
        <p:sp>
          <p:nvSpPr>
            <p:cNvPr id="428" name="Freeform 428"/>
            <p:cNvSpPr/>
            <p:nvPr/>
          </p:nvSpPr>
          <p:spPr>
            <a:xfrm>
              <a:off x="3705225" y="5157788"/>
              <a:ext cx="113347" cy="22860"/>
            </a:xfrm>
            <a:custGeom>
              <a:avLst/>
              <a:gdLst/>
              <a:ahLst/>
              <a:cxnLst/>
              <a:rect l="l" t="t" r="r" b="b"/>
              <a:pathLst>
                <a:path w="113347" h="22860">
                  <a:moveTo>
                    <a:pt x="0" y="22860"/>
                  </a:moveTo>
                  <a:lnTo>
                    <a:pt x="113347" y="0"/>
                  </a:lnTo>
                </a:path>
              </a:pathLst>
            </a:custGeom>
            <a:noFill/>
            <a:ln w="71056">
              <a:solidFill>
                <a:srgbClr val="00FF6E"/>
              </a:solidFill>
            </a:ln>
          </p:spPr>
        </p:sp>
        <p:sp>
          <p:nvSpPr>
            <p:cNvPr id="429" name="Freeform 429"/>
            <p:cNvSpPr/>
            <p:nvPr/>
          </p:nvSpPr>
          <p:spPr>
            <a:xfrm>
              <a:off x="3712845" y="5202555"/>
              <a:ext cx="114300" cy="19050"/>
            </a:xfrm>
            <a:custGeom>
              <a:avLst/>
              <a:gdLst/>
              <a:ahLst/>
              <a:cxnLst/>
              <a:rect l="l" t="t" r="r" b="b"/>
              <a:pathLst>
                <a:path w="114300" h="19050">
                  <a:moveTo>
                    <a:pt x="0" y="19050"/>
                  </a:moveTo>
                  <a:lnTo>
                    <a:pt x="114300" y="0"/>
                  </a:lnTo>
                </a:path>
              </a:pathLst>
            </a:custGeom>
            <a:noFill/>
            <a:ln w="76200">
              <a:solidFill>
                <a:srgbClr val="00FF54"/>
              </a:solidFill>
            </a:ln>
          </p:spPr>
        </p:sp>
        <p:sp>
          <p:nvSpPr>
            <p:cNvPr id="430" name="Freeform 430"/>
            <p:cNvSpPr/>
            <p:nvPr/>
          </p:nvSpPr>
          <p:spPr>
            <a:xfrm>
              <a:off x="3720465" y="5253038"/>
              <a:ext cx="114300" cy="17145"/>
            </a:xfrm>
            <a:custGeom>
              <a:avLst/>
              <a:gdLst/>
              <a:ahLst/>
              <a:cxnLst/>
              <a:rect l="l" t="t" r="r" b="b"/>
              <a:pathLst>
                <a:path w="114300" h="17145">
                  <a:moveTo>
                    <a:pt x="0" y="17145"/>
                  </a:moveTo>
                  <a:lnTo>
                    <a:pt x="114300" y="0"/>
                  </a:lnTo>
                </a:path>
              </a:pathLst>
            </a:custGeom>
            <a:noFill/>
            <a:ln w="83820">
              <a:solidFill>
                <a:srgbClr val="00FF38"/>
              </a:solidFill>
            </a:ln>
          </p:spPr>
        </p:sp>
        <p:sp>
          <p:nvSpPr>
            <p:cNvPr id="431" name="Freeform 431"/>
            <p:cNvSpPr/>
            <p:nvPr/>
          </p:nvSpPr>
          <p:spPr>
            <a:xfrm>
              <a:off x="3729038" y="5313998"/>
              <a:ext cx="114300" cy="13335"/>
            </a:xfrm>
            <a:custGeom>
              <a:avLst/>
              <a:gdLst/>
              <a:ahLst/>
              <a:cxnLst/>
              <a:rect l="l" t="t" r="r" b="b"/>
              <a:pathLst>
                <a:path w="114300" h="13335">
                  <a:moveTo>
                    <a:pt x="0" y="13335"/>
                  </a:moveTo>
                  <a:lnTo>
                    <a:pt x="114300" y="0"/>
                  </a:lnTo>
                </a:path>
              </a:pathLst>
            </a:custGeom>
            <a:noFill/>
            <a:ln w="97060">
              <a:solidFill>
                <a:srgbClr val="00FF17"/>
              </a:solidFill>
            </a:ln>
          </p:spPr>
        </p:sp>
        <p:sp>
          <p:nvSpPr>
            <p:cNvPr id="432" name="Freeform 432"/>
            <p:cNvSpPr/>
            <p:nvPr/>
          </p:nvSpPr>
          <p:spPr>
            <a:xfrm>
              <a:off x="3736658" y="5398770"/>
              <a:ext cx="115252" cy="9525"/>
            </a:xfrm>
            <a:custGeom>
              <a:avLst/>
              <a:gdLst/>
              <a:ahLst/>
              <a:cxnLst/>
              <a:rect l="l" t="t" r="r" b="b"/>
              <a:pathLst>
                <a:path w="115252" h="9525">
                  <a:moveTo>
                    <a:pt x="0" y="8573"/>
                  </a:moveTo>
                  <a:lnTo>
                    <a:pt x="115252" y="0"/>
                  </a:lnTo>
                </a:path>
              </a:pathLst>
            </a:custGeom>
            <a:noFill/>
            <a:ln w="131159">
              <a:solidFill>
                <a:srgbClr val="09FF00"/>
              </a:solidFill>
            </a:ln>
          </p:spPr>
        </p:sp>
        <p:sp>
          <p:nvSpPr>
            <p:cNvPr id="433" name="Freeform 433"/>
            <p:cNvSpPr/>
            <p:nvPr/>
          </p:nvSpPr>
          <p:spPr>
            <a:xfrm>
              <a:off x="3743325" y="5509260"/>
              <a:ext cx="114300" cy="9525"/>
            </a:xfrm>
            <a:custGeom>
              <a:avLst/>
              <a:gdLst/>
              <a:ahLst/>
              <a:cxnLst/>
              <a:rect l="l" t="t" r="r" b="b"/>
              <a:pathLst>
                <a:path w="114300" h="9525">
                  <a:moveTo>
                    <a:pt x="0" y="2858"/>
                  </a:moveTo>
                  <a:lnTo>
                    <a:pt x="114300" y="0"/>
                  </a:lnTo>
                </a:path>
              </a:pathLst>
            </a:custGeom>
            <a:noFill/>
            <a:ln w="148590">
              <a:solidFill>
                <a:srgbClr val="15FF00"/>
              </a:solidFill>
            </a:ln>
          </p:spPr>
        </p:sp>
        <p:sp>
          <p:nvSpPr>
            <p:cNvPr id="434" name="Freeform 434"/>
            <p:cNvSpPr/>
            <p:nvPr/>
          </p:nvSpPr>
          <p:spPr>
            <a:xfrm>
              <a:off x="1755458" y="4200525"/>
              <a:ext cx="1698308" cy="1362075"/>
            </a:xfrm>
            <a:custGeom>
              <a:avLst/>
              <a:gdLst/>
              <a:ahLst/>
              <a:cxnLst/>
              <a:rect l="l" t="t" r="r" b="b"/>
              <a:pathLst>
                <a:path w="1698308" h="1362075">
                  <a:moveTo>
                    <a:pt x="0" y="1362075"/>
                  </a:moveTo>
                  <a:lnTo>
                    <a:pt x="1698308" y="0"/>
                  </a:lnTo>
                </a:path>
              </a:pathLst>
            </a:custGeom>
            <a:noFill/>
            <a:ln w="13335">
              <a:solidFill>
                <a:srgbClr val="B42318"/>
              </a:solidFill>
              <a:custDash>
                <a:ds d="428571" sp="285714"/>
              </a:custDash>
            </a:ln>
          </p:spPr>
        </p:sp>
        <p:sp>
          <p:nvSpPr>
            <p:cNvPr id="435" name="TextBox 435"/>
            <p:cNvSpPr txBox="1"/>
            <p:nvPr/>
          </p:nvSpPr>
          <p:spPr>
            <a:xfrm>
              <a:off x="2576609" y="5568791"/>
              <a:ext cx="27031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= 1</a:t>
              </a:r>
            </a:p>
          </p:txBody>
        </p:sp>
        <p:sp>
          <p:nvSpPr>
            <p:cNvPr id="436" name="TextBox 436"/>
            <p:cNvSpPr txBox="1"/>
            <p:nvPr/>
          </p:nvSpPr>
          <p:spPr>
            <a:xfrm>
              <a:off x="3121439" y="5568791"/>
              <a:ext cx="27031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= 2</a:t>
              </a:r>
            </a:p>
          </p:txBody>
        </p:sp>
        <p:sp>
          <p:nvSpPr>
            <p:cNvPr id="437" name="TextBox 437"/>
            <p:cNvSpPr txBox="1"/>
            <p:nvPr/>
          </p:nvSpPr>
          <p:spPr>
            <a:xfrm>
              <a:off x="3666269" y="5568791"/>
              <a:ext cx="27031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= 3</a:t>
              </a:r>
            </a:p>
          </p:txBody>
        </p:sp>
        <p:sp>
          <p:nvSpPr>
            <p:cNvPr id="438" name="TextBox 438"/>
            <p:cNvSpPr txBox="1"/>
            <p:nvPr/>
          </p:nvSpPr>
          <p:spPr>
            <a:xfrm>
              <a:off x="3506152" y="4102894"/>
              <a:ext cx="39202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51.26°</a:t>
              </a:r>
            </a:p>
          </p:txBody>
        </p:sp>
        <p:sp>
          <p:nvSpPr>
            <p:cNvPr id="439" name="TextBox 439"/>
            <p:cNvSpPr txBox="1"/>
            <p:nvPr/>
          </p:nvSpPr>
          <p:spPr>
            <a:xfrm>
              <a:off x="1843088" y="3314224"/>
              <a:ext cx="20077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90°</a:t>
              </a:r>
            </a:p>
          </p:txBody>
        </p:sp>
        <p:sp>
          <p:nvSpPr>
            <p:cNvPr id="440" name="TextBox 440"/>
            <p:cNvSpPr txBox="1"/>
            <p:nvPr/>
          </p:nvSpPr>
          <p:spPr>
            <a:xfrm>
              <a:off x="3519488" y="3306604"/>
              <a:ext cx="112858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= 1：15.1°～29.6°</a:t>
              </a:r>
            </a:p>
          </p:txBody>
        </p:sp>
        <p:sp>
          <p:nvSpPr>
            <p:cNvPr id="441" name="TextBox 441"/>
            <p:cNvSpPr txBox="1"/>
            <p:nvPr/>
          </p:nvSpPr>
          <p:spPr>
            <a:xfrm>
              <a:off x="3519488" y="3490436"/>
              <a:ext cx="112858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= 2：31.3°～81.1°</a:t>
              </a:r>
            </a:p>
          </p:txBody>
        </p:sp>
        <p:sp>
          <p:nvSpPr>
            <p:cNvPr id="442" name="TextBox 442"/>
            <p:cNvSpPr txBox="1"/>
            <p:nvPr/>
          </p:nvSpPr>
          <p:spPr>
            <a:xfrm>
              <a:off x="3519488" y="3675221"/>
              <a:ext cx="100108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= 3：51.3°～90°</a:t>
              </a:r>
            </a:p>
          </p:txBody>
        </p:sp>
        <p:sp>
          <p:nvSpPr>
            <p:cNvPr id="443" name="TextBox 443"/>
            <p:cNvSpPr txBox="1"/>
            <p:nvPr/>
          </p:nvSpPr>
          <p:spPr>
            <a:xfrm>
              <a:off x="3519488" y="3859054"/>
              <a:ext cx="131762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φ 从法线（竖直向上）量起</a:t>
              </a:r>
            </a:p>
          </p:txBody>
        </p:sp>
        <p:sp>
          <p:nvSpPr>
            <p:cNvPr id="444" name="TextBox 444"/>
            <p:cNvSpPr txBox="1"/>
            <p:nvPr/>
          </p:nvSpPr>
          <p:spPr>
            <a:xfrm>
              <a:off x="1877378" y="5568791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光栅</a:t>
              </a:r>
            </a:p>
          </p:txBody>
        </p:sp>
      </p:grpSp>
      <p:grpSp>
        <p:nvGrpSpPr>
          <p:cNvPr id="467" name="c2-steps-1"/>
          <p:cNvGrpSpPr/>
          <p:nvPr/>
        </p:nvGrpSpPr>
        <p:grpSpPr>
          <a:xfrm>
            <a:off x="5707380" y="1533525"/>
            <a:ext cx="4262023" cy="2851309"/>
            <a:chOff x="5707380" y="1533525"/>
            <a:chExt cx="4262023" cy="2851309"/>
          </a:xfrm>
        </p:grpSpPr>
        <p:sp>
          <p:nvSpPr>
            <p:cNvPr id="446" name="Rectangle 446"/>
            <p:cNvSpPr/>
            <p:nvPr/>
          </p:nvSpPr>
          <p:spPr>
            <a:xfrm>
              <a:off x="5840730" y="1676400"/>
              <a:ext cx="19050" cy="23317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7" name="Ellipse 447"/>
            <p:cNvSpPr/>
            <p:nvPr/>
          </p:nvSpPr>
          <p:spPr>
            <a:xfrm>
              <a:off x="5707380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8" name="TextBox 448"/>
            <p:cNvSpPr txBox="1"/>
            <p:nvPr/>
          </p:nvSpPr>
          <p:spPr>
            <a:xfrm>
              <a:off x="580100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49" name="Ellipse 449"/>
            <p:cNvSpPr/>
            <p:nvPr/>
          </p:nvSpPr>
          <p:spPr>
            <a:xfrm>
              <a:off x="5707380" y="211645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0" name="TextBox 450"/>
            <p:cNvSpPr txBox="1"/>
            <p:nvPr/>
          </p:nvSpPr>
          <p:spPr>
            <a:xfrm>
              <a:off x="5801004" y="21902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51" name="Ellipse 451"/>
            <p:cNvSpPr/>
            <p:nvPr/>
          </p:nvSpPr>
          <p:spPr>
            <a:xfrm>
              <a:off x="5707380" y="269938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2" name="TextBox 452"/>
            <p:cNvSpPr txBox="1"/>
            <p:nvPr/>
          </p:nvSpPr>
          <p:spPr>
            <a:xfrm>
              <a:off x="5801004" y="27732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53" name="Ellipse 453"/>
            <p:cNvSpPr/>
            <p:nvPr/>
          </p:nvSpPr>
          <p:spPr>
            <a:xfrm>
              <a:off x="5707380" y="328231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4" name="TextBox 454"/>
            <p:cNvSpPr txBox="1"/>
            <p:nvPr/>
          </p:nvSpPr>
          <p:spPr>
            <a:xfrm>
              <a:off x="5801004" y="335613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55" name="Ellipse 455"/>
            <p:cNvSpPr/>
            <p:nvPr/>
          </p:nvSpPr>
          <p:spPr>
            <a:xfrm>
              <a:off x="5707380" y="386524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6" name="TextBox 456"/>
            <p:cNvSpPr txBox="1"/>
            <p:nvPr/>
          </p:nvSpPr>
          <p:spPr>
            <a:xfrm>
              <a:off x="5801004" y="39390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57" name="TextBox 457"/>
            <p:cNvSpPr txBox="1"/>
            <p:nvPr/>
          </p:nvSpPr>
          <p:spPr>
            <a:xfrm>
              <a:off x="6119622" y="1564957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光栅常量</a:t>
              </a:r>
            </a:p>
          </p:txBody>
        </p:sp>
        <p:sp>
          <p:nvSpPr>
            <p:cNvPr id="458" name="TextBox 458"/>
            <p:cNvSpPr txBox="1"/>
            <p:nvPr/>
          </p:nvSpPr>
          <p:spPr>
            <a:xfrm>
              <a:off x="6120765" y="1833086"/>
              <a:ext cx="26725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+ b = 1×10⁻²/6500 m ≈ 1.54×10⁻⁶ m</a:t>
              </a:r>
            </a:p>
          </p:txBody>
        </p:sp>
        <p:sp>
          <p:nvSpPr>
            <p:cNvPr id="459" name="TextBox 459"/>
            <p:cNvSpPr txBox="1"/>
            <p:nvPr/>
          </p:nvSpPr>
          <p:spPr>
            <a:xfrm>
              <a:off x="6119622" y="2147888"/>
              <a:ext cx="10546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红光 760 nm</a:t>
              </a:r>
            </a:p>
          </p:txBody>
        </p:sp>
        <p:sp>
          <p:nvSpPr>
            <p:cNvPr id="460" name="TextBox 460"/>
            <p:cNvSpPr txBox="1"/>
            <p:nvPr/>
          </p:nvSpPr>
          <p:spPr>
            <a:xfrm>
              <a:off x="6120765" y="2416016"/>
              <a:ext cx="34264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sinφ₁ = 3λ₁/(a+b) = 1.48 &gt; 1，第三级红光不存在</a:t>
              </a:r>
            </a:p>
          </p:txBody>
        </p:sp>
        <p:sp>
          <p:nvSpPr>
            <p:cNvPr id="461" name="TextBox 461"/>
            <p:cNvSpPr txBox="1"/>
            <p:nvPr/>
          </p:nvSpPr>
          <p:spPr>
            <a:xfrm>
              <a:off x="6119622" y="2730818"/>
              <a:ext cx="10546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紫光 400 nm</a:t>
              </a:r>
            </a:p>
          </p:txBody>
        </p:sp>
        <p:sp>
          <p:nvSpPr>
            <p:cNvPr id="462" name="TextBox 462"/>
            <p:cNvSpPr txBox="1"/>
            <p:nvPr/>
          </p:nvSpPr>
          <p:spPr>
            <a:xfrm>
              <a:off x="6120765" y="2998946"/>
              <a:ext cx="28007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sinφ₂ = 3λ₂/(a+b) = 0.78，φ₂ = 51.26°</a:t>
              </a:r>
            </a:p>
          </p:txBody>
        </p:sp>
        <p:sp>
          <p:nvSpPr>
            <p:cNvPr id="463" name="TextBox 463"/>
            <p:cNvSpPr txBox="1"/>
            <p:nvPr/>
          </p:nvSpPr>
          <p:spPr>
            <a:xfrm>
              <a:off x="6119622" y="3313748"/>
              <a:ext cx="13517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能到 90° 的波长</a:t>
              </a:r>
            </a:p>
          </p:txBody>
        </p:sp>
        <p:sp>
          <p:nvSpPr>
            <p:cNvPr id="464" name="TextBox 464"/>
            <p:cNvSpPr txBox="1"/>
            <p:nvPr/>
          </p:nvSpPr>
          <p:spPr>
            <a:xfrm>
              <a:off x="6120765" y="3581876"/>
              <a:ext cx="38486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λ′ = (a+b)/3 = 5.13×10⁻⁷ m，第三级只有 400～513 nm</a:t>
              </a:r>
            </a:p>
          </p:txBody>
        </p:sp>
        <p:sp>
          <p:nvSpPr>
            <p:cNvPr id="465" name="TextBox 465"/>
            <p:cNvSpPr txBox="1"/>
            <p:nvPr/>
          </p:nvSpPr>
          <p:spPr>
            <a:xfrm>
              <a:off x="6119622" y="3896677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张角</a:t>
              </a:r>
            </a:p>
          </p:txBody>
        </p:sp>
        <p:sp>
          <p:nvSpPr>
            <p:cNvPr id="466" name="TextBox 466"/>
            <p:cNvSpPr txBox="1"/>
            <p:nvPr/>
          </p:nvSpPr>
          <p:spPr>
            <a:xfrm>
              <a:off x="6120765" y="4164806"/>
              <a:ext cx="19959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Δφ = 90° − 51.26° = 38.74°</a:t>
              </a:r>
            </a:p>
          </p:txBody>
        </p:sp>
      </p:grpSp>
      <p:grpSp>
        <p:nvGrpSpPr>
          <p:cNvPr id="472" name="c2-card-2"/>
          <p:cNvGrpSpPr/>
          <p:nvPr/>
        </p:nvGrpSpPr>
        <p:grpSpPr>
          <a:xfrm>
            <a:off x="5707380" y="4548188"/>
            <a:ext cx="5951220" cy="1145858"/>
            <a:chOff x="5707380" y="4548188"/>
            <a:chExt cx="5951220" cy="1145858"/>
          </a:xfrm>
        </p:grpSpPr>
        <p:sp>
          <p:nvSpPr>
            <p:cNvPr id="468" name="Rectangle 468"/>
            <p:cNvSpPr/>
            <p:nvPr/>
          </p:nvSpPr>
          <p:spPr>
            <a:xfrm>
              <a:off x="5707380" y="4548188"/>
              <a:ext cx="5951220" cy="1145858"/>
            </a:xfrm>
            <a:prstGeom prst="roundRect">
              <a:avLst>
                <a:gd name="adj" fmla="val 11638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69" name="Rectangle 469"/>
            <p:cNvSpPr/>
            <p:nvPr/>
          </p:nvSpPr>
          <p:spPr>
            <a:xfrm>
              <a:off x="5894070" y="4734878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470" name="TextBox 470"/>
            <p:cNvSpPr txBox="1"/>
            <p:nvPr/>
          </p:nvSpPr>
          <p:spPr>
            <a:xfrm>
              <a:off x="5989841" y="4767739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</a:t>
              </a:r>
            </a:p>
          </p:txBody>
        </p:sp>
        <p:sp>
          <p:nvSpPr>
            <p:cNvPr id="471" name="TextBox 471"/>
            <p:cNvSpPr txBox="1"/>
            <p:nvPr/>
          </p:nvSpPr>
          <p:spPr>
            <a:xfrm>
              <a:off x="5887212" y="5079683"/>
              <a:ext cx="55566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张角 38.74°；第三级光谱只包含紫、蓝、青、绿（400～513 nm）。</a:t>
              </a:r>
            </a:p>
          </p:txBody>
        </p:sp>
      </p:grpSp>
      <p:grpSp>
        <p:nvGrpSpPr>
          <p:cNvPr id="479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473" name="Rectangle 473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77" name="Group 477"/>
            <p:cNvGrpSpPr/>
            <p:nvPr/>
          </p:nvGrpSpPr>
          <p:grpSpPr>
            <a:xfrm>
              <a:off x="738188" y="6022658"/>
              <a:ext cx="200026" cy="200026"/>
              <a:chOff x="738188" y="6022658"/>
              <a:chExt cx="200026" cy="200026"/>
            </a:xfrm>
          </p:grpSpPr>
          <p:sp>
            <p:nvSpPr>
              <p:cNvPr id="474" name="Freeform 474"/>
              <p:cNvSpPr/>
              <p:nvPr/>
            </p:nvSpPr>
            <p:spPr>
              <a:xfrm>
                <a:off x="738188" y="602265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75" name="Freeform 475"/>
              <p:cNvSpPr/>
              <p:nvPr/>
            </p:nvSpPr>
            <p:spPr>
              <a:xfrm>
                <a:off x="838200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76" name="Freeform 476"/>
              <p:cNvSpPr/>
              <p:nvPr/>
            </p:nvSpPr>
            <p:spPr>
              <a:xfrm>
                <a:off x="827088" y="612267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78" name="TextBox 478"/>
            <p:cNvSpPr txBox="1"/>
            <p:nvPr/>
          </p:nvSpPr>
          <p:spPr>
            <a:xfrm>
              <a:off x="1040892" y="6028373"/>
              <a:ext cx="99456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严格说 φ = 90° 的光屏上接收不到，38.74° 是张角的上限，原课件取这个值。左图各级都按 sinφ = kλ/(a+b) 逐波长计算。</a:t>
              </a:r>
            </a:p>
          </p:txBody>
        </p:sp>
      </p:grpSp>
      <p:grpSp>
        <p:nvGrpSpPr>
          <p:cNvPr id="48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0" name="TextBox 480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第8章 光的衍射</a:t>
              </a:r>
            </a:p>
          </p:txBody>
        </p:sp>
        <p:sp>
          <p:nvSpPr>
            <p:cNvPr id="481" name="TextBox 48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172824" cy="909257"/>
            <a:chOff x="520446" y="342900"/>
            <a:chExt cx="817282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光的衍射 · 光栅衍射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17282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例8.8　级次有限与缺级一起用：屏上实际呈现哪些级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869180" cy="1937385"/>
            <a:chOff x="533400" y="1524000"/>
            <a:chExt cx="4869180" cy="19373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869180" cy="1937385"/>
            </a:xfrm>
            <a:prstGeom prst="roundRect">
              <a:avLst>
                <a:gd name="adj" fmla="val 68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7068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59817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8424" y="1769269"/>
              <a:ext cx="423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例8.8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1205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λ = 600 nm 的单色平行光垂直照射透光缝宽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= 1.5×10⁻⁶ m 的光栅，在衍射角 φ = arcsin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 方向出现第二级明纹。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3017520"/>
              <a:ext cx="43163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−90° &lt; φ &lt; 90° 范围内实际呈现的全部级数。</a:t>
              </a:r>
            </a:p>
          </p:txBody>
        </p:sp>
      </p:grpSp>
      <p:grpSp>
        <p:nvGrpSpPr>
          <p:cNvPr id="19" name="c1-card-2"/>
          <p:cNvGrpSpPr/>
          <p:nvPr/>
        </p:nvGrpSpPr>
        <p:grpSpPr>
          <a:xfrm>
            <a:off x="533400" y="3651885"/>
            <a:ext cx="4869180" cy="1602105"/>
            <a:chOff x="533400" y="3651885"/>
            <a:chExt cx="4869180" cy="1602105"/>
          </a:xfrm>
        </p:grpSpPr>
        <p:sp>
          <p:nvSpPr>
            <p:cNvPr id="14" name="Rectangle 14"/>
            <p:cNvSpPr/>
            <p:nvPr/>
          </p:nvSpPr>
          <p:spPr>
            <a:xfrm>
              <a:off x="533400" y="3651885"/>
              <a:ext cx="4869180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785235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81050" y="386143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63359" y="389715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补充说明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73430" y="4238625"/>
              <a:ext cx="39204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原课件算出 kₘ = 10 后直接列到 ±9。原因是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(a+b)/λ 恰为整数，第 10 级在 φ = 90°，不在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−90° &lt; φ &lt; 90° 内。</a:t>
              </a:r>
            </a:p>
          </p:txBody>
        </p:sp>
      </p:grpSp>
      <p:grpSp>
        <p:nvGrpSpPr>
          <p:cNvPr id="33" name="c2-steps-1"/>
          <p:cNvGrpSpPr/>
          <p:nvPr/>
        </p:nvGrpSpPr>
        <p:grpSpPr>
          <a:xfrm>
            <a:off x="5707380" y="1533525"/>
            <a:ext cx="4233708" cy="1878615"/>
            <a:chOff x="5707380" y="1533525"/>
            <a:chExt cx="4233708" cy="1878615"/>
          </a:xfrm>
        </p:grpSpPr>
        <p:sp>
          <p:nvSpPr>
            <p:cNvPr id="20" name="Rectangle 20"/>
            <p:cNvSpPr/>
            <p:nvPr/>
          </p:nvSpPr>
          <p:spPr>
            <a:xfrm>
              <a:off x="5840730" y="1676400"/>
              <a:ext cx="19050" cy="13011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5707380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80100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5707380" y="218408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801004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5707380" y="283464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801004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118860" y="156781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光栅常量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120003" y="1861661"/>
              <a:ext cx="37866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+ b = kλ/sinφ = 2 × 6×10⁻⁷/0.2 m = 6×10⁻⁶ m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118860" y="2218372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最高级次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120003" y="2512219"/>
              <a:ext cx="38210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(a+b)/λ = 10，k = ±10 在 ±90°，看不到，|k| ≤ 9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118860" y="286893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缺级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120003" y="3162776"/>
              <a:ext cx="27613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= (a+b)k′/a = 4k′，±4、±8 缺级</a:t>
              </a:r>
            </a:p>
          </p:txBody>
        </p:sp>
      </p:grpSp>
      <p:grpSp>
        <p:nvGrpSpPr>
          <p:cNvPr id="57" name="c2-cells-2"/>
          <p:cNvGrpSpPr/>
          <p:nvPr/>
        </p:nvGrpSpPr>
        <p:grpSpPr>
          <a:xfrm>
            <a:off x="5700903" y="3590925"/>
            <a:ext cx="5957697" cy="419100"/>
            <a:chOff x="5700903" y="3590925"/>
            <a:chExt cx="5957697" cy="419100"/>
          </a:xfrm>
        </p:grpSpPr>
        <p:sp>
          <p:nvSpPr>
            <p:cNvPr id="34" name="TextBox 34"/>
            <p:cNvSpPr txBox="1"/>
            <p:nvPr/>
          </p:nvSpPr>
          <p:spPr>
            <a:xfrm>
              <a:off x="5700903" y="372094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935028" y="3590925"/>
              <a:ext cx="520065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138827" y="372094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455092" y="3590925"/>
              <a:ext cx="520065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658892" y="372094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975158" y="3590925"/>
              <a:ext cx="520065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178957" y="372094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7495222" y="3590925"/>
              <a:ext cx="520065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99975" y="372094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8016240" y="3590925"/>
              <a:ext cx="520065" cy="4191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220040" y="372094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8536305" y="3590925"/>
              <a:ext cx="520065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740105" y="372094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9056370" y="3590925"/>
              <a:ext cx="520065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261122" y="372094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9577388" y="3590925"/>
              <a:ext cx="520065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9781187" y="372094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10097452" y="3590925"/>
              <a:ext cx="520065" cy="4191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0301252" y="372094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10617518" y="3590925"/>
              <a:ext cx="520065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0822270" y="372094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11138535" y="3590925"/>
              <a:ext cx="520065" cy="4191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1292579" y="372094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  <p:grpSp>
        <p:nvGrpSpPr>
          <p:cNvPr id="62" name="c2-card-3"/>
          <p:cNvGrpSpPr/>
          <p:nvPr/>
        </p:nvGrpSpPr>
        <p:grpSpPr>
          <a:xfrm>
            <a:off x="5707380" y="4200525"/>
            <a:ext cx="5951220" cy="1053465"/>
            <a:chOff x="5707380" y="4200525"/>
            <a:chExt cx="5951220" cy="1053465"/>
          </a:xfrm>
        </p:grpSpPr>
        <p:sp>
          <p:nvSpPr>
            <p:cNvPr id="58" name="Rectangle 58"/>
            <p:cNvSpPr/>
            <p:nvPr/>
          </p:nvSpPr>
          <p:spPr>
            <a:xfrm>
              <a:off x="5707380" y="4200525"/>
              <a:ext cx="5951220" cy="1053465"/>
            </a:xfrm>
            <a:prstGeom prst="roundRect">
              <a:avLst>
                <a:gd name="adj" fmla="val 12658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5916930" y="4410075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012040" y="444579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909310" y="4787265"/>
              <a:ext cx="47807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 = 0, ±1, ±2, ±3, ±5, ±6, ±7, ±9，共 15 条明纹。</a:t>
              </a:r>
            </a:p>
          </p:txBody>
        </p:sp>
      </p:grpSp>
      <p:grpSp>
        <p:nvGrpSpPr>
          <p:cNvPr id="69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63" name="Rectangle 63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726129" y="5992296"/>
              <a:ext cx="224134" cy="192560"/>
              <a:chOff x="726129" y="5992296"/>
              <a:chExt cx="224134" cy="192560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838200" y="60626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726129" y="59922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838200" y="61404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1040130" y="5991225"/>
              <a:ext cx="10545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三步顺序别乱：先由已知求 a + b，再定 |k| 的上限（整数时减 1），最后去掉缺级。图中只画了正半边，负半边对称。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第8章 光的衍射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光的衍射 · 光栅衍射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例（补充）白光光栅光谱从第二级起重叠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869180" cy="1511618"/>
            <a:chOff x="533400" y="1524000"/>
            <a:chExt cx="4869180" cy="151161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869180" cy="1511618"/>
            </a:xfrm>
            <a:prstGeom prst="roundRect">
              <a:avLst>
                <a:gd name="adj" fmla="val 882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24491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12763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1342" y="1750695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例（作业计算题）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047" y="2072640"/>
              <a:ext cx="421424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400～760 nm 的白光垂直照射光栅，第二级与第三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级光谱发生重叠。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632710"/>
              <a:ext cx="35212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第二级光谱中被第三级重叠的波长范围。</a:t>
              </a:r>
            </a:p>
          </p:txBody>
        </p:sp>
      </p:grpSp>
      <p:grpSp>
        <p:nvGrpSpPr>
          <p:cNvPr id="27" name="c1-steps-2"/>
          <p:cNvGrpSpPr/>
          <p:nvPr/>
        </p:nvGrpSpPr>
        <p:grpSpPr>
          <a:xfrm>
            <a:off x="533400" y="3220402"/>
            <a:ext cx="4623882" cy="1693070"/>
            <a:chOff x="533400" y="3220402"/>
            <a:chExt cx="4623882" cy="1693070"/>
          </a:xfrm>
        </p:grpSpPr>
        <p:sp>
          <p:nvSpPr>
            <p:cNvPr id="14" name="Rectangle 14"/>
            <p:cNvSpPr/>
            <p:nvPr/>
          </p:nvSpPr>
          <p:spPr>
            <a:xfrm>
              <a:off x="666750" y="3363278"/>
              <a:ext cx="19050" cy="1173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533400" y="322040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7024" y="329422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533400" y="380714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7024" y="388096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439483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7024" y="446865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5642" y="325278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同一方向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6785" y="3519964"/>
              <a:ext cx="2883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重叠处衍射角相同：(a+b) sinφ = 2λ = 3λ″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5642" y="3839527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重叠起点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6785" y="4106704"/>
              <a:ext cx="41275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第三级最短的 400 nm 对应第二级 λ = 1.5 × 400 nm = 600 nm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5642" y="44262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重叠终点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6785" y="4693444"/>
              <a:ext cx="4210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第二级最长的 760 nm 对应第三级 λ″ = 2 × 760/3 nm ≈ 507 nm</a:t>
              </a:r>
            </a:p>
          </p:txBody>
        </p:sp>
      </p:grpSp>
      <p:grpSp>
        <p:nvGrpSpPr>
          <p:cNvPr id="32" name="c1-card-3"/>
          <p:cNvGrpSpPr/>
          <p:nvPr/>
        </p:nvGrpSpPr>
        <p:grpSpPr>
          <a:xfrm>
            <a:off x="533400" y="5082540"/>
            <a:ext cx="4869180" cy="1209675"/>
            <a:chOff x="533400" y="5082540"/>
            <a:chExt cx="4869180" cy="1209675"/>
          </a:xfrm>
        </p:grpSpPr>
        <p:sp>
          <p:nvSpPr>
            <p:cNvPr id="28" name="Rectangle 28"/>
            <p:cNvSpPr/>
            <p:nvPr/>
          </p:nvSpPr>
          <p:spPr>
            <a:xfrm>
              <a:off x="533400" y="5082540"/>
              <a:ext cx="4869180" cy="1209675"/>
            </a:xfrm>
            <a:prstGeom prst="roundRect">
              <a:avLst>
                <a:gd name="adj" fmla="val 11024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25805" y="5274945"/>
              <a:ext cx="342900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21246" y="530923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18947" y="5632133"/>
              <a:ext cx="403421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第二级光谱中 600～760 nm 这一段与第三级的 400～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507 nm 重叠。</a:t>
              </a:r>
            </a:p>
          </p:txBody>
        </p:sp>
      </p:grpSp>
      <p:grpSp>
        <p:nvGrpSpPr>
          <p:cNvPr id="340" name="g_spectra"/>
          <p:cNvGrpSpPr/>
          <p:nvPr/>
        </p:nvGrpSpPr>
        <p:grpSpPr>
          <a:xfrm>
            <a:off x="6161237" y="1641634"/>
            <a:ext cx="5143985" cy="3178492"/>
            <a:chOff x="6161237" y="1641634"/>
            <a:chExt cx="5143985" cy="3178492"/>
          </a:xfrm>
        </p:grpSpPr>
        <p:sp>
          <p:nvSpPr>
            <p:cNvPr id="33" name="Freeform 33"/>
            <p:cNvSpPr/>
            <p:nvPr/>
          </p:nvSpPr>
          <p:spPr>
            <a:xfrm>
              <a:off x="6740842" y="1914525"/>
              <a:ext cx="9525" cy="362902"/>
            </a:xfrm>
            <a:custGeom>
              <a:avLst/>
              <a:gdLst/>
              <a:ahLst/>
              <a:cxnLst/>
              <a:rect l="l" t="t" r="r" b="b"/>
              <a:pathLst>
                <a:path w="9525" h="362902">
                  <a:moveTo>
                    <a:pt x="0" y="0"/>
                  </a:moveTo>
                  <a:lnTo>
                    <a:pt x="0" y="362902"/>
                  </a:lnTo>
                </a:path>
              </a:pathLst>
            </a:custGeom>
            <a:noFill/>
            <a:ln w="381095">
              <a:solidFill>
                <a:srgbClr val="1A1A1A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7129462" y="1914525"/>
              <a:ext cx="9525" cy="362902"/>
            </a:xfrm>
            <a:custGeom>
              <a:avLst/>
              <a:gdLst/>
              <a:ahLst/>
              <a:cxnLst/>
              <a:rect l="l" t="t" r="r" b="b"/>
              <a:pathLst>
                <a:path w="9525" h="362902">
                  <a:moveTo>
                    <a:pt x="0" y="0"/>
                  </a:moveTo>
                  <a:lnTo>
                    <a:pt x="0" y="362902"/>
                  </a:lnTo>
                </a:path>
              </a:pathLst>
            </a:custGeom>
            <a:noFill/>
            <a:ln w="381095">
              <a:solidFill>
                <a:srgbClr val="1A1A1A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7516178" y="1914525"/>
              <a:ext cx="9525" cy="362902"/>
            </a:xfrm>
            <a:custGeom>
              <a:avLst/>
              <a:gdLst/>
              <a:ahLst/>
              <a:cxnLst/>
              <a:rect l="l" t="t" r="r" b="b"/>
              <a:pathLst>
                <a:path w="9525" h="362902">
                  <a:moveTo>
                    <a:pt x="0" y="0"/>
                  </a:moveTo>
                  <a:lnTo>
                    <a:pt x="0" y="362902"/>
                  </a:lnTo>
                </a:path>
              </a:pathLst>
            </a:custGeom>
            <a:noFill/>
            <a:ln w="381095">
              <a:solidFill>
                <a:srgbClr val="1A1A1A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7904798" y="1914525"/>
              <a:ext cx="9525" cy="362902"/>
            </a:xfrm>
            <a:custGeom>
              <a:avLst/>
              <a:gdLst/>
              <a:ahLst/>
              <a:cxnLst/>
              <a:rect l="l" t="t" r="r" b="b"/>
              <a:pathLst>
                <a:path w="9525" h="362902">
                  <a:moveTo>
                    <a:pt x="0" y="0"/>
                  </a:moveTo>
                  <a:lnTo>
                    <a:pt x="0" y="362902"/>
                  </a:lnTo>
                </a:path>
              </a:pathLst>
            </a:custGeom>
            <a:noFill/>
            <a:ln w="381095">
              <a:solidFill>
                <a:srgbClr val="1A1A1A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8292465" y="1914525"/>
              <a:ext cx="9525" cy="362902"/>
            </a:xfrm>
            <a:custGeom>
              <a:avLst/>
              <a:gdLst/>
              <a:ahLst/>
              <a:cxnLst/>
              <a:rect l="l" t="t" r="r" b="b"/>
              <a:pathLst>
                <a:path w="9525" h="362902">
                  <a:moveTo>
                    <a:pt x="0" y="0"/>
                  </a:moveTo>
                  <a:lnTo>
                    <a:pt x="0" y="362902"/>
                  </a:lnTo>
                </a:path>
              </a:pathLst>
            </a:custGeom>
            <a:noFill/>
            <a:ln w="381095">
              <a:solidFill>
                <a:srgbClr val="1A1A1A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8680132" y="1914525"/>
              <a:ext cx="9525" cy="362902"/>
            </a:xfrm>
            <a:custGeom>
              <a:avLst/>
              <a:gdLst/>
              <a:ahLst/>
              <a:cxnLst/>
              <a:rect l="l" t="t" r="r" b="b"/>
              <a:pathLst>
                <a:path w="9525" h="362902">
                  <a:moveTo>
                    <a:pt x="0" y="0"/>
                  </a:moveTo>
                  <a:lnTo>
                    <a:pt x="0" y="362902"/>
                  </a:lnTo>
                </a:path>
              </a:pathLst>
            </a:custGeom>
            <a:noFill/>
            <a:ln w="381095">
              <a:solidFill>
                <a:srgbClr val="1A1A1A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9067800" y="1914525"/>
              <a:ext cx="9525" cy="362902"/>
            </a:xfrm>
            <a:custGeom>
              <a:avLst/>
              <a:gdLst/>
              <a:ahLst/>
              <a:cxnLst/>
              <a:rect l="l" t="t" r="r" b="b"/>
              <a:pathLst>
                <a:path w="9525" h="362902">
                  <a:moveTo>
                    <a:pt x="0" y="0"/>
                  </a:moveTo>
                  <a:lnTo>
                    <a:pt x="0" y="362902"/>
                  </a:lnTo>
                </a:path>
              </a:pathLst>
            </a:custGeom>
            <a:noFill/>
            <a:ln w="381095">
              <a:solidFill>
                <a:srgbClr val="1A1A1A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9455468" y="1914525"/>
              <a:ext cx="9525" cy="362902"/>
            </a:xfrm>
            <a:custGeom>
              <a:avLst/>
              <a:gdLst/>
              <a:ahLst/>
              <a:cxnLst/>
              <a:rect l="l" t="t" r="r" b="b"/>
              <a:pathLst>
                <a:path w="9525" h="362902">
                  <a:moveTo>
                    <a:pt x="0" y="0"/>
                  </a:moveTo>
                  <a:lnTo>
                    <a:pt x="0" y="362902"/>
                  </a:lnTo>
                </a:path>
              </a:pathLst>
            </a:custGeom>
            <a:noFill/>
            <a:ln w="381095">
              <a:solidFill>
                <a:srgbClr val="1A1A1A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9843135" y="1914525"/>
              <a:ext cx="9525" cy="362902"/>
            </a:xfrm>
            <a:custGeom>
              <a:avLst/>
              <a:gdLst/>
              <a:ahLst/>
              <a:cxnLst/>
              <a:rect l="l" t="t" r="r" b="b"/>
              <a:pathLst>
                <a:path w="9525" h="362902">
                  <a:moveTo>
                    <a:pt x="0" y="0"/>
                  </a:moveTo>
                  <a:lnTo>
                    <a:pt x="0" y="362902"/>
                  </a:lnTo>
                </a:path>
              </a:pathLst>
            </a:custGeom>
            <a:noFill/>
            <a:ln w="381095">
              <a:solidFill>
                <a:srgbClr val="1A1A1A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10230802" y="1914525"/>
              <a:ext cx="9525" cy="362902"/>
            </a:xfrm>
            <a:custGeom>
              <a:avLst/>
              <a:gdLst/>
              <a:ahLst/>
              <a:cxnLst/>
              <a:rect l="l" t="t" r="r" b="b"/>
              <a:pathLst>
                <a:path w="9525" h="362902">
                  <a:moveTo>
                    <a:pt x="0" y="0"/>
                  </a:moveTo>
                  <a:lnTo>
                    <a:pt x="0" y="362902"/>
                  </a:lnTo>
                </a:path>
              </a:pathLst>
            </a:custGeom>
            <a:noFill/>
            <a:ln w="381095">
              <a:solidFill>
                <a:srgbClr val="1A1A1A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10618470" y="1914525"/>
              <a:ext cx="9525" cy="362902"/>
            </a:xfrm>
            <a:custGeom>
              <a:avLst/>
              <a:gdLst/>
              <a:ahLst/>
              <a:cxnLst/>
              <a:rect l="l" t="t" r="r" b="b"/>
              <a:pathLst>
                <a:path w="9525" h="362902">
                  <a:moveTo>
                    <a:pt x="0" y="0"/>
                  </a:moveTo>
                  <a:lnTo>
                    <a:pt x="0" y="362902"/>
                  </a:lnTo>
                </a:path>
              </a:pathLst>
            </a:custGeom>
            <a:noFill/>
            <a:ln w="381095">
              <a:solidFill>
                <a:srgbClr val="1A1A1A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11006138" y="1914525"/>
              <a:ext cx="9525" cy="362902"/>
            </a:xfrm>
            <a:custGeom>
              <a:avLst/>
              <a:gdLst/>
              <a:ahLst/>
              <a:cxnLst/>
              <a:rect l="l" t="t" r="r" b="b"/>
              <a:pathLst>
                <a:path w="9525" h="362902">
                  <a:moveTo>
                    <a:pt x="0" y="0"/>
                  </a:moveTo>
                  <a:lnTo>
                    <a:pt x="0" y="362902"/>
                  </a:lnTo>
                </a:path>
              </a:pathLst>
            </a:custGeom>
            <a:noFill/>
            <a:ln w="381095">
              <a:solidFill>
                <a:srgbClr val="1A1A1A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7482840" y="1914525"/>
              <a:ext cx="9525" cy="362902"/>
            </a:xfrm>
            <a:custGeom>
              <a:avLst/>
              <a:gdLst/>
              <a:ahLst/>
              <a:cxnLst/>
              <a:rect l="l" t="t" r="r" b="b"/>
              <a:pathLst>
                <a:path w="9525" h="362902">
                  <a:moveTo>
                    <a:pt x="0" y="0"/>
                  </a:moveTo>
                  <a:lnTo>
                    <a:pt x="0" y="362902"/>
                  </a:lnTo>
                </a:path>
              </a:pathLst>
            </a:custGeom>
            <a:noFill/>
            <a:ln w="37052">
              <a:solidFill>
                <a:srgbClr val="8300BC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7491412" y="1914525"/>
              <a:ext cx="9525" cy="362902"/>
            </a:xfrm>
            <a:custGeom>
              <a:avLst/>
              <a:gdLst/>
              <a:ahLst/>
              <a:cxnLst/>
              <a:rect l="l" t="t" r="r" b="b"/>
              <a:pathLst>
                <a:path w="9525" h="362902">
                  <a:moveTo>
                    <a:pt x="0" y="0"/>
                  </a:moveTo>
                  <a:lnTo>
                    <a:pt x="0" y="362902"/>
                  </a:lnTo>
                </a:path>
              </a:pathLst>
            </a:custGeom>
            <a:noFill/>
            <a:ln w="37052">
              <a:solidFill>
                <a:srgbClr val="8100CC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7500938" y="1914525"/>
              <a:ext cx="9525" cy="362902"/>
            </a:xfrm>
            <a:custGeom>
              <a:avLst/>
              <a:gdLst/>
              <a:ahLst/>
              <a:cxnLst/>
              <a:rect l="l" t="t" r="r" b="b"/>
              <a:pathLst>
                <a:path w="9525" h="362902">
                  <a:moveTo>
                    <a:pt x="0" y="0"/>
                  </a:moveTo>
                  <a:lnTo>
                    <a:pt x="0" y="362902"/>
                  </a:lnTo>
                </a:path>
              </a:pathLst>
            </a:custGeom>
            <a:noFill/>
            <a:ln w="37052">
              <a:solidFill>
                <a:srgbClr val="7E00DB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7510462" y="1914525"/>
              <a:ext cx="9525" cy="362902"/>
            </a:xfrm>
            <a:custGeom>
              <a:avLst/>
              <a:gdLst/>
              <a:ahLst/>
              <a:cxnLst/>
              <a:rect l="l" t="t" r="r" b="b"/>
              <a:pathLst>
                <a:path w="9525" h="362902">
                  <a:moveTo>
                    <a:pt x="0" y="0"/>
                  </a:moveTo>
                  <a:lnTo>
                    <a:pt x="0" y="362902"/>
                  </a:lnTo>
                </a:path>
              </a:pathLst>
            </a:custGeom>
            <a:noFill/>
            <a:ln w="37052">
              <a:solidFill>
                <a:srgbClr val="7800E9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7519988" y="1914525"/>
              <a:ext cx="9525" cy="362902"/>
            </a:xfrm>
            <a:custGeom>
              <a:avLst/>
              <a:gdLst/>
              <a:ahLst/>
              <a:cxnLst/>
              <a:rect l="l" t="t" r="r" b="b"/>
              <a:pathLst>
                <a:path w="9525" h="362902">
                  <a:moveTo>
                    <a:pt x="0" y="0"/>
                  </a:moveTo>
                  <a:lnTo>
                    <a:pt x="0" y="362902"/>
                  </a:lnTo>
                </a:path>
              </a:pathLst>
            </a:custGeom>
            <a:noFill/>
            <a:ln w="37052">
              <a:solidFill>
                <a:srgbClr val="6F00F8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7529512" y="1914525"/>
              <a:ext cx="9525" cy="362902"/>
            </a:xfrm>
            <a:custGeom>
              <a:avLst/>
              <a:gdLst/>
              <a:ahLst/>
              <a:cxnLst/>
              <a:rect l="l" t="t" r="r" b="b"/>
              <a:pathLst>
                <a:path w="9525" h="362902">
                  <a:moveTo>
                    <a:pt x="0" y="0"/>
                  </a:moveTo>
                  <a:lnTo>
                    <a:pt x="0" y="362902"/>
                  </a:lnTo>
                </a:path>
              </a:pathLst>
            </a:custGeom>
            <a:noFill/>
            <a:ln w="37052">
              <a:solidFill>
                <a:srgbClr val="6100FF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7539038" y="1914525"/>
              <a:ext cx="9525" cy="362902"/>
            </a:xfrm>
            <a:custGeom>
              <a:avLst/>
              <a:gdLst/>
              <a:ahLst/>
              <a:cxnLst/>
              <a:rect l="l" t="t" r="r" b="b"/>
              <a:pathLst>
                <a:path w="9525" h="362902">
                  <a:moveTo>
                    <a:pt x="0" y="0"/>
                  </a:moveTo>
                  <a:lnTo>
                    <a:pt x="0" y="362902"/>
                  </a:lnTo>
                </a:path>
              </a:pathLst>
            </a:custGeom>
            <a:noFill/>
            <a:ln w="37052">
              <a:solidFill>
                <a:srgbClr val="5000FF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7547610" y="1914525"/>
              <a:ext cx="9525" cy="362902"/>
            </a:xfrm>
            <a:custGeom>
              <a:avLst/>
              <a:gdLst/>
              <a:ahLst/>
              <a:cxnLst/>
              <a:rect l="l" t="t" r="r" b="b"/>
              <a:pathLst>
                <a:path w="9525" h="362902">
                  <a:moveTo>
                    <a:pt x="0" y="0"/>
                  </a:moveTo>
                  <a:lnTo>
                    <a:pt x="0" y="362902"/>
                  </a:lnTo>
                </a:path>
              </a:pathLst>
            </a:custGeom>
            <a:noFill/>
            <a:ln w="37052">
              <a:solidFill>
                <a:srgbClr val="3D00FF"/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7557135" y="1914525"/>
              <a:ext cx="9525" cy="362902"/>
            </a:xfrm>
            <a:custGeom>
              <a:avLst/>
              <a:gdLst/>
              <a:ahLst/>
              <a:cxnLst/>
              <a:rect l="l" t="t" r="r" b="b"/>
              <a:pathLst>
                <a:path w="9525" h="362902">
                  <a:moveTo>
                    <a:pt x="0" y="0"/>
                  </a:moveTo>
                  <a:lnTo>
                    <a:pt x="0" y="362902"/>
                  </a:lnTo>
                </a:path>
              </a:pathLst>
            </a:custGeom>
            <a:noFill/>
            <a:ln w="37052">
              <a:solidFill>
                <a:srgbClr val="2800FF"/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7565708" y="1914525"/>
              <a:ext cx="9525" cy="362902"/>
            </a:xfrm>
            <a:custGeom>
              <a:avLst/>
              <a:gdLst/>
              <a:ahLst/>
              <a:cxnLst/>
              <a:rect l="l" t="t" r="r" b="b"/>
              <a:pathLst>
                <a:path w="9525" h="362902">
                  <a:moveTo>
                    <a:pt x="0" y="0"/>
                  </a:moveTo>
                  <a:lnTo>
                    <a:pt x="0" y="362902"/>
                  </a:lnTo>
                </a:path>
              </a:pathLst>
            </a:custGeom>
            <a:noFill/>
            <a:ln w="37052">
              <a:solidFill>
                <a:srgbClr val="1100FF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7575232" y="1914525"/>
              <a:ext cx="9525" cy="362902"/>
            </a:xfrm>
            <a:custGeom>
              <a:avLst/>
              <a:gdLst/>
              <a:ahLst/>
              <a:cxnLst/>
              <a:rect l="l" t="t" r="r" b="b"/>
              <a:pathLst>
                <a:path w="9525" h="362902">
                  <a:moveTo>
                    <a:pt x="0" y="0"/>
                  </a:moveTo>
                  <a:lnTo>
                    <a:pt x="0" y="362902"/>
                  </a:lnTo>
                </a:path>
              </a:pathLst>
            </a:custGeom>
            <a:noFill/>
            <a:ln w="37052">
              <a:solidFill>
                <a:srgbClr val="0013FF"/>
              </a:solidFill>
            </a:ln>
          </p:spPr>
        </p:sp>
        <p:sp>
          <p:nvSpPr>
            <p:cNvPr id="56" name="Freeform 56"/>
            <p:cNvSpPr/>
            <p:nvPr/>
          </p:nvSpPr>
          <p:spPr>
            <a:xfrm>
              <a:off x="7584758" y="1914525"/>
              <a:ext cx="9525" cy="362902"/>
            </a:xfrm>
            <a:custGeom>
              <a:avLst/>
              <a:gdLst/>
              <a:ahLst/>
              <a:cxnLst/>
              <a:rect l="l" t="t" r="r" b="b"/>
              <a:pathLst>
                <a:path w="9525" h="362902">
                  <a:moveTo>
                    <a:pt x="0" y="0"/>
                  </a:moveTo>
                  <a:lnTo>
                    <a:pt x="0" y="362902"/>
                  </a:lnTo>
                </a:path>
              </a:pathLst>
            </a:custGeom>
            <a:noFill/>
            <a:ln w="37052">
              <a:solidFill>
                <a:srgbClr val="002FFF"/>
              </a:solidFill>
            </a:ln>
          </p:spPr>
        </p:sp>
        <p:sp>
          <p:nvSpPr>
            <p:cNvPr id="57" name="Freeform 57"/>
            <p:cNvSpPr/>
            <p:nvPr/>
          </p:nvSpPr>
          <p:spPr>
            <a:xfrm>
              <a:off x="7594282" y="1914525"/>
              <a:ext cx="9525" cy="362902"/>
            </a:xfrm>
            <a:custGeom>
              <a:avLst/>
              <a:gdLst/>
              <a:ahLst/>
              <a:cxnLst/>
              <a:rect l="l" t="t" r="r" b="b"/>
              <a:pathLst>
                <a:path w="9525" h="362902">
                  <a:moveTo>
                    <a:pt x="0" y="0"/>
                  </a:moveTo>
                  <a:lnTo>
                    <a:pt x="0" y="362902"/>
                  </a:lnTo>
                </a:path>
              </a:pathLst>
            </a:custGeom>
            <a:noFill/>
            <a:ln w="37052">
              <a:solidFill>
                <a:srgbClr val="0046FF"/>
              </a:solidFill>
            </a:ln>
          </p:spPr>
        </p:sp>
        <p:sp>
          <p:nvSpPr>
            <p:cNvPr id="58" name="Freeform 58"/>
            <p:cNvSpPr/>
            <p:nvPr/>
          </p:nvSpPr>
          <p:spPr>
            <a:xfrm>
              <a:off x="7603808" y="1914525"/>
              <a:ext cx="9525" cy="362902"/>
            </a:xfrm>
            <a:custGeom>
              <a:avLst/>
              <a:gdLst/>
              <a:ahLst/>
              <a:cxnLst/>
              <a:rect l="l" t="t" r="r" b="b"/>
              <a:pathLst>
                <a:path w="9525" h="362902">
                  <a:moveTo>
                    <a:pt x="0" y="0"/>
                  </a:moveTo>
                  <a:lnTo>
                    <a:pt x="0" y="362902"/>
                  </a:lnTo>
                </a:path>
              </a:pathLst>
            </a:custGeom>
            <a:noFill/>
            <a:ln w="37052">
              <a:solidFill>
                <a:srgbClr val="005CFF"/>
              </a:solidFill>
            </a:ln>
          </p:spPr>
        </p:sp>
        <p:sp>
          <p:nvSpPr>
            <p:cNvPr id="59" name="Freeform 59"/>
            <p:cNvSpPr/>
            <p:nvPr/>
          </p:nvSpPr>
          <p:spPr>
            <a:xfrm>
              <a:off x="7613332" y="1914525"/>
              <a:ext cx="9525" cy="362902"/>
            </a:xfrm>
            <a:custGeom>
              <a:avLst/>
              <a:gdLst/>
              <a:ahLst/>
              <a:cxnLst/>
              <a:rect l="l" t="t" r="r" b="b"/>
              <a:pathLst>
                <a:path w="9525" h="362902">
                  <a:moveTo>
                    <a:pt x="0" y="0"/>
                  </a:moveTo>
                  <a:lnTo>
                    <a:pt x="0" y="362902"/>
                  </a:lnTo>
                </a:path>
              </a:pathLst>
            </a:custGeom>
            <a:noFill/>
            <a:ln w="37052">
              <a:solidFill>
                <a:srgbClr val="0071FF"/>
              </a:solidFill>
            </a:ln>
          </p:spPr>
        </p:sp>
        <p:sp>
          <p:nvSpPr>
            <p:cNvPr id="60" name="Freeform 60"/>
            <p:cNvSpPr/>
            <p:nvPr/>
          </p:nvSpPr>
          <p:spPr>
            <a:xfrm>
              <a:off x="7621905" y="1914525"/>
              <a:ext cx="9525" cy="362902"/>
            </a:xfrm>
            <a:custGeom>
              <a:avLst/>
              <a:gdLst/>
              <a:ahLst/>
              <a:cxnLst/>
              <a:rect l="l" t="t" r="r" b="b"/>
              <a:pathLst>
                <a:path w="9525" h="362902">
                  <a:moveTo>
                    <a:pt x="0" y="0"/>
                  </a:moveTo>
                  <a:lnTo>
                    <a:pt x="0" y="362902"/>
                  </a:lnTo>
                </a:path>
              </a:pathLst>
            </a:custGeom>
            <a:noFill/>
            <a:ln w="37052">
              <a:solidFill>
                <a:srgbClr val="0084FF"/>
              </a:solidFill>
            </a:ln>
          </p:spPr>
        </p:sp>
        <p:sp>
          <p:nvSpPr>
            <p:cNvPr id="61" name="Freeform 61"/>
            <p:cNvSpPr/>
            <p:nvPr/>
          </p:nvSpPr>
          <p:spPr>
            <a:xfrm>
              <a:off x="7631430" y="1914525"/>
              <a:ext cx="9525" cy="362902"/>
            </a:xfrm>
            <a:custGeom>
              <a:avLst/>
              <a:gdLst/>
              <a:ahLst/>
              <a:cxnLst/>
              <a:rect l="l" t="t" r="r" b="b"/>
              <a:pathLst>
                <a:path w="9525" h="362902">
                  <a:moveTo>
                    <a:pt x="0" y="0"/>
                  </a:moveTo>
                  <a:lnTo>
                    <a:pt x="0" y="362902"/>
                  </a:lnTo>
                </a:path>
              </a:pathLst>
            </a:custGeom>
            <a:noFill/>
            <a:ln w="37052">
              <a:solidFill>
                <a:srgbClr val="0097FF"/>
              </a:solidFill>
            </a:ln>
          </p:spPr>
        </p:sp>
        <p:sp>
          <p:nvSpPr>
            <p:cNvPr id="62" name="Freeform 62"/>
            <p:cNvSpPr/>
            <p:nvPr/>
          </p:nvSpPr>
          <p:spPr>
            <a:xfrm>
              <a:off x="7640955" y="1914525"/>
              <a:ext cx="9525" cy="362902"/>
            </a:xfrm>
            <a:custGeom>
              <a:avLst/>
              <a:gdLst/>
              <a:ahLst/>
              <a:cxnLst/>
              <a:rect l="l" t="t" r="r" b="b"/>
              <a:pathLst>
                <a:path w="9525" h="362902">
                  <a:moveTo>
                    <a:pt x="0" y="0"/>
                  </a:moveTo>
                  <a:lnTo>
                    <a:pt x="0" y="362902"/>
                  </a:lnTo>
                </a:path>
              </a:pathLst>
            </a:custGeom>
            <a:noFill/>
            <a:ln w="37052">
              <a:solidFill>
                <a:srgbClr val="00A9FF"/>
              </a:solidFill>
            </a:ln>
          </p:spPr>
        </p:sp>
        <p:sp>
          <p:nvSpPr>
            <p:cNvPr id="63" name="Freeform 63"/>
            <p:cNvSpPr/>
            <p:nvPr/>
          </p:nvSpPr>
          <p:spPr>
            <a:xfrm>
              <a:off x="7649528" y="1914525"/>
              <a:ext cx="9525" cy="362902"/>
            </a:xfrm>
            <a:custGeom>
              <a:avLst/>
              <a:gdLst/>
              <a:ahLst/>
              <a:cxnLst/>
              <a:rect l="l" t="t" r="r" b="b"/>
              <a:pathLst>
                <a:path w="9525" h="362902">
                  <a:moveTo>
                    <a:pt x="0" y="0"/>
                  </a:moveTo>
                  <a:lnTo>
                    <a:pt x="0" y="362902"/>
                  </a:lnTo>
                </a:path>
              </a:pathLst>
            </a:custGeom>
            <a:noFill/>
            <a:ln w="37052">
              <a:solidFill>
                <a:srgbClr val="00BBFF"/>
              </a:solidFill>
            </a:ln>
          </p:spPr>
        </p:sp>
        <p:sp>
          <p:nvSpPr>
            <p:cNvPr id="64" name="Freeform 64"/>
            <p:cNvSpPr/>
            <p:nvPr/>
          </p:nvSpPr>
          <p:spPr>
            <a:xfrm>
              <a:off x="7659052" y="1914525"/>
              <a:ext cx="9525" cy="362902"/>
            </a:xfrm>
            <a:custGeom>
              <a:avLst/>
              <a:gdLst/>
              <a:ahLst/>
              <a:cxnLst/>
              <a:rect l="l" t="t" r="r" b="b"/>
              <a:pathLst>
                <a:path w="9525" h="362902">
                  <a:moveTo>
                    <a:pt x="0" y="0"/>
                  </a:moveTo>
                  <a:lnTo>
                    <a:pt x="0" y="362902"/>
                  </a:lnTo>
                </a:path>
              </a:pathLst>
            </a:custGeom>
            <a:noFill/>
            <a:ln w="37052">
              <a:solidFill>
                <a:srgbClr val="00CDFF"/>
              </a:solidFill>
            </a:ln>
          </p:spPr>
        </p:sp>
        <p:sp>
          <p:nvSpPr>
            <p:cNvPr id="65" name="Freeform 65"/>
            <p:cNvSpPr/>
            <p:nvPr/>
          </p:nvSpPr>
          <p:spPr>
            <a:xfrm>
              <a:off x="7668578" y="1914525"/>
              <a:ext cx="9525" cy="362902"/>
            </a:xfrm>
            <a:custGeom>
              <a:avLst/>
              <a:gdLst/>
              <a:ahLst/>
              <a:cxnLst/>
              <a:rect l="l" t="t" r="r" b="b"/>
              <a:pathLst>
                <a:path w="9525" h="362902">
                  <a:moveTo>
                    <a:pt x="0" y="0"/>
                  </a:moveTo>
                  <a:lnTo>
                    <a:pt x="0" y="362902"/>
                  </a:lnTo>
                </a:path>
              </a:pathLst>
            </a:custGeom>
            <a:noFill/>
            <a:ln w="37052">
              <a:solidFill>
                <a:srgbClr val="00DEFF"/>
              </a:solidFill>
            </a:ln>
          </p:spPr>
        </p:sp>
        <p:sp>
          <p:nvSpPr>
            <p:cNvPr id="66" name="Freeform 66"/>
            <p:cNvSpPr/>
            <p:nvPr/>
          </p:nvSpPr>
          <p:spPr>
            <a:xfrm>
              <a:off x="7678102" y="1914525"/>
              <a:ext cx="9525" cy="362902"/>
            </a:xfrm>
            <a:custGeom>
              <a:avLst/>
              <a:gdLst/>
              <a:ahLst/>
              <a:cxnLst/>
              <a:rect l="l" t="t" r="r" b="b"/>
              <a:pathLst>
                <a:path w="9525" h="362902">
                  <a:moveTo>
                    <a:pt x="0" y="0"/>
                  </a:moveTo>
                  <a:lnTo>
                    <a:pt x="0" y="362902"/>
                  </a:lnTo>
                </a:path>
              </a:pathLst>
            </a:custGeom>
            <a:noFill/>
            <a:ln w="37052">
              <a:solidFill>
                <a:srgbClr val="00EFFF"/>
              </a:solidFill>
            </a:ln>
          </p:spPr>
        </p:sp>
        <p:sp>
          <p:nvSpPr>
            <p:cNvPr id="67" name="Freeform 67"/>
            <p:cNvSpPr/>
            <p:nvPr/>
          </p:nvSpPr>
          <p:spPr>
            <a:xfrm>
              <a:off x="7687628" y="1914525"/>
              <a:ext cx="9525" cy="362902"/>
            </a:xfrm>
            <a:custGeom>
              <a:avLst/>
              <a:gdLst/>
              <a:ahLst/>
              <a:cxnLst/>
              <a:rect l="l" t="t" r="r" b="b"/>
              <a:pathLst>
                <a:path w="9525" h="362902">
                  <a:moveTo>
                    <a:pt x="0" y="0"/>
                  </a:moveTo>
                  <a:lnTo>
                    <a:pt x="0" y="362902"/>
                  </a:lnTo>
                </a:path>
              </a:pathLst>
            </a:custGeom>
            <a:noFill/>
            <a:ln w="37052">
              <a:solidFill>
                <a:srgbClr val="00FFFF"/>
              </a:solidFill>
            </a:ln>
          </p:spPr>
        </p:sp>
        <p:sp>
          <p:nvSpPr>
            <p:cNvPr id="68" name="Freeform 68"/>
            <p:cNvSpPr/>
            <p:nvPr/>
          </p:nvSpPr>
          <p:spPr>
            <a:xfrm>
              <a:off x="7696200" y="1914525"/>
              <a:ext cx="9525" cy="362902"/>
            </a:xfrm>
            <a:custGeom>
              <a:avLst/>
              <a:gdLst/>
              <a:ahLst/>
              <a:cxnLst/>
              <a:rect l="l" t="t" r="r" b="b"/>
              <a:pathLst>
                <a:path w="9525" h="362902">
                  <a:moveTo>
                    <a:pt x="0" y="0"/>
                  </a:moveTo>
                  <a:lnTo>
                    <a:pt x="0" y="362902"/>
                  </a:lnTo>
                </a:path>
              </a:pathLst>
            </a:custGeom>
            <a:noFill/>
            <a:ln w="37052">
              <a:solidFill>
                <a:srgbClr val="00FFD5"/>
              </a:solidFill>
            </a:ln>
          </p:spPr>
        </p:sp>
        <p:sp>
          <p:nvSpPr>
            <p:cNvPr id="69" name="Freeform 69"/>
            <p:cNvSpPr/>
            <p:nvPr/>
          </p:nvSpPr>
          <p:spPr>
            <a:xfrm>
              <a:off x="7705725" y="1914525"/>
              <a:ext cx="9525" cy="362902"/>
            </a:xfrm>
            <a:custGeom>
              <a:avLst/>
              <a:gdLst/>
              <a:ahLst/>
              <a:cxnLst/>
              <a:rect l="l" t="t" r="r" b="b"/>
              <a:pathLst>
                <a:path w="9525" h="362902">
                  <a:moveTo>
                    <a:pt x="0" y="0"/>
                  </a:moveTo>
                  <a:lnTo>
                    <a:pt x="0" y="362902"/>
                  </a:lnTo>
                </a:path>
              </a:pathLst>
            </a:custGeom>
            <a:noFill/>
            <a:ln w="37052">
              <a:solidFill>
                <a:srgbClr val="00FFA9"/>
              </a:solidFill>
            </a:ln>
          </p:spPr>
        </p:sp>
        <p:sp>
          <p:nvSpPr>
            <p:cNvPr id="70" name="Freeform 70"/>
            <p:cNvSpPr/>
            <p:nvPr/>
          </p:nvSpPr>
          <p:spPr>
            <a:xfrm>
              <a:off x="7715250" y="1914525"/>
              <a:ext cx="9525" cy="362902"/>
            </a:xfrm>
            <a:custGeom>
              <a:avLst/>
              <a:gdLst/>
              <a:ahLst/>
              <a:cxnLst/>
              <a:rect l="l" t="t" r="r" b="b"/>
              <a:pathLst>
                <a:path w="9525" h="362902">
                  <a:moveTo>
                    <a:pt x="0" y="0"/>
                  </a:moveTo>
                  <a:lnTo>
                    <a:pt x="0" y="362902"/>
                  </a:lnTo>
                </a:path>
              </a:pathLst>
            </a:custGeom>
            <a:noFill/>
            <a:ln w="37052">
              <a:solidFill>
                <a:srgbClr val="00FF7B"/>
              </a:solidFill>
            </a:ln>
          </p:spPr>
        </p:sp>
        <p:sp>
          <p:nvSpPr>
            <p:cNvPr id="71" name="Freeform 71"/>
            <p:cNvSpPr/>
            <p:nvPr/>
          </p:nvSpPr>
          <p:spPr>
            <a:xfrm>
              <a:off x="7723822" y="1914525"/>
              <a:ext cx="9525" cy="362902"/>
            </a:xfrm>
            <a:custGeom>
              <a:avLst/>
              <a:gdLst/>
              <a:ahLst/>
              <a:cxnLst/>
              <a:rect l="l" t="t" r="r" b="b"/>
              <a:pathLst>
                <a:path w="9525" h="362902">
                  <a:moveTo>
                    <a:pt x="0" y="0"/>
                  </a:moveTo>
                  <a:lnTo>
                    <a:pt x="0" y="362902"/>
                  </a:lnTo>
                </a:path>
              </a:pathLst>
            </a:custGeom>
            <a:noFill/>
            <a:ln w="37052">
              <a:solidFill>
                <a:srgbClr val="00FF46"/>
              </a:solidFill>
            </a:ln>
          </p:spPr>
        </p:sp>
        <p:sp>
          <p:nvSpPr>
            <p:cNvPr id="72" name="Freeform 72"/>
            <p:cNvSpPr/>
            <p:nvPr/>
          </p:nvSpPr>
          <p:spPr>
            <a:xfrm>
              <a:off x="7733348" y="1914525"/>
              <a:ext cx="9525" cy="362902"/>
            </a:xfrm>
            <a:custGeom>
              <a:avLst/>
              <a:gdLst/>
              <a:ahLst/>
              <a:cxnLst/>
              <a:rect l="l" t="t" r="r" b="b"/>
              <a:pathLst>
                <a:path w="9525" h="362902">
                  <a:moveTo>
                    <a:pt x="0" y="0"/>
                  </a:moveTo>
                  <a:lnTo>
                    <a:pt x="0" y="362902"/>
                  </a:lnTo>
                </a:path>
              </a:pathLst>
            </a:custGeom>
            <a:noFill/>
            <a:ln w="37052">
              <a:solidFill>
                <a:srgbClr val="00FF00"/>
              </a:solidFill>
            </a:ln>
          </p:spPr>
        </p:sp>
        <p:sp>
          <p:nvSpPr>
            <p:cNvPr id="73" name="Freeform 73"/>
            <p:cNvSpPr/>
            <p:nvPr/>
          </p:nvSpPr>
          <p:spPr>
            <a:xfrm>
              <a:off x="7742872" y="1914525"/>
              <a:ext cx="9525" cy="362902"/>
            </a:xfrm>
            <a:custGeom>
              <a:avLst/>
              <a:gdLst/>
              <a:ahLst/>
              <a:cxnLst/>
              <a:rect l="l" t="t" r="r" b="b"/>
              <a:pathLst>
                <a:path w="9525" h="362902">
                  <a:moveTo>
                    <a:pt x="0" y="0"/>
                  </a:moveTo>
                  <a:lnTo>
                    <a:pt x="0" y="362902"/>
                  </a:lnTo>
                </a:path>
              </a:pathLst>
            </a:custGeom>
            <a:noFill/>
            <a:ln w="37052">
              <a:solidFill>
                <a:srgbClr val="1AFF00"/>
              </a:solidFill>
            </a:ln>
          </p:spPr>
        </p:sp>
        <p:sp>
          <p:nvSpPr>
            <p:cNvPr id="74" name="Freeform 74"/>
            <p:cNvSpPr/>
            <p:nvPr/>
          </p:nvSpPr>
          <p:spPr>
            <a:xfrm>
              <a:off x="7752398" y="1914525"/>
              <a:ext cx="9525" cy="362902"/>
            </a:xfrm>
            <a:custGeom>
              <a:avLst/>
              <a:gdLst/>
              <a:ahLst/>
              <a:cxnLst/>
              <a:rect l="l" t="t" r="r" b="b"/>
              <a:pathLst>
                <a:path w="9525" h="362902">
                  <a:moveTo>
                    <a:pt x="0" y="0"/>
                  </a:moveTo>
                  <a:lnTo>
                    <a:pt x="0" y="362902"/>
                  </a:lnTo>
                </a:path>
              </a:pathLst>
            </a:custGeom>
            <a:noFill/>
            <a:ln w="37052">
              <a:solidFill>
                <a:srgbClr val="2DFF00"/>
              </a:solidFill>
            </a:ln>
          </p:spPr>
        </p:sp>
        <p:sp>
          <p:nvSpPr>
            <p:cNvPr id="75" name="Freeform 75"/>
            <p:cNvSpPr/>
            <p:nvPr/>
          </p:nvSpPr>
          <p:spPr>
            <a:xfrm>
              <a:off x="7761922" y="1914525"/>
              <a:ext cx="9525" cy="362902"/>
            </a:xfrm>
            <a:custGeom>
              <a:avLst/>
              <a:gdLst/>
              <a:ahLst/>
              <a:cxnLst/>
              <a:rect l="l" t="t" r="r" b="b"/>
              <a:pathLst>
                <a:path w="9525" h="362902">
                  <a:moveTo>
                    <a:pt x="0" y="0"/>
                  </a:moveTo>
                  <a:lnTo>
                    <a:pt x="0" y="362902"/>
                  </a:lnTo>
                </a:path>
              </a:pathLst>
            </a:custGeom>
            <a:noFill/>
            <a:ln w="37052">
              <a:solidFill>
                <a:srgbClr val="3EFF00"/>
              </a:solidFill>
            </a:ln>
          </p:spPr>
        </p:sp>
        <p:sp>
          <p:nvSpPr>
            <p:cNvPr id="76" name="Freeform 76"/>
            <p:cNvSpPr/>
            <p:nvPr/>
          </p:nvSpPr>
          <p:spPr>
            <a:xfrm>
              <a:off x="7770495" y="1914525"/>
              <a:ext cx="9525" cy="362902"/>
            </a:xfrm>
            <a:custGeom>
              <a:avLst/>
              <a:gdLst/>
              <a:ahLst/>
              <a:cxnLst/>
              <a:rect l="l" t="t" r="r" b="b"/>
              <a:pathLst>
                <a:path w="9525" h="362902">
                  <a:moveTo>
                    <a:pt x="0" y="0"/>
                  </a:moveTo>
                  <a:lnTo>
                    <a:pt x="0" y="362902"/>
                  </a:lnTo>
                </a:path>
              </a:pathLst>
            </a:custGeom>
            <a:noFill/>
            <a:ln w="37052">
              <a:solidFill>
                <a:srgbClr val="4EFF00"/>
              </a:solidFill>
            </a:ln>
          </p:spPr>
        </p:sp>
        <p:sp>
          <p:nvSpPr>
            <p:cNvPr id="77" name="Freeform 77"/>
            <p:cNvSpPr/>
            <p:nvPr/>
          </p:nvSpPr>
          <p:spPr>
            <a:xfrm>
              <a:off x="7780020" y="1914525"/>
              <a:ext cx="9525" cy="362902"/>
            </a:xfrm>
            <a:custGeom>
              <a:avLst/>
              <a:gdLst/>
              <a:ahLst/>
              <a:cxnLst/>
              <a:rect l="l" t="t" r="r" b="b"/>
              <a:pathLst>
                <a:path w="9525" h="362902">
                  <a:moveTo>
                    <a:pt x="0" y="0"/>
                  </a:moveTo>
                  <a:lnTo>
                    <a:pt x="0" y="362902"/>
                  </a:lnTo>
                </a:path>
              </a:pathLst>
            </a:custGeom>
            <a:noFill/>
            <a:ln w="37052">
              <a:solidFill>
                <a:srgbClr val="5EFF00"/>
              </a:solidFill>
            </a:ln>
          </p:spPr>
        </p:sp>
        <p:sp>
          <p:nvSpPr>
            <p:cNvPr id="78" name="Freeform 78"/>
            <p:cNvSpPr/>
            <p:nvPr/>
          </p:nvSpPr>
          <p:spPr>
            <a:xfrm>
              <a:off x="7789545" y="1914525"/>
              <a:ext cx="9525" cy="362902"/>
            </a:xfrm>
            <a:custGeom>
              <a:avLst/>
              <a:gdLst/>
              <a:ahLst/>
              <a:cxnLst/>
              <a:rect l="l" t="t" r="r" b="b"/>
              <a:pathLst>
                <a:path w="9525" h="362902">
                  <a:moveTo>
                    <a:pt x="0" y="0"/>
                  </a:moveTo>
                  <a:lnTo>
                    <a:pt x="0" y="362902"/>
                  </a:lnTo>
                </a:path>
              </a:pathLst>
            </a:custGeom>
            <a:noFill/>
            <a:ln w="37052">
              <a:solidFill>
                <a:srgbClr val="6CFF00"/>
              </a:solidFill>
            </a:ln>
          </p:spPr>
        </p:sp>
        <p:sp>
          <p:nvSpPr>
            <p:cNvPr id="79" name="Freeform 79"/>
            <p:cNvSpPr/>
            <p:nvPr/>
          </p:nvSpPr>
          <p:spPr>
            <a:xfrm>
              <a:off x="7799070" y="1914525"/>
              <a:ext cx="9525" cy="362902"/>
            </a:xfrm>
            <a:custGeom>
              <a:avLst/>
              <a:gdLst/>
              <a:ahLst/>
              <a:cxnLst/>
              <a:rect l="l" t="t" r="r" b="b"/>
              <a:pathLst>
                <a:path w="9525" h="362902">
                  <a:moveTo>
                    <a:pt x="0" y="0"/>
                  </a:moveTo>
                  <a:lnTo>
                    <a:pt x="0" y="362902"/>
                  </a:lnTo>
                </a:path>
              </a:pathLst>
            </a:custGeom>
            <a:noFill/>
            <a:ln w="37052">
              <a:solidFill>
                <a:srgbClr val="7BFF00"/>
              </a:solidFill>
            </a:ln>
          </p:spPr>
        </p:sp>
        <p:sp>
          <p:nvSpPr>
            <p:cNvPr id="80" name="Freeform 80"/>
            <p:cNvSpPr/>
            <p:nvPr/>
          </p:nvSpPr>
          <p:spPr>
            <a:xfrm>
              <a:off x="7808595" y="1914525"/>
              <a:ext cx="9525" cy="362902"/>
            </a:xfrm>
            <a:custGeom>
              <a:avLst/>
              <a:gdLst/>
              <a:ahLst/>
              <a:cxnLst/>
              <a:rect l="l" t="t" r="r" b="b"/>
              <a:pathLst>
                <a:path w="9525" h="362902">
                  <a:moveTo>
                    <a:pt x="0" y="0"/>
                  </a:moveTo>
                  <a:lnTo>
                    <a:pt x="0" y="362902"/>
                  </a:lnTo>
                </a:path>
              </a:pathLst>
            </a:custGeom>
            <a:noFill/>
            <a:ln w="37052">
              <a:solidFill>
                <a:srgbClr val="88FF00"/>
              </a:solidFill>
            </a:ln>
          </p:spPr>
        </p:sp>
        <p:sp>
          <p:nvSpPr>
            <p:cNvPr id="81" name="Freeform 81"/>
            <p:cNvSpPr/>
            <p:nvPr/>
          </p:nvSpPr>
          <p:spPr>
            <a:xfrm>
              <a:off x="7818120" y="1914525"/>
              <a:ext cx="9525" cy="362902"/>
            </a:xfrm>
            <a:custGeom>
              <a:avLst/>
              <a:gdLst/>
              <a:ahLst/>
              <a:cxnLst/>
              <a:rect l="l" t="t" r="r" b="b"/>
              <a:pathLst>
                <a:path w="9525" h="362902">
                  <a:moveTo>
                    <a:pt x="0" y="0"/>
                  </a:moveTo>
                  <a:lnTo>
                    <a:pt x="0" y="362902"/>
                  </a:lnTo>
                </a:path>
              </a:pathLst>
            </a:custGeom>
            <a:noFill/>
            <a:ln w="37052">
              <a:solidFill>
                <a:srgbClr val="96FF00"/>
              </a:solidFill>
            </a:ln>
          </p:spPr>
        </p:sp>
        <p:sp>
          <p:nvSpPr>
            <p:cNvPr id="82" name="Freeform 82"/>
            <p:cNvSpPr/>
            <p:nvPr/>
          </p:nvSpPr>
          <p:spPr>
            <a:xfrm>
              <a:off x="7826692" y="1914525"/>
              <a:ext cx="9525" cy="362902"/>
            </a:xfrm>
            <a:custGeom>
              <a:avLst/>
              <a:gdLst/>
              <a:ahLst/>
              <a:cxnLst/>
              <a:rect l="l" t="t" r="r" b="b"/>
              <a:pathLst>
                <a:path w="9525" h="362902">
                  <a:moveTo>
                    <a:pt x="0" y="0"/>
                  </a:moveTo>
                  <a:lnTo>
                    <a:pt x="0" y="362902"/>
                  </a:lnTo>
                </a:path>
              </a:pathLst>
            </a:custGeom>
            <a:noFill/>
            <a:ln w="37052">
              <a:solidFill>
                <a:srgbClr val="A3FF00"/>
              </a:solidFill>
            </a:ln>
          </p:spPr>
        </p:sp>
        <p:sp>
          <p:nvSpPr>
            <p:cNvPr id="83" name="Freeform 83"/>
            <p:cNvSpPr/>
            <p:nvPr/>
          </p:nvSpPr>
          <p:spPr>
            <a:xfrm>
              <a:off x="7836218" y="1914525"/>
              <a:ext cx="9525" cy="362902"/>
            </a:xfrm>
            <a:custGeom>
              <a:avLst/>
              <a:gdLst/>
              <a:ahLst/>
              <a:cxnLst/>
              <a:rect l="l" t="t" r="r" b="b"/>
              <a:pathLst>
                <a:path w="9525" h="362902">
                  <a:moveTo>
                    <a:pt x="0" y="0"/>
                  </a:moveTo>
                  <a:lnTo>
                    <a:pt x="0" y="362902"/>
                  </a:lnTo>
                </a:path>
              </a:pathLst>
            </a:custGeom>
            <a:noFill/>
            <a:ln w="37052">
              <a:solidFill>
                <a:srgbClr val="B0FF00"/>
              </a:solidFill>
            </a:ln>
          </p:spPr>
        </p:sp>
        <p:sp>
          <p:nvSpPr>
            <p:cNvPr id="84" name="Freeform 84"/>
            <p:cNvSpPr/>
            <p:nvPr/>
          </p:nvSpPr>
          <p:spPr>
            <a:xfrm>
              <a:off x="7845742" y="1914525"/>
              <a:ext cx="9525" cy="362902"/>
            </a:xfrm>
            <a:custGeom>
              <a:avLst/>
              <a:gdLst/>
              <a:ahLst/>
              <a:cxnLst/>
              <a:rect l="l" t="t" r="r" b="b"/>
              <a:pathLst>
                <a:path w="9525" h="362902">
                  <a:moveTo>
                    <a:pt x="0" y="0"/>
                  </a:moveTo>
                  <a:lnTo>
                    <a:pt x="0" y="362902"/>
                  </a:lnTo>
                </a:path>
              </a:pathLst>
            </a:custGeom>
            <a:noFill/>
            <a:ln w="37052">
              <a:solidFill>
                <a:srgbClr val="BDFF00"/>
              </a:solidFill>
            </a:ln>
          </p:spPr>
        </p:sp>
        <p:sp>
          <p:nvSpPr>
            <p:cNvPr id="85" name="Freeform 85"/>
            <p:cNvSpPr/>
            <p:nvPr/>
          </p:nvSpPr>
          <p:spPr>
            <a:xfrm>
              <a:off x="7854315" y="1914525"/>
              <a:ext cx="9525" cy="362902"/>
            </a:xfrm>
            <a:custGeom>
              <a:avLst/>
              <a:gdLst/>
              <a:ahLst/>
              <a:cxnLst/>
              <a:rect l="l" t="t" r="r" b="b"/>
              <a:pathLst>
                <a:path w="9525" h="362902">
                  <a:moveTo>
                    <a:pt x="0" y="0"/>
                  </a:moveTo>
                  <a:lnTo>
                    <a:pt x="0" y="362902"/>
                  </a:lnTo>
                </a:path>
              </a:pathLst>
            </a:custGeom>
            <a:noFill/>
            <a:ln w="37052">
              <a:solidFill>
                <a:srgbClr val="C9FF00"/>
              </a:solidFill>
            </a:ln>
          </p:spPr>
        </p:sp>
        <p:sp>
          <p:nvSpPr>
            <p:cNvPr id="86" name="Freeform 86"/>
            <p:cNvSpPr/>
            <p:nvPr/>
          </p:nvSpPr>
          <p:spPr>
            <a:xfrm>
              <a:off x="7863840" y="1914525"/>
              <a:ext cx="9525" cy="362902"/>
            </a:xfrm>
            <a:custGeom>
              <a:avLst/>
              <a:gdLst/>
              <a:ahLst/>
              <a:cxnLst/>
              <a:rect l="l" t="t" r="r" b="b"/>
              <a:pathLst>
                <a:path w="9525" h="362902">
                  <a:moveTo>
                    <a:pt x="0" y="0"/>
                  </a:moveTo>
                  <a:lnTo>
                    <a:pt x="0" y="362902"/>
                  </a:lnTo>
                </a:path>
              </a:pathLst>
            </a:custGeom>
            <a:noFill/>
            <a:ln w="37052">
              <a:solidFill>
                <a:srgbClr val="D5FF00"/>
              </a:solidFill>
            </a:ln>
          </p:spPr>
        </p:sp>
        <p:sp>
          <p:nvSpPr>
            <p:cNvPr id="87" name="Freeform 87"/>
            <p:cNvSpPr/>
            <p:nvPr/>
          </p:nvSpPr>
          <p:spPr>
            <a:xfrm>
              <a:off x="7873365" y="1914525"/>
              <a:ext cx="9525" cy="362902"/>
            </a:xfrm>
            <a:custGeom>
              <a:avLst/>
              <a:gdLst/>
              <a:ahLst/>
              <a:cxnLst/>
              <a:rect l="l" t="t" r="r" b="b"/>
              <a:pathLst>
                <a:path w="9525" h="362902">
                  <a:moveTo>
                    <a:pt x="0" y="0"/>
                  </a:moveTo>
                  <a:lnTo>
                    <a:pt x="0" y="362902"/>
                  </a:lnTo>
                </a:path>
              </a:pathLst>
            </a:custGeom>
            <a:noFill/>
            <a:ln w="37052">
              <a:solidFill>
                <a:srgbClr val="E1FF00"/>
              </a:solidFill>
            </a:ln>
          </p:spPr>
        </p:sp>
        <p:sp>
          <p:nvSpPr>
            <p:cNvPr id="88" name="Freeform 88"/>
            <p:cNvSpPr/>
            <p:nvPr/>
          </p:nvSpPr>
          <p:spPr>
            <a:xfrm>
              <a:off x="7882890" y="1914525"/>
              <a:ext cx="9525" cy="362902"/>
            </a:xfrm>
            <a:custGeom>
              <a:avLst/>
              <a:gdLst/>
              <a:ahLst/>
              <a:cxnLst/>
              <a:rect l="l" t="t" r="r" b="b"/>
              <a:pathLst>
                <a:path w="9525" h="362902">
                  <a:moveTo>
                    <a:pt x="0" y="0"/>
                  </a:moveTo>
                  <a:lnTo>
                    <a:pt x="0" y="362902"/>
                  </a:lnTo>
                </a:path>
              </a:pathLst>
            </a:custGeom>
            <a:noFill/>
            <a:ln w="37052">
              <a:solidFill>
                <a:srgbClr val="EDFF00"/>
              </a:solidFill>
            </a:ln>
          </p:spPr>
        </p:sp>
        <p:sp>
          <p:nvSpPr>
            <p:cNvPr id="89" name="Freeform 89"/>
            <p:cNvSpPr/>
            <p:nvPr/>
          </p:nvSpPr>
          <p:spPr>
            <a:xfrm>
              <a:off x="7892415" y="1914525"/>
              <a:ext cx="9525" cy="362902"/>
            </a:xfrm>
            <a:custGeom>
              <a:avLst/>
              <a:gdLst/>
              <a:ahLst/>
              <a:cxnLst/>
              <a:rect l="l" t="t" r="r" b="b"/>
              <a:pathLst>
                <a:path w="9525" h="362902">
                  <a:moveTo>
                    <a:pt x="0" y="0"/>
                  </a:moveTo>
                  <a:lnTo>
                    <a:pt x="0" y="362902"/>
                  </a:lnTo>
                </a:path>
              </a:pathLst>
            </a:custGeom>
            <a:noFill/>
            <a:ln w="37052">
              <a:solidFill>
                <a:srgbClr val="F9FF00"/>
              </a:solidFill>
            </a:ln>
          </p:spPr>
        </p:sp>
        <p:sp>
          <p:nvSpPr>
            <p:cNvPr id="90" name="Freeform 90"/>
            <p:cNvSpPr/>
            <p:nvPr/>
          </p:nvSpPr>
          <p:spPr>
            <a:xfrm>
              <a:off x="7900988" y="1914525"/>
              <a:ext cx="9525" cy="362902"/>
            </a:xfrm>
            <a:custGeom>
              <a:avLst/>
              <a:gdLst/>
              <a:ahLst/>
              <a:cxnLst/>
              <a:rect l="l" t="t" r="r" b="b"/>
              <a:pathLst>
                <a:path w="9525" h="362902">
                  <a:moveTo>
                    <a:pt x="0" y="0"/>
                  </a:moveTo>
                  <a:lnTo>
                    <a:pt x="0" y="362902"/>
                  </a:lnTo>
                </a:path>
              </a:pathLst>
            </a:custGeom>
            <a:noFill/>
            <a:ln w="37052">
              <a:solidFill>
                <a:srgbClr val="FFF900"/>
              </a:solidFill>
            </a:ln>
          </p:spPr>
        </p:sp>
        <p:sp>
          <p:nvSpPr>
            <p:cNvPr id="91" name="Freeform 91"/>
            <p:cNvSpPr/>
            <p:nvPr/>
          </p:nvSpPr>
          <p:spPr>
            <a:xfrm>
              <a:off x="7910512" y="1914525"/>
              <a:ext cx="9525" cy="362902"/>
            </a:xfrm>
            <a:custGeom>
              <a:avLst/>
              <a:gdLst/>
              <a:ahLst/>
              <a:cxnLst/>
              <a:rect l="l" t="t" r="r" b="b"/>
              <a:pathLst>
                <a:path w="9525" h="362902">
                  <a:moveTo>
                    <a:pt x="0" y="0"/>
                  </a:moveTo>
                  <a:lnTo>
                    <a:pt x="0" y="362902"/>
                  </a:lnTo>
                </a:path>
              </a:pathLst>
            </a:custGeom>
            <a:noFill/>
            <a:ln w="37052">
              <a:solidFill>
                <a:srgbClr val="FFEC00"/>
              </a:solidFill>
            </a:ln>
          </p:spPr>
        </p:sp>
        <p:sp>
          <p:nvSpPr>
            <p:cNvPr id="92" name="Freeform 92"/>
            <p:cNvSpPr/>
            <p:nvPr/>
          </p:nvSpPr>
          <p:spPr>
            <a:xfrm>
              <a:off x="7920038" y="1914525"/>
              <a:ext cx="9525" cy="362902"/>
            </a:xfrm>
            <a:custGeom>
              <a:avLst/>
              <a:gdLst/>
              <a:ahLst/>
              <a:cxnLst/>
              <a:rect l="l" t="t" r="r" b="b"/>
              <a:pathLst>
                <a:path w="9525" h="362902">
                  <a:moveTo>
                    <a:pt x="0" y="0"/>
                  </a:moveTo>
                  <a:lnTo>
                    <a:pt x="0" y="362902"/>
                  </a:lnTo>
                </a:path>
              </a:pathLst>
            </a:custGeom>
            <a:noFill/>
            <a:ln w="37052">
              <a:solidFill>
                <a:srgbClr val="FFDF00"/>
              </a:solidFill>
            </a:ln>
          </p:spPr>
        </p:sp>
        <p:sp>
          <p:nvSpPr>
            <p:cNvPr id="93" name="Freeform 93"/>
            <p:cNvSpPr/>
            <p:nvPr/>
          </p:nvSpPr>
          <p:spPr>
            <a:xfrm>
              <a:off x="7928610" y="1914525"/>
              <a:ext cx="9525" cy="362902"/>
            </a:xfrm>
            <a:custGeom>
              <a:avLst/>
              <a:gdLst/>
              <a:ahLst/>
              <a:cxnLst/>
              <a:rect l="l" t="t" r="r" b="b"/>
              <a:pathLst>
                <a:path w="9525" h="362902">
                  <a:moveTo>
                    <a:pt x="0" y="0"/>
                  </a:moveTo>
                  <a:lnTo>
                    <a:pt x="0" y="362902"/>
                  </a:lnTo>
                </a:path>
              </a:pathLst>
            </a:custGeom>
            <a:noFill/>
            <a:ln w="37052">
              <a:solidFill>
                <a:srgbClr val="FFD200"/>
              </a:solidFill>
            </a:ln>
          </p:spPr>
        </p:sp>
        <p:sp>
          <p:nvSpPr>
            <p:cNvPr id="94" name="Freeform 94"/>
            <p:cNvSpPr/>
            <p:nvPr/>
          </p:nvSpPr>
          <p:spPr>
            <a:xfrm>
              <a:off x="7938135" y="1914525"/>
              <a:ext cx="9525" cy="362902"/>
            </a:xfrm>
            <a:custGeom>
              <a:avLst/>
              <a:gdLst/>
              <a:ahLst/>
              <a:cxnLst/>
              <a:rect l="l" t="t" r="r" b="b"/>
              <a:pathLst>
                <a:path w="9525" h="362902">
                  <a:moveTo>
                    <a:pt x="0" y="0"/>
                  </a:moveTo>
                  <a:lnTo>
                    <a:pt x="0" y="362902"/>
                  </a:lnTo>
                </a:path>
              </a:pathLst>
            </a:custGeom>
            <a:noFill/>
            <a:ln w="37052">
              <a:solidFill>
                <a:srgbClr val="FFC500"/>
              </a:solidFill>
            </a:ln>
          </p:spPr>
        </p:sp>
        <p:sp>
          <p:nvSpPr>
            <p:cNvPr id="95" name="Freeform 95"/>
            <p:cNvSpPr/>
            <p:nvPr/>
          </p:nvSpPr>
          <p:spPr>
            <a:xfrm>
              <a:off x="7947660" y="1914525"/>
              <a:ext cx="9525" cy="362902"/>
            </a:xfrm>
            <a:custGeom>
              <a:avLst/>
              <a:gdLst/>
              <a:ahLst/>
              <a:cxnLst/>
              <a:rect l="l" t="t" r="r" b="b"/>
              <a:pathLst>
                <a:path w="9525" h="362902">
                  <a:moveTo>
                    <a:pt x="0" y="0"/>
                  </a:moveTo>
                  <a:lnTo>
                    <a:pt x="0" y="362902"/>
                  </a:lnTo>
                </a:path>
              </a:pathLst>
            </a:custGeom>
            <a:noFill/>
            <a:ln w="37052">
              <a:solidFill>
                <a:srgbClr val="FFB700"/>
              </a:solidFill>
            </a:ln>
          </p:spPr>
        </p:sp>
        <p:sp>
          <p:nvSpPr>
            <p:cNvPr id="96" name="Freeform 96"/>
            <p:cNvSpPr/>
            <p:nvPr/>
          </p:nvSpPr>
          <p:spPr>
            <a:xfrm>
              <a:off x="7957185" y="1914525"/>
              <a:ext cx="9525" cy="362902"/>
            </a:xfrm>
            <a:custGeom>
              <a:avLst/>
              <a:gdLst/>
              <a:ahLst/>
              <a:cxnLst/>
              <a:rect l="l" t="t" r="r" b="b"/>
              <a:pathLst>
                <a:path w="9525" h="362902">
                  <a:moveTo>
                    <a:pt x="0" y="0"/>
                  </a:moveTo>
                  <a:lnTo>
                    <a:pt x="0" y="362902"/>
                  </a:lnTo>
                </a:path>
              </a:pathLst>
            </a:custGeom>
            <a:noFill/>
            <a:ln w="37052">
              <a:solidFill>
                <a:srgbClr val="FFA900"/>
              </a:solidFill>
            </a:ln>
          </p:spPr>
        </p:sp>
        <p:sp>
          <p:nvSpPr>
            <p:cNvPr id="97" name="Freeform 97"/>
            <p:cNvSpPr/>
            <p:nvPr/>
          </p:nvSpPr>
          <p:spPr>
            <a:xfrm>
              <a:off x="7966710" y="1914525"/>
              <a:ext cx="9525" cy="362902"/>
            </a:xfrm>
            <a:custGeom>
              <a:avLst/>
              <a:gdLst/>
              <a:ahLst/>
              <a:cxnLst/>
              <a:rect l="l" t="t" r="r" b="b"/>
              <a:pathLst>
                <a:path w="9525" h="362902">
                  <a:moveTo>
                    <a:pt x="0" y="0"/>
                  </a:moveTo>
                  <a:lnTo>
                    <a:pt x="0" y="362902"/>
                  </a:lnTo>
                </a:path>
              </a:pathLst>
            </a:custGeom>
            <a:noFill/>
            <a:ln w="37052">
              <a:solidFill>
                <a:srgbClr val="FF9B00"/>
              </a:solidFill>
            </a:ln>
          </p:spPr>
        </p:sp>
        <p:sp>
          <p:nvSpPr>
            <p:cNvPr id="98" name="Freeform 98"/>
            <p:cNvSpPr/>
            <p:nvPr/>
          </p:nvSpPr>
          <p:spPr>
            <a:xfrm>
              <a:off x="7975282" y="1914525"/>
              <a:ext cx="9525" cy="362902"/>
            </a:xfrm>
            <a:custGeom>
              <a:avLst/>
              <a:gdLst/>
              <a:ahLst/>
              <a:cxnLst/>
              <a:rect l="l" t="t" r="r" b="b"/>
              <a:pathLst>
                <a:path w="9525" h="362902">
                  <a:moveTo>
                    <a:pt x="0" y="0"/>
                  </a:moveTo>
                  <a:lnTo>
                    <a:pt x="0" y="362902"/>
                  </a:lnTo>
                </a:path>
              </a:pathLst>
            </a:custGeom>
            <a:noFill/>
            <a:ln w="37052">
              <a:solidFill>
                <a:srgbClr val="FF8D00"/>
              </a:solidFill>
            </a:ln>
          </p:spPr>
        </p:sp>
        <p:sp>
          <p:nvSpPr>
            <p:cNvPr id="99" name="Freeform 99"/>
            <p:cNvSpPr/>
            <p:nvPr/>
          </p:nvSpPr>
          <p:spPr>
            <a:xfrm>
              <a:off x="7984808" y="1914525"/>
              <a:ext cx="9525" cy="362902"/>
            </a:xfrm>
            <a:custGeom>
              <a:avLst/>
              <a:gdLst/>
              <a:ahLst/>
              <a:cxnLst/>
              <a:rect l="l" t="t" r="r" b="b"/>
              <a:pathLst>
                <a:path w="9525" h="362902">
                  <a:moveTo>
                    <a:pt x="0" y="0"/>
                  </a:moveTo>
                  <a:lnTo>
                    <a:pt x="0" y="362902"/>
                  </a:lnTo>
                </a:path>
              </a:pathLst>
            </a:custGeom>
            <a:noFill/>
            <a:ln w="37052">
              <a:solidFill>
                <a:srgbClr val="FF7E00"/>
              </a:solidFill>
            </a:ln>
          </p:spPr>
        </p:sp>
        <p:sp>
          <p:nvSpPr>
            <p:cNvPr id="100" name="Freeform 100"/>
            <p:cNvSpPr/>
            <p:nvPr/>
          </p:nvSpPr>
          <p:spPr>
            <a:xfrm>
              <a:off x="7994332" y="1914525"/>
              <a:ext cx="9525" cy="362902"/>
            </a:xfrm>
            <a:custGeom>
              <a:avLst/>
              <a:gdLst/>
              <a:ahLst/>
              <a:cxnLst/>
              <a:rect l="l" t="t" r="r" b="b"/>
              <a:pathLst>
                <a:path w="9525" h="362902">
                  <a:moveTo>
                    <a:pt x="0" y="0"/>
                  </a:moveTo>
                  <a:lnTo>
                    <a:pt x="0" y="362902"/>
                  </a:lnTo>
                </a:path>
              </a:pathLst>
            </a:custGeom>
            <a:noFill/>
            <a:ln w="37052">
              <a:solidFill>
                <a:srgbClr val="FF6F00"/>
              </a:solidFill>
            </a:ln>
          </p:spPr>
        </p:sp>
        <p:sp>
          <p:nvSpPr>
            <p:cNvPr id="101" name="Freeform 101"/>
            <p:cNvSpPr/>
            <p:nvPr/>
          </p:nvSpPr>
          <p:spPr>
            <a:xfrm>
              <a:off x="8002905" y="1914525"/>
              <a:ext cx="9525" cy="362902"/>
            </a:xfrm>
            <a:custGeom>
              <a:avLst/>
              <a:gdLst/>
              <a:ahLst/>
              <a:cxnLst/>
              <a:rect l="l" t="t" r="r" b="b"/>
              <a:pathLst>
                <a:path w="9525" h="362902">
                  <a:moveTo>
                    <a:pt x="0" y="0"/>
                  </a:moveTo>
                  <a:lnTo>
                    <a:pt x="0" y="362902"/>
                  </a:lnTo>
                </a:path>
              </a:pathLst>
            </a:custGeom>
            <a:noFill/>
            <a:ln w="37052">
              <a:solidFill>
                <a:srgbClr val="FF5F00"/>
              </a:solidFill>
            </a:ln>
          </p:spPr>
        </p:sp>
        <p:sp>
          <p:nvSpPr>
            <p:cNvPr id="102" name="Freeform 102"/>
            <p:cNvSpPr/>
            <p:nvPr/>
          </p:nvSpPr>
          <p:spPr>
            <a:xfrm>
              <a:off x="8012430" y="1914525"/>
              <a:ext cx="9525" cy="362902"/>
            </a:xfrm>
            <a:custGeom>
              <a:avLst/>
              <a:gdLst/>
              <a:ahLst/>
              <a:cxnLst/>
              <a:rect l="l" t="t" r="r" b="b"/>
              <a:pathLst>
                <a:path w="9525" h="362902">
                  <a:moveTo>
                    <a:pt x="0" y="0"/>
                  </a:moveTo>
                  <a:lnTo>
                    <a:pt x="0" y="362902"/>
                  </a:lnTo>
                </a:path>
              </a:pathLst>
            </a:custGeom>
            <a:noFill/>
            <a:ln w="37052">
              <a:solidFill>
                <a:srgbClr val="FF4F00"/>
              </a:solidFill>
            </a:ln>
          </p:spPr>
        </p:sp>
        <p:sp>
          <p:nvSpPr>
            <p:cNvPr id="103" name="Freeform 103"/>
            <p:cNvSpPr/>
            <p:nvPr/>
          </p:nvSpPr>
          <p:spPr>
            <a:xfrm>
              <a:off x="8021955" y="1914525"/>
              <a:ext cx="9525" cy="362902"/>
            </a:xfrm>
            <a:custGeom>
              <a:avLst/>
              <a:gdLst/>
              <a:ahLst/>
              <a:cxnLst/>
              <a:rect l="l" t="t" r="r" b="b"/>
              <a:pathLst>
                <a:path w="9525" h="362902">
                  <a:moveTo>
                    <a:pt x="0" y="0"/>
                  </a:moveTo>
                  <a:lnTo>
                    <a:pt x="0" y="362902"/>
                  </a:lnTo>
                </a:path>
              </a:pathLst>
            </a:custGeom>
            <a:noFill/>
            <a:ln w="37052">
              <a:solidFill>
                <a:srgbClr val="FF3E00"/>
              </a:solidFill>
            </a:ln>
          </p:spPr>
        </p:sp>
        <p:sp>
          <p:nvSpPr>
            <p:cNvPr id="104" name="Freeform 104"/>
            <p:cNvSpPr/>
            <p:nvPr/>
          </p:nvSpPr>
          <p:spPr>
            <a:xfrm>
              <a:off x="8031480" y="1914525"/>
              <a:ext cx="9525" cy="362902"/>
            </a:xfrm>
            <a:custGeom>
              <a:avLst/>
              <a:gdLst/>
              <a:ahLst/>
              <a:cxnLst/>
              <a:rect l="l" t="t" r="r" b="b"/>
              <a:pathLst>
                <a:path w="9525" h="362902">
                  <a:moveTo>
                    <a:pt x="0" y="0"/>
                  </a:moveTo>
                  <a:lnTo>
                    <a:pt x="0" y="362902"/>
                  </a:lnTo>
                </a:path>
              </a:pathLst>
            </a:custGeom>
            <a:noFill/>
            <a:ln w="37052">
              <a:solidFill>
                <a:srgbClr val="FF2B00"/>
              </a:solidFill>
            </a:ln>
          </p:spPr>
        </p:sp>
        <p:sp>
          <p:nvSpPr>
            <p:cNvPr id="105" name="Freeform 105"/>
            <p:cNvSpPr/>
            <p:nvPr/>
          </p:nvSpPr>
          <p:spPr>
            <a:xfrm>
              <a:off x="8041005" y="1914525"/>
              <a:ext cx="9525" cy="362902"/>
            </a:xfrm>
            <a:custGeom>
              <a:avLst/>
              <a:gdLst/>
              <a:ahLst/>
              <a:cxnLst/>
              <a:rect l="l" t="t" r="r" b="b"/>
              <a:pathLst>
                <a:path w="9525" h="362902">
                  <a:moveTo>
                    <a:pt x="0" y="0"/>
                  </a:moveTo>
                  <a:lnTo>
                    <a:pt x="0" y="362902"/>
                  </a:lnTo>
                </a:path>
              </a:pathLst>
            </a:custGeom>
            <a:noFill/>
            <a:ln w="37052">
              <a:solidFill>
                <a:srgbClr val="FF1600"/>
              </a:solidFill>
            </a:ln>
          </p:spPr>
        </p:sp>
        <p:sp>
          <p:nvSpPr>
            <p:cNvPr id="106" name="Freeform 106"/>
            <p:cNvSpPr/>
            <p:nvPr/>
          </p:nvSpPr>
          <p:spPr>
            <a:xfrm>
              <a:off x="8050530" y="1914525"/>
              <a:ext cx="9525" cy="362902"/>
            </a:xfrm>
            <a:custGeom>
              <a:avLst/>
              <a:gdLst/>
              <a:ahLst/>
              <a:cxnLst/>
              <a:rect l="l" t="t" r="r" b="b"/>
              <a:pathLst>
                <a:path w="9525" h="362902">
                  <a:moveTo>
                    <a:pt x="0" y="0"/>
                  </a:moveTo>
                  <a:lnTo>
                    <a:pt x="0" y="362902"/>
                  </a:lnTo>
                </a:path>
              </a:pathLst>
            </a:custGeom>
            <a:noFill/>
            <a:ln w="37052">
              <a:solidFill>
                <a:srgbClr val="FF0000"/>
              </a:solidFill>
            </a:ln>
          </p:spPr>
        </p:sp>
        <p:sp>
          <p:nvSpPr>
            <p:cNvPr id="107" name="Freeform 107"/>
            <p:cNvSpPr/>
            <p:nvPr/>
          </p:nvSpPr>
          <p:spPr>
            <a:xfrm>
              <a:off x="8059102" y="1914525"/>
              <a:ext cx="9525" cy="362902"/>
            </a:xfrm>
            <a:custGeom>
              <a:avLst/>
              <a:gdLst/>
              <a:ahLst/>
              <a:cxnLst/>
              <a:rect l="l" t="t" r="r" b="b"/>
              <a:pathLst>
                <a:path w="9525" h="362902">
                  <a:moveTo>
                    <a:pt x="0" y="0"/>
                  </a:moveTo>
                  <a:lnTo>
                    <a:pt x="0" y="362902"/>
                  </a:lnTo>
                </a:path>
              </a:pathLst>
            </a:custGeom>
            <a:noFill/>
            <a:ln w="37052">
              <a:solidFill>
                <a:srgbClr val="FF0000"/>
              </a:solidFill>
            </a:ln>
          </p:spPr>
        </p:sp>
        <p:sp>
          <p:nvSpPr>
            <p:cNvPr id="108" name="Freeform 108"/>
            <p:cNvSpPr/>
            <p:nvPr/>
          </p:nvSpPr>
          <p:spPr>
            <a:xfrm>
              <a:off x="8068628" y="1914525"/>
              <a:ext cx="9525" cy="362902"/>
            </a:xfrm>
            <a:custGeom>
              <a:avLst/>
              <a:gdLst/>
              <a:ahLst/>
              <a:cxnLst/>
              <a:rect l="l" t="t" r="r" b="b"/>
              <a:pathLst>
                <a:path w="9525" h="362902">
                  <a:moveTo>
                    <a:pt x="0" y="0"/>
                  </a:moveTo>
                  <a:lnTo>
                    <a:pt x="0" y="362902"/>
                  </a:lnTo>
                </a:path>
              </a:pathLst>
            </a:custGeom>
            <a:noFill/>
            <a:ln w="37052">
              <a:solidFill>
                <a:srgbClr val="FF0000"/>
              </a:solidFill>
            </a:ln>
          </p:spPr>
        </p:sp>
        <p:sp>
          <p:nvSpPr>
            <p:cNvPr id="109" name="Freeform 109"/>
            <p:cNvSpPr/>
            <p:nvPr/>
          </p:nvSpPr>
          <p:spPr>
            <a:xfrm>
              <a:off x="8078152" y="1914525"/>
              <a:ext cx="9525" cy="362902"/>
            </a:xfrm>
            <a:custGeom>
              <a:avLst/>
              <a:gdLst/>
              <a:ahLst/>
              <a:cxnLst/>
              <a:rect l="l" t="t" r="r" b="b"/>
              <a:pathLst>
                <a:path w="9525" h="362902">
                  <a:moveTo>
                    <a:pt x="0" y="0"/>
                  </a:moveTo>
                  <a:lnTo>
                    <a:pt x="0" y="362902"/>
                  </a:lnTo>
                </a:path>
              </a:pathLst>
            </a:custGeom>
            <a:noFill/>
            <a:ln w="37052">
              <a:solidFill>
                <a:srgbClr val="FF0000"/>
              </a:solidFill>
            </a:ln>
          </p:spPr>
        </p:sp>
        <p:sp>
          <p:nvSpPr>
            <p:cNvPr id="110" name="Freeform 110"/>
            <p:cNvSpPr/>
            <p:nvPr/>
          </p:nvSpPr>
          <p:spPr>
            <a:xfrm>
              <a:off x="8087678" y="1914525"/>
              <a:ext cx="9525" cy="362902"/>
            </a:xfrm>
            <a:custGeom>
              <a:avLst/>
              <a:gdLst/>
              <a:ahLst/>
              <a:cxnLst/>
              <a:rect l="l" t="t" r="r" b="b"/>
              <a:pathLst>
                <a:path w="9525" h="362902">
                  <a:moveTo>
                    <a:pt x="0" y="0"/>
                  </a:moveTo>
                  <a:lnTo>
                    <a:pt x="0" y="362902"/>
                  </a:lnTo>
                </a:path>
              </a:pathLst>
            </a:custGeom>
            <a:noFill/>
            <a:ln w="37052">
              <a:solidFill>
                <a:srgbClr val="FF0000"/>
              </a:solidFill>
            </a:ln>
          </p:spPr>
        </p:sp>
        <p:sp>
          <p:nvSpPr>
            <p:cNvPr id="111" name="Freeform 111"/>
            <p:cNvSpPr/>
            <p:nvPr/>
          </p:nvSpPr>
          <p:spPr>
            <a:xfrm>
              <a:off x="8097202" y="1914525"/>
              <a:ext cx="9525" cy="362902"/>
            </a:xfrm>
            <a:custGeom>
              <a:avLst/>
              <a:gdLst/>
              <a:ahLst/>
              <a:cxnLst/>
              <a:rect l="l" t="t" r="r" b="b"/>
              <a:pathLst>
                <a:path w="9525" h="362902">
                  <a:moveTo>
                    <a:pt x="0" y="0"/>
                  </a:moveTo>
                  <a:lnTo>
                    <a:pt x="0" y="362902"/>
                  </a:lnTo>
                </a:path>
              </a:pathLst>
            </a:custGeom>
            <a:noFill/>
            <a:ln w="37052">
              <a:solidFill>
                <a:srgbClr val="FF0000"/>
              </a:solidFill>
            </a:ln>
          </p:spPr>
        </p:sp>
        <p:sp>
          <p:nvSpPr>
            <p:cNvPr id="112" name="Freeform 112"/>
            <p:cNvSpPr/>
            <p:nvPr/>
          </p:nvSpPr>
          <p:spPr>
            <a:xfrm>
              <a:off x="8105775" y="1914525"/>
              <a:ext cx="9525" cy="362902"/>
            </a:xfrm>
            <a:custGeom>
              <a:avLst/>
              <a:gdLst/>
              <a:ahLst/>
              <a:cxnLst/>
              <a:rect l="l" t="t" r="r" b="b"/>
              <a:pathLst>
                <a:path w="9525" h="362902">
                  <a:moveTo>
                    <a:pt x="0" y="0"/>
                  </a:moveTo>
                  <a:lnTo>
                    <a:pt x="0" y="362902"/>
                  </a:lnTo>
                </a:path>
              </a:pathLst>
            </a:custGeom>
            <a:noFill/>
            <a:ln w="37052">
              <a:solidFill>
                <a:srgbClr val="FF0000"/>
              </a:solidFill>
            </a:ln>
          </p:spPr>
        </p:sp>
        <p:sp>
          <p:nvSpPr>
            <p:cNvPr id="113" name="Freeform 113"/>
            <p:cNvSpPr/>
            <p:nvPr/>
          </p:nvSpPr>
          <p:spPr>
            <a:xfrm>
              <a:off x="8115300" y="1914525"/>
              <a:ext cx="9525" cy="362902"/>
            </a:xfrm>
            <a:custGeom>
              <a:avLst/>
              <a:gdLst/>
              <a:ahLst/>
              <a:cxnLst/>
              <a:rect l="l" t="t" r="r" b="b"/>
              <a:pathLst>
                <a:path w="9525" h="362902">
                  <a:moveTo>
                    <a:pt x="0" y="0"/>
                  </a:moveTo>
                  <a:lnTo>
                    <a:pt x="0" y="362902"/>
                  </a:lnTo>
                </a:path>
              </a:pathLst>
            </a:custGeom>
            <a:noFill/>
            <a:ln w="37052">
              <a:solidFill>
                <a:srgbClr val="FF0000"/>
              </a:solidFill>
            </a:ln>
          </p:spPr>
        </p:sp>
        <p:sp>
          <p:nvSpPr>
            <p:cNvPr id="114" name="Freeform 114"/>
            <p:cNvSpPr/>
            <p:nvPr/>
          </p:nvSpPr>
          <p:spPr>
            <a:xfrm>
              <a:off x="8124825" y="1914525"/>
              <a:ext cx="9525" cy="362902"/>
            </a:xfrm>
            <a:custGeom>
              <a:avLst/>
              <a:gdLst/>
              <a:ahLst/>
              <a:cxnLst/>
              <a:rect l="l" t="t" r="r" b="b"/>
              <a:pathLst>
                <a:path w="9525" h="362902">
                  <a:moveTo>
                    <a:pt x="0" y="0"/>
                  </a:moveTo>
                  <a:lnTo>
                    <a:pt x="0" y="362902"/>
                  </a:lnTo>
                </a:path>
              </a:pathLst>
            </a:custGeom>
            <a:noFill/>
            <a:ln w="37052">
              <a:solidFill>
                <a:srgbClr val="FF0000"/>
              </a:solidFill>
            </a:ln>
          </p:spPr>
        </p:sp>
        <p:sp>
          <p:nvSpPr>
            <p:cNvPr id="115" name="Freeform 115"/>
            <p:cNvSpPr/>
            <p:nvPr/>
          </p:nvSpPr>
          <p:spPr>
            <a:xfrm>
              <a:off x="8133398" y="1914525"/>
              <a:ext cx="9525" cy="362902"/>
            </a:xfrm>
            <a:custGeom>
              <a:avLst/>
              <a:gdLst/>
              <a:ahLst/>
              <a:cxnLst/>
              <a:rect l="l" t="t" r="r" b="b"/>
              <a:pathLst>
                <a:path w="9525" h="362902">
                  <a:moveTo>
                    <a:pt x="0" y="0"/>
                  </a:moveTo>
                  <a:lnTo>
                    <a:pt x="0" y="362902"/>
                  </a:lnTo>
                </a:path>
              </a:pathLst>
            </a:custGeom>
            <a:noFill/>
            <a:ln w="37052">
              <a:solidFill>
                <a:srgbClr val="FF0000"/>
              </a:solidFill>
            </a:ln>
          </p:spPr>
        </p:sp>
        <p:sp>
          <p:nvSpPr>
            <p:cNvPr id="116" name="Freeform 116"/>
            <p:cNvSpPr/>
            <p:nvPr/>
          </p:nvSpPr>
          <p:spPr>
            <a:xfrm>
              <a:off x="8142922" y="1914525"/>
              <a:ext cx="9525" cy="362902"/>
            </a:xfrm>
            <a:custGeom>
              <a:avLst/>
              <a:gdLst/>
              <a:ahLst/>
              <a:cxnLst/>
              <a:rect l="l" t="t" r="r" b="b"/>
              <a:pathLst>
                <a:path w="9525" h="362902">
                  <a:moveTo>
                    <a:pt x="0" y="0"/>
                  </a:moveTo>
                  <a:lnTo>
                    <a:pt x="0" y="362902"/>
                  </a:lnTo>
                </a:path>
              </a:pathLst>
            </a:custGeom>
            <a:noFill/>
            <a:ln w="37052">
              <a:solidFill>
                <a:srgbClr val="FF0000"/>
              </a:solidFill>
            </a:ln>
          </p:spPr>
        </p:sp>
        <p:sp>
          <p:nvSpPr>
            <p:cNvPr id="117" name="Freeform 117"/>
            <p:cNvSpPr/>
            <p:nvPr/>
          </p:nvSpPr>
          <p:spPr>
            <a:xfrm>
              <a:off x="8152448" y="1914525"/>
              <a:ext cx="9525" cy="362902"/>
            </a:xfrm>
            <a:custGeom>
              <a:avLst/>
              <a:gdLst/>
              <a:ahLst/>
              <a:cxnLst/>
              <a:rect l="l" t="t" r="r" b="b"/>
              <a:pathLst>
                <a:path w="9525" h="362902">
                  <a:moveTo>
                    <a:pt x="0" y="0"/>
                  </a:moveTo>
                  <a:lnTo>
                    <a:pt x="0" y="362902"/>
                  </a:lnTo>
                </a:path>
              </a:pathLst>
            </a:custGeom>
            <a:noFill/>
            <a:ln w="37052">
              <a:solidFill>
                <a:srgbClr val="FF0000"/>
              </a:solidFill>
            </a:ln>
          </p:spPr>
        </p:sp>
        <p:sp>
          <p:nvSpPr>
            <p:cNvPr id="118" name="Freeform 118"/>
            <p:cNvSpPr/>
            <p:nvPr/>
          </p:nvSpPr>
          <p:spPr>
            <a:xfrm>
              <a:off x="8161972" y="1914525"/>
              <a:ext cx="9525" cy="362902"/>
            </a:xfrm>
            <a:custGeom>
              <a:avLst/>
              <a:gdLst/>
              <a:ahLst/>
              <a:cxnLst/>
              <a:rect l="l" t="t" r="r" b="b"/>
              <a:pathLst>
                <a:path w="9525" h="362902">
                  <a:moveTo>
                    <a:pt x="0" y="0"/>
                  </a:moveTo>
                  <a:lnTo>
                    <a:pt x="0" y="362902"/>
                  </a:lnTo>
                </a:path>
              </a:pathLst>
            </a:custGeom>
            <a:noFill/>
            <a:ln w="37052">
              <a:solidFill>
                <a:srgbClr val="FF0000"/>
              </a:solidFill>
            </a:ln>
          </p:spPr>
        </p:sp>
        <p:sp>
          <p:nvSpPr>
            <p:cNvPr id="119" name="Freeform 119"/>
            <p:cNvSpPr/>
            <p:nvPr/>
          </p:nvSpPr>
          <p:spPr>
            <a:xfrm>
              <a:off x="8171498" y="1914525"/>
              <a:ext cx="9525" cy="362902"/>
            </a:xfrm>
            <a:custGeom>
              <a:avLst/>
              <a:gdLst/>
              <a:ahLst/>
              <a:cxnLst/>
              <a:rect l="l" t="t" r="r" b="b"/>
              <a:pathLst>
                <a:path w="9525" h="362902">
                  <a:moveTo>
                    <a:pt x="0" y="0"/>
                  </a:moveTo>
                  <a:lnTo>
                    <a:pt x="0" y="362902"/>
                  </a:lnTo>
                </a:path>
              </a:pathLst>
            </a:custGeom>
            <a:noFill/>
            <a:ln w="37052">
              <a:solidFill>
                <a:srgbClr val="FF0000"/>
              </a:solidFill>
            </a:ln>
          </p:spPr>
        </p:sp>
        <p:sp>
          <p:nvSpPr>
            <p:cNvPr id="120" name="Freeform 120"/>
            <p:cNvSpPr/>
            <p:nvPr/>
          </p:nvSpPr>
          <p:spPr>
            <a:xfrm>
              <a:off x="8180070" y="1914525"/>
              <a:ext cx="9525" cy="362902"/>
            </a:xfrm>
            <a:custGeom>
              <a:avLst/>
              <a:gdLst/>
              <a:ahLst/>
              <a:cxnLst/>
              <a:rect l="l" t="t" r="r" b="b"/>
              <a:pathLst>
                <a:path w="9525" h="362902">
                  <a:moveTo>
                    <a:pt x="0" y="0"/>
                  </a:moveTo>
                  <a:lnTo>
                    <a:pt x="0" y="362902"/>
                  </a:lnTo>
                </a:path>
              </a:pathLst>
            </a:custGeom>
            <a:noFill/>
            <a:ln w="37052">
              <a:solidFill>
                <a:srgbClr val="FB0000"/>
              </a:solidFill>
            </a:ln>
          </p:spPr>
        </p:sp>
        <p:sp>
          <p:nvSpPr>
            <p:cNvPr id="121" name="Freeform 121"/>
            <p:cNvSpPr/>
            <p:nvPr/>
          </p:nvSpPr>
          <p:spPr>
            <a:xfrm>
              <a:off x="8189595" y="1914525"/>
              <a:ext cx="9525" cy="362902"/>
            </a:xfrm>
            <a:custGeom>
              <a:avLst/>
              <a:gdLst/>
              <a:ahLst/>
              <a:cxnLst/>
              <a:rect l="l" t="t" r="r" b="b"/>
              <a:pathLst>
                <a:path w="9525" h="362902">
                  <a:moveTo>
                    <a:pt x="0" y="0"/>
                  </a:moveTo>
                  <a:lnTo>
                    <a:pt x="0" y="362902"/>
                  </a:lnTo>
                </a:path>
              </a:pathLst>
            </a:custGeom>
            <a:noFill/>
            <a:ln w="37052">
              <a:solidFill>
                <a:srgbClr val="F40000"/>
              </a:solidFill>
            </a:ln>
          </p:spPr>
        </p:sp>
        <p:sp>
          <p:nvSpPr>
            <p:cNvPr id="122" name="Freeform 122"/>
            <p:cNvSpPr/>
            <p:nvPr/>
          </p:nvSpPr>
          <p:spPr>
            <a:xfrm>
              <a:off x="8199120" y="1914525"/>
              <a:ext cx="9525" cy="362902"/>
            </a:xfrm>
            <a:custGeom>
              <a:avLst/>
              <a:gdLst/>
              <a:ahLst/>
              <a:cxnLst/>
              <a:rect l="l" t="t" r="r" b="b"/>
              <a:pathLst>
                <a:path w="9525" h="362902">
                  <a:moveTo>
                    <a:pt x="0" y="0"/>
                  </a:moveTo>
                  <a:lnTo>
                    <a:pt x="0" y="362902"/>
                  </a:lnTo>
                </a:path>
              </a:pathLst>
            </a:custGeom>
            <a:noFill/>
            <a:ln w="37052">
              <a:solidFill>
                <a:srgbClr val="ED0000"/>
              </a:solidFill>
            </a:ln>
          </p:spPr>
        </p:sp>
        <p:sp>
          <p:nvSpPr>
            <p:cNvPr id="123" name="Freeform 123"/>
            <p:cNvSpPr/>
            <p:nvPr/>
          </p:nvSpPr>
          <p:spPr>
            <a:xfrm>
              <a:off x="8207692" y="1914525"/>
              <a:ext cx="9525" cy="362902"/>
            </a:xfrm>
            <a:custGeom>
              <a:avLst/>
              <a:gdLst/>
              <a:ahLst/>
              <a:cxnLst/>
              <a:rect l="l" t="t" r="r" b="b"/>
              <a:pathLst>
                <a:path w="9525" h="362902">
                  <a:moveTo>
                    <a:pt x="0" y="0"/>
                  </a:moveTo>
                  <a:lnTo>
                    <a:pt x="0" y="362902"/>
                  </a:lnTo>
                </a:path>
              </a:pathLst>
            </a:custGeom>
            <a:noFill/>
            <a:ln w="37052">
              <a:solidFill>
                <a:srgbClr val="E60000"/>
              </a:solidFill>
            </a:ln>
          </p:spPr>
        </p:sp>
        <p:sp>
          <p:nvSpPr>
            <p:cNvPr id="124" name="Freeform 124"/>
            <p:cNvSpPr/>
            <p:nvPr/>
          </p:nvSpPr>
          <p:spPr>
            <a:xfrm>
              <a:off x="8217218" y="1914525"/>
              <a:ext cx="9525" cy="362902"/>
            </a:xfrm>
            <a:custGeom>
              <a:avLst/>
              <a:gdLst/>
              <a:ahLst/>
              <a:cxnLst/>
              <a:rect l="l" t="t" r="r" b="b"/>
              <a:pathLst>
                <a:path w="9525" h="362902">
                  <a:moveTo>
                    <a:pt x="0" y="0"/>
                  </a:moveTo>
                  <a:lnTo>
                    <a:pt x="0" y="362902"/>
                  </a:lnTo>
                </a:path>
              </a:pathLst>
            </a:custGeom>
            <a:noFill/>
            <a:ln w="37052">
              <a:solidFill>
                <a:srgbClr val="DE0000"/>
              </a:solidFill>
            </a:ln>
          </p:spPr>
        </p:sp>
        <p:sp>
          <p:nvSpPr>
            <p:cNvPr id="125" name="Freeform 125"/>
            <p:cNvSpPr/>
            <p:nvPr/>
          </p:nvSpPr>
          <p:spPr>
            <a:xfrm>
              <a:off x="8226742" y="1914525"/>
              <a:ext cx="9525" cy="362902"/>
            </a:xfrm>
            <a:custGeom>
              <a:avLst/>
              <a:gdLst/>
              <a:ahLst/>
              <a:cxnLst/>
              <a:rect l="l" t="t" r="r" b="b"/>
              <a:pathLst>
                <a:path w="9525" h="362902">
                  <a:moveTo>
                    <a:pt x="0" y="0"/>
                  </a:moveTo>
                  <a:lnTo>
                    <a:pt x="0" y="362902"/>
                  </a:lnTo>
                </a:path>
              </a:pathLst>
            </a:custGeom>
            <a:noFill/>
            <a:ln w="37052">
              <a:solidFill>
                <a:srgbClr val="D70000"/>
              </a:solidFill>
            </a:ln>
          </p:spPr>
        </p:sp>
        <p:sp>
          <p:nvSpPr>
            <p:cNvPr id="126" name="Freeform 126"/>
            <p:cNvSpPr/>
            <p:nvPr/>
          </p:nvSpPr>
          <p:spPr>
            <a:xfrm>
              <a:off x="8236268" y="1914525"/>
              <a:ext cx="9525" cy="362902"/>
            </a:xfrm>
            <a:custGeom>
              <a:avLst/>
              <a:gdLst/>
              <a:ahLst/>
              <a:cxnLst/>
              <a:rect l="l" t="t" r="r" b="b"/>
              <a:pathLst>
                <a:path w="9525" h="362902">
                  <a:moveTo>
                    <a:pt x="0" y="0"/>
                  </a:moveTo>
                  <a:lnTo>
                    <a:pt x="0" y="362902"/>
                  </a:lnTo>
                </a:path>
              </a:pathLst>
            </a:custGeom>
            <a:noFill/>
            <a:ln w="37052">
              <a:solidFill>
                <a:srgbClr val="CF0000"/>
              </a:solidFill>
            </a:ln>
          </p:spPr>
        </p:sp>
        <p:sp>
          <p:nvSpPr>
            <p:cNvPr id="127" name="Freeform 127"/>
            <p:cNvSpPr/>
            <p:nvPr/>
          </p:nvSpPr>
          <p:spPr>
            <a:xfrm>
              <a:off x="8245792" y="1914525"/>
              <a:ext cx="9525" cy="362902"/>
            </a:xfrm>
            <a:custGeom>
              <a:avLst/>
              <a:gdLst/>
              <a:ahLst/>
              <a:cxnLst/>
              <a:rect l="l" t="t" r="r" b="b"/>
              <a:pathLst>
                <a:path w="9525" h="362902">
                  <a:moveTo>
                    <a:pt x="0" y="0"/>
                  </a:moveTo>
                  <a:lnTo>
                    <a:pt x="0" y="362902"/>
                  </a:lnTo>
                </a:path>
              </a:pathLst>
            </a:custGeom>
            <a:noFill/>
            <a:ln w="37052">
              <a:solidFill>
                <a:srgbClr val="C80000"/>
              </a:solidFill>
            </a:ln>
          </p:spPr>
        </p:sp>
        <p:sp>
          <p:nvSpPr>
            <p:cNvPr id="128" name="Freeform 128"/>
            <p:cNvSpPr/>
            <p:nvPr/>
          </p:nvSpPr>
          <p:spPr>
            <a:xfrm>
              <a:off x="8255318" y="1914525"/>
              <a:ext cx="9525" cy="362902"/>
            </a:xfrm>
            <a:custGeom>
              <a:avLst/>
              <a:gdLst/>
              <a:ahLst/>
              <a:cxnLst/>
              <a:rect l="l" t="t" r="r" b="b"/>
              <a:pathLst>
                <a:path w="9525" h="362902">
                  <a:moveTo>
                    <a:pt x="0" y="0"/>
                  </a:moveTo>
                  <a:lnTo>
                    <a:pt x="0" y="362902"/>
                  </a:lnTo>
                </a:path>
              </a:pathLst>
            </a:custGeom>
            <a:noFill/>
            <a:ln w="37052">
              <a:solidFill>
                <a:srgbClr val="C00000"/>
              </a:solidFill>
            </a:ln>
          </p:spPr>
        </p:sp>
        <p:sp>
          <p:nvSpPr>
            <p:cNvPr id="129" name="Freeform 129"/>
            <p:cNvSpPr/>
            <p:nvPr/>
          </p:nvSpPr>
          <p:spPr>
            <a:xfrm>
              <a:off x="8263890" y="1914525"/>
              <a:ext cx="9525" cy="362902"/>
            </a:xfrm>
            <a:custGeom>
              <a:avLst/>
              <a:gdLst/>
              <a:ahLst/>
              <a:cxnLst/>
              <a:rect l="l" t="t" r="r" b="b"/>
              <a:pathLst>
                <a:path w="9525" h="362902">
                  <a:moveTo>
                    <a:pt x="0" y="0"/>
                  </a:moveTo>
                  <a:lnTo>
                    <a:pt x="0" y="362902"/>
                  </a:lnTo>
                </a:path>
              </a:pathLst>
            </a:custGeom>
            <a:noFill/>
            <a:ln w="37052">
              <a:solidFill>
                <a:srgbClr val="B90000"/>
              </a:solidFill>
            </a:ln>
          </p:spPr>
        </p:sp>
        <p:sp>
          <p:nvSpPr>
            <p:cNvPr id="130" name="Freeform 130"/>
            <p:cNvSpPr/>
            <p:nvPr/>
          </p:nvSpPr>
          <p:spPr>
            <a:xfrm>
              <a:off x="8273415" y="1914525"/>
              <a:ext cx="9525" cy="362902"/>
            </a:xfrm>
            <a:custGeom>
              <a:avLst/>
              <a:gdLst/>
              <a:ahLst/>
              <a:cxnLst/>
              <a:rect l="l" t="t" r="r" b="b"/>
              <a:pathLst>
                <a:path w="9525" h="362902">
                  <a:moveTo>
                    <a:pt x="0" y="0"/>
                  </a:moveTo>
                  <a:lnTo>
                    <a:pt x="0" y="362902"/>
                  </a:lnTo>
                </a:path>
              </a:pathLst>
            </a:custGeom>
            <a:noFill/>
            <a:ln w="37052">
              <a:solidFill>
                <a:srgbClr val="B10000"/>
              </a:solidFill>
            </a:ln>
          </p:spPr>
        </p:sp>
        <p:sp>
          <p:nvSpPr>
            <p:cNvPr id="131" name="Freeform 131"/>
            <p:cNvSpPr/>
            <p:nvPr/>
          </p:nvSpPr>
          <p:spPr>
            <a:xfrm>
              <a:off x="8282940" y="1914525"/>
              <a:ext cx="9525" cy="362902"/>
            </a:xfrm>
            <a:custGeom>
              <a:avLst/>
              <a:gdLst/>
              <a:ahLst/>
              <a:cxnLst/>
              <a:rect l="l" t="t" r="r" b="b"/>
              <a:pathLst>
                <a:path w="9525" h="362902">
                  <a:moveTo>
                    <a:pt x="0" y="0"/>
                  </a:moveTo>
                  <a:lnTo>
                    <a:pt x="0" y="362902"/>
                  </a:lnTo>
                </a:path>
              </a:pathLst>
            </a:custGeom>
            <a:noFill/>
            <a:ln w="37052">
              <a:solidFill>
                <a:srgbClr val="A90000"/>
              </a:solidFill>
            </a:ln>
          </p:spPr>
        </p:sp>
        <p:sp>
          <p:nvSpPr>
            <p:cNvPr id="132" name="Freeform 132"/>
            <p:cNvSpPr/>
            <p:nvPr/>
          </p:nvSpPr>
          <p:spPr>
            <a:xfrm>
              <a:off x="8292465" y="1914525"/>
              <a:ext cx="9525" cy="362902"/>
            </a:xfrm>
            <a:custGeom>
              <a:avLst/>
              <a:gdLst/>
              <a:ahLst/>
              <a:cxnLst/>
              <a:rect l="l" t="t" r="r" b="b"/>
              <a:pathLst>
                <a:path w="9525" h="362902">
                  <a:moveTo>
                    <a:pt x="0" y="0"/>
                  </a:moveTo>
                  <a:lnTo>
                    <a:pt x="0" y="362902"/>
                  </a:lnTo>
                </a:path>
              </a:pathLst>
            </a:custGeom>
            <a:noFill/>
            <a:ln w="37052">
              <a:solidFill>
                <a:srgbClr val="A10000"/>
              </a:solidFill>
            </a:ln>
          </p:spPr>
        </p:sp>
        <p:sp>
          <p:nvSpPr>
            <p:cNvPr id="133" name="Freeform 133"/>
            <p:cNvSpPr/>
            <p:nvPr/>
          </p:nvSpPr>
          <p:spPr>
            <a:xfrm>
              <a:off x="8301990" y="1914525"/>
              <a:ext cx="9525" cy="362902"/>
            </a:xfrm>
            <a:custGeom>
              <a:avLst/>
              <a:gdLst/>
              <a:ahLst/>
              <a:cxnLst/>
              <a:rect l="l" t="t" r="r" b="b"/>
              <a:pathLst>
                <a:path w="9525" h="362902">
                  <a:moveTo>
                    <a:pt x="0" y="0"/>
                  </a:moveTo>
                  <a:lnTo>
                    <a:pt x="0" y="362902"/>
                  </a:lnTo>
                </a:path>
              </a:pathLst>
            </a:custGeom>
            <a:noFill/>
            <a:ln w="37052">
              <a:solidFill>
                <a:srgbClr val="990000"/>
              </a:solidFill>
            </a:ln>
          </p:spPr>
        </p:sp>
        <p:sp>
          <p:nvSpPr>
            <p:cNvPr id="134" name="Freeform 134"/>
            <p:cNvSpPr/>
            <p:nvPr/>
          </p:nvSpPr>
          <p:spPr>
            <a:xfrm>
              <a:off x="8310562" y="1914525"/>
              <a:ext cx="9525" cy="362902"/>
            </a:xfrm>
            <a:custGeom>
              <a:avLst/>
              <a:gdLst/>
              <a:ahLst/>
              <a:cxnLst/>
              <a:rect l="l" t="t" r="r" b="b"/>
              <a:pathLst>
                <a:path w="9525" h="362902">
                  <a:moveTo>
                    <a:pt x="0" y="0"/>
                  </a:moveTo>
                  <a:lnTo>
                    <a:pt x="0" y="362902"/>
                  </a:lnTo>
                </a:path>
              </a:pathLst>
            </a:custGeom>
            <a:noFill/>
            <a:ln w="37052">
              <a:solidFill>
                <a:srgbClr val="910000"/>
              </a:solidFill>
            </a:ln>
          </p:spPr>
        </p:sp>
        <p:sp>
          <p:nvSpPr>
            <p:cNvPr id="135" name="Freeform 135"/>
            <p:cNvSpPr/>
            <p:nvPr/>
          </p:nvSpPr>
          <p:spPr>
            <a:xfrm>
              <a:off x="6740842" y="2660332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381095">
              <a:solidFill>
                <a:srgbClr val="1A1A1A"/>
              </a:solidFill>
            </a:ln>
          </p:spPr>
        </p:sp>
        <p:sp>
          <p:nvSpPr>
            <p:cNvPr id="136" name="Freeform 136"/>
            <p:cNvSpPr/>
            <p:nvPr/>
          </p:nvSpPr>
          <p:spPr>
            <a:xfrm>
              <a:off x="7129462" y="2660332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381095">
              <a:solidFill>
                <a:srgbClr val="1A1A1A"/>
              </a:solidFill>
            </a:ln>
          </p:spPr>
        </p:sp>
        <p:sp>
          <p:nvSpPr>
            <p:cNvPr id="137" name="Freeform 137"/>
            <p:cNvSpPr/>
            <p:nvPr/>
          </p:nvSpPr>
          <p:spPr>
            <a:xfrm>
              <a:off x="7516178" y="2660332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381095">
              <a:solidFill>
                <a:srgbClr val="1A1A1A"/>
              </a:solidFill>
            </a:ln>
          </p:spPr>
        </p:sp>
        <p:sp>
          <p:nvSpPr>
            <p:cNvPr id="138" name="Freeform 138"/>
            <p:cNvSpPr/>
            <p:nvPr/>
          </p:nvSpPr>
          <p:spPr>
            <a:xfrm>
              <a:off x="7904798" y="2660332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381095">
              <a:solidFill>
                <a:srgbClr val="1A1A1A"/>
              </a:solidFill>
            </a:ln>
          </p:spPr>
        </p:sp>
        <p:sp>
          <p:nvSpPr>
            <p:cNvPr id="139" name="Freeform 139"/>
            <p:cNvSpPr/>
            <p:nvPr/>
          </p:nvSpPr>
          <p:spPr>
            <a:xfrm>
              <a:off x="8292465" y="2660332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381095">
              <a:solidFill>
                <a:srgbClr val="1A1A1A"/>
              </a:solidFill>
            </a:ln>
          </p:spPr>
        </p:sp>
        <p:sp>
          <p:nvSpPr>
            <p:cNvPr id="140" name="Freeform 140"/>
            <p:cNvSpPr/>
            <p:nvPr/>
          </p:nvSpPr>
          <p:spPr>
            <a:xfrm>
              <a:off x="8680132" y="2660332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381095">
              <a:solidFill>
                <a:srgbClr val="1A1A1A"/>
              </a:solidFill>
            </a:ln>
          </p:spPr>
        </p:sp>
        <p:sp>
          <p:nvSpPr>
            <p:cNvPr id="141" name="Freeform 141"/>
            <p:cNvSpPr/>
            <p:nvPr/>
          </p:nvSpPr>
          <p:spPr>
            <a:xfrm>
              <a:off x="9067800" y="2660332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381095">
              <a:solidFill>
                <a:srgbClr val="1A1A1A"/>
              </a:solidFill>
            </a:ln>
          </p:spPr>
        </p:sp>
        <p:sp>
          <p:nvSpPr>
            <p:cNvPr id="142" name="Freeform 142"/>
            <p:cNvSpPr/>
            <p:nvPr/>
          </p:nvSpPr>
          <p:spPr>
            <a:xfrm>
              <a:off x="9455468" y="2660332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381095">
              <a:solidFill>
                <a:srgbClr val="1A1A1A"/>
              </a:solidFill>
            </a:ln>
          </p:spPr>
        </p:sp>
        <p:sp>
          <p:nvSpPr>
            <p:cNvPr id="143" name="Freeform 143"/>
            <p:cNvSpPr/>
            <p:nvPr/>
          </p:nvSpPr>
          <p:spPr>
            <a:xfrm>
              <a:off x="9843135" y="2660332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381095">
              <a:solidFill>
                <a:srgbClr val="1A1A1A"/>
              </a:solidFill>
            </a:ln>
          </p:spPr>
        </p:sp>
        <p:sp>
          <p:nvSpPr>
            <p:cNvPr id="144" name="Freeform 144"/>
            <p:cNvSpPr/>
            <p:nvPr/>
          </p:nvSpPr>
          <p:spPr>
            <a:xfrm>
              <a:off x="10230802" y="2660332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381095">
              <a:solidFill>
                <a:srgbClr val="1A1A1A"/>
              </a:solidFill>
            </a:ln>
          </p:spPr>
        </p:sp>
        <p:sp>
          <p:nvSpPr>
            <p:cNvPr id="145" name="Freeform 145"/>
            <p:cNvSpPr/>
            <p:nvPr/>
          </p:nvSpPr>
          <p:spPr>
            <a:xfrm>
              <a:off x="10618470" y="2660332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381095">
              <a:solidFill>
                <a:srgbClr val="1A1A1A"/>
              </a:solidFill>
            </a:ln>
          </p:spPr>
        </p:sp>
        <p:sp>
          <p:nvSpPr>
            <p:cNvPr id="146" name="Freeform 146"/>
            <p:cNvSpPr/>
            <p:nvPr/>
          </p:nvSpPr>
          <p:spPr>
            <a:xfrm>
              <a:off x="11006138" y="2660332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381095">
              <a:solidFill>
                <a:srgbClr val="1A1A1A"/>
              </a:solidFill>
            </a:ln>
          </p:spPr>
        </p:sp>
        <p:sp>
          <p:nvSpPr>
            <p:cNvPr id="147" name="Freeform 147"/>
            <p:cNvSpPr/>
            <p:nvPr/>
          </p:nvSpPr>
          <p:spPr>
            <a:xfrm>
              <a:off x="8417242" y="2660332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45530">
              <a:solidFill>
                <a:srgbClr val="8300BC"/>
              </a:solidFill>
            </a:ln>
          </p:spPr>
        </p:sp>
        <p:sp>
          <p:nvSpPr>
            <p:cNvPr id="148" name="Freeform 148"/>
            <p:cNvSpPr/>
            <p:nvPr/>
          </p:nvSpPr>
          <p:spPr>
            <a:xfrm>
              <a:off x="8436292" y="2660332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45530">
              <a:solidFill>
                <a:srgbClr val="8100CC"/>
              </a:solidFill>
            </a:ln>
          </p:spPr>
        </p:sp>
        <p:sp>
          <p:nvSpPr>
            <p:cNvPr id="149" name="Freeform 149"/>
            <p:cNvSpPr/>
            <p:nvPr/>
          </p:nvSpPr>
          <p:spPr>
            <a:xfrm>
              <a:off x="8455342" y="2660332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45530">
              <a:solidFill>
                <a:srgbClr val="7E00DB"/>
              </a:solidFill>
            </a:ln>
          </p:spPr>
        </p:sp>
        <p:sp>
          <p:nvSpPr>
            <p:cNvPr id="150" name="Freeform 150"/>
            <p:cNvSpPr/>
            <p:nvPr/>
          </p:nvSpPr>
          <p:spPr>
            <a:xfrm>
              <a:off x="8473440" y="2660332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45530">
              <a:solidFill>
                <a:srgbClr val="7800E9"/>
              </a:solidFill>
            </a:ln>
          </p:spPr>
        </p:sp>
        <p:sp>
          <p:nvSpPr>
            <p:cNvPr id="151" name="Freeform 151"/>
            <p:cNvSpPr/>
            <p:nvPr/>
          </p:nvSpPr>
          <p:spPr>
            <a:xfrm>
              <a:off x="8491538" y="2660332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45530">
              <a:solidFill>
                <a:srgbClr val="6F00F8"/>
              </a:solidFill>
            </a:ln>
          </p:spPr>
        </p:sp>
        <p:sp>
          <p:nvSpPr>
            <p:cNvPr id="152" name="Freeform 152"/>
            <p:cNvSpPr/>
            <p:nvPr/>
          </p:nvSpPr>
          <p:spPr>
            <a:xfrm>
              <a:off x="8510588" y="2660332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45530">
              <a:solidFill>
                <a:srgbClr val="6100FF"/>
              </a:solidFill>
            </a:ln>
          </p:spPr>
        </p:sp>
        <p:sp>
          <p:nvSpPr>
            <p:cNvPr id="153" name="Freeform 153"/>
            <p:cNvSpPr/>
            <p:nvPr/>
          </p:nvSpPr>
          <p:spPr>
            <a:xfrm>
              <a:off x="8529638" y="2660332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45530">
              <a:solidFill>
                <a:srgbClr val="5000FF"/>
              </a:solidFill>
            </a:ln>
          </p:spPr>
        </p:sp>
        <p:sp>
          <p:nvSpPr>
            <p:cNvPr id="154" name="Freeform 154"/>
            <p:cNvSpPr/>
            <p:nvPr/>
          </p:nvSpPr>
          <p:spPr>
            <a:xfrm>
              <a:off x="8547735" y="2660332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45530">
              <a:solidFill>
                <a:srgbClr val="3D00FF"/>
              </a:solidFill>
            </a:ln>
          </p:spPr>
        </p:sp>
        <p:sp>
          <p:nvSpPr>
            <p:cNvPr id="155" name="Freeform 155"/>
            <p:cNvSpPr/>
            <p:nvPr/>
          </p:nvSpPr>
          <p:spPr>
            <a:xfrm>
              <a:off x="8566785" y="2660332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45530">
              <a:solidFill>
                <a:srgbClr val="2800FF"/>
              </a:solidFill>
            </a:ln>
          </p:spPr>
        </p:sp>
        <p:sp>
          <p:nvSpPr>
            <p:cNvPr id="156" name="Freeform 156"/>
            <p:cNvSpPr/>
            <p:nvPr/>
          </p:nvSpPr>
          <p:spPr>
            <a:xfrm>
              <a:off x="8585835" y="2660332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45530">
              <a:solidFill>
                <a:srgbClr val="1100FF"/>
              </a:solidFill>
            </a:ln>
          </p:spPr>
        </p:sp>
        <p:sp>
          <p:nvSpPr>
            <p:cNvPr id="157" name="Freeform 157"/>
            <p:cNvSpPr/>
            <p:nvPr/>
          </p:nvSpPr>
          <p:spPr>
            <a:xfrm>
              <a:off x="8603932" y="2660332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45530">
              <a:solidFill>
                <a:srgbClr val="0013FF"/>
              </a:solidFill>
            </a:ln>
          </p:spPr>
        </p:sp>
        <p:sp>
          <p:nvSpPr>
            <p:cNvPr id="158" name="Freeform 158"/>
            <p:cNvSpPr/>
            <p:nvPr/>
          </p:nvSpPr>
          <p:spPr>
            <a:xfrm>
              <a:off x="8622030" y="2660332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45530">
              <a:solidFill>
                <a:srgbClr val="002FFF"/>
              </a:solidFill>
            </a:ln>
          </p:spPr>
        </p:sp>
        <p:sp>
          <p:nvSpPr>
            <p:cNvPr id="159" name="Freeform 159"/>
            <p:cNvSpPr/>
            <p:nvPr/>
          </p:nvSpPr>
          <p:spPr>
            <a:xfrm>
              <a:off x="8641080" y="2660332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45530">
              <a:solidFill>
                <a:srgbClr val="0046FF"/>
              </a:solidFill>
            </a:ln>
          </p:spPr>
        </p:sp>
        <p:sp>
          <p:nvSpPr>
            <p:cNvPr id="160" name="Freeform 160"/>
            <p:cNvSpPr/>
            <p:nvPr/>
          </p:nvSpPr>
          <p:spPr>
            <a:xfrm>
              <a:off x="8660130" y="2660332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45530">
              <a:solidFill>
                <a:srgbClr val="005CFF"/>
              </a:solidFill>
            </a:ln>
          </p:spPr>
        </p:sp>
        <p:sp>
          <p:nvSpPr>
            <p:cNvPr id="161" name="Freeform 161"/>
            <p:cNvSpPr/>
            <p:nvPr/>
          </p:nvSpPr>
          <p:spPr>
            <a:xfrm>
              <a:off x="8678228" y="2660332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45530">
              <a:solidFill>
                <a:srgbClr val="0071FF"/>
              </a:solidFill>
            </a:ln>
          </p:spPr>
        </p:sp>
        <p:sp>
          <p:nvSpPr>
            <p:cNvPr id="162" name="Freeform 162"/>
            <p:cNvSpPr/>
            <p:nvPr/>
          </p:nvSpPr>
          <p:spPr>
            <a:xfrm>
              <a:off x="8696325" y="2660332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45530">
              <a:solidFill>
                <a:srgbClr val="0084FF"/>
              </a:solidFill>
            </a:ln>
          </p:spPr>
        </p:sp>
        <p:sp>
          <p:nvSpPr>
            <p:cNvPr id="163" name="Freeform 163"/>
            <p:cNvSpPr/>
            <p:nvPr/>
          </p:nvSpPr>
          <p:spPr>
            <a:xfrm>
              <a:off x="8715375" y="2660332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45530">
              <a:solidFill>
                <a:srgbClr val="0097FF"/>
              </a:solidFill>
            </a:ln>
          </p:spPr>
        </p:sp>
        <p:sp>
          <p:nvSpPr>
            <p:cNvPr id="164" name="Freeform 164"/>
            <p:cNvSpPr/>
            <p:nvPr/>
          </p:nvSpPr>
          <p:spPr>
            <a:xfrm>
              <a:off x="8734425" y="2660332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45530">
              <a:solidFill>
                <a:srgbClr val="00A9FF"/>
              </a:solidFill>
            </a:ln>
          </p:spPr>
        </p:sp>
        <p:sp>
          <p:nvSpPr>
            <p:cNvPr id="165" name="Freeform 165"/>
            <p:cNvSpPr/>
            <p:nvPr/>
          </p:nvSpPr>
          <p:spPr>
            <a:xfrm>
              <a:off x="8752522" y="2660332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45530">
              <a:solidFill>
                <a:srgbClr val="00BBFF"/>
              </a:solidFill>
            </a:ln>
          </p:spPr>
        </p:sp>
        <p:sp>
          <p:nvSpPr>
            <p:cNvPr id="166" name="Freeform 166"/>
            <p:cNvSpPr/>
            <p:nvPr/>
          </p:nvSpPr>
          <p:spPr>
            <a:xfrm>
              <a:off x="8770620" y="2660332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45530">
              <a:solidFill>
                <a:srgbClr val="00CDFF"/>
              </a:solidFill>
            </a:ln>
          </p:spPr>
        </p:sp>
        <p:sp>
          <p:nvSpPr>
            <p:cNvPr id="167" name="Freeform 167"/>
            <p:cNvSpPr/>
            <p:nvPr/>
          </p:nvSpPr>
          <p:spPr>
            <a:xfrm>
              <a:off x="8789670" y="2660332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45530">
              <a:solidFill>
                <a:srgbClr val="00DEFF"/>
              </a:solidFill>
            </a:ln>
          </p:spPr>
        </p:sp>
        <p:sp>
          <p:nvSpPr>
            <p:cNvPr id="168" name="Freeform 168"/>
            <p:cNvSpPr/>
            <p:nvPr/>
          </p:nvSpPr>
          <p:spPr>
            <a:xfrm>
              <a:off x="8808720" y="2660332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45530">
              <a:solidFill>
                <a:srgbClr val="00EFFF"/>
              </a:solidFill>
            </a:ln>
          </p:spPr>
        </p:sp>
        <p:sp>
          <p:nvSpPr>
            <p:cNvPr id="169" name="Freeform 169"/>
            <p:cNvSpPr/>
            <p:nvPr/>
          </p:nvSpPr>
          <p:spPr>
            <a:xfrm>
              <a:off x="8826818" y="2660332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45530">
              <a:solidFill>
                <a:srgbClr val="00FFFF"/>
              </a:solidFill>
            </a:ln>
          </p:spPr>
        </p:sp>
        <p:sp>
          <p:nvSpPr>
            <p:cNvPr id="170" name="Freeform 170"/>
            <p:cNvSpPr/>
            <p:nvPr/>
          </p:nvSpPr>
          <p:spPr>
            <a:xfrm>
              <a:off x="8845868" y="2660332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45530">
              <a:solidFill>
                <a:srgbClr val="00FFD5"/>
              </a:solidFill>
            </a:ln>
          </p:spPr>
        </p:sp>
        <p:sp>
          <p:nvSpPr>
            <p:cNvPr id="171" name="Freeform 171"/>
            <p:cNvSpPr/>
            <p:nvPr/>
          </p:nvSpPr>
          <p:spPr>
            <a:xfrm>
              <a:off x="8864918" y="2660332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45530">
              <a:solidFill>
                <a:srgbClr val="00FFA9"/>
              </a:solidFill>
            </a:ln>
          </p:spPr>
        </p:sp>
        <p:sp>
          <p:nvSpPr>
            <p:cNvPr id="172" name="Freeform 172"/>
            <p:cNvSpPr/>
            <p:nvPr/>
          </p:nvSpPr>
          <p:spPr>
            <a:xfrm>
              <a:off x="8883015" y="2660332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45530">
              <a:solidFill>
                <a:srgbClr val="00FF7B"/>
              </a:solidFill>
            </a:ln>
          </p:spPr>
        </p:sp>
        <p:sp>
          <p:nvSpPr>
            <p:cNvPr id="173" name="Freeform 173"/>
            <p:cNvSpPr/>
            <p:nvPr/>
          </p:nvSpPr>
          <p:spPr>
            <a:xfrm>
              <a:off x="8901112" y="2660332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45530">
              <a:solidFill>
                <a:srgbClr val="00FF46"/>
              </a:solidFill>
            </a:ln>
          </p:spPr>
        </p:sp>
        <p:sp>
          <p:nvSpPr>
            <p:cNvPr id="174" name="Freeform 174"/>
            <p:cNvSpPr/>
            <p:nvPr/>
          </p:nvSpPr>
          <p:spPr>
            <a:xfrm>
              <a:off x="8920162" y="2660332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45530">
              <a:solidFill>
                <a:srgbClr val="00FF00"/>
              </a:solidFill>
            </a:ln>
          </p:spPr>
        </p:sp>
        <p:sp>
          <p:nvSpPr>
            <p:cNvPr id="175" name="Freeform 175"/>
            <p:cNvSpPr/>
            <p:nvPr/>
          </p:nvSpPr>
          <p:spPr>
            <a:xfrm>
              <a:off x="8939212" y="2660332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45530">
              <a:solidFill>
                <a:srgbClr val="1AFF00"/>
              </a:solidFill>
            </a:ln>
          </p:spPr>
        </p:sp>
        <p:sp>
          <p:nvSpPr>
            <p:cNvPr id="176" name="Freeform 176"/>
            <p:cNvSpPr/>
            <p:nvPr/>
          </p:nvSpPr>
          <p:spPr>
            <a:xfrm>
              <a:off x="8957310" y="2660332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45530">
              <a:solidFill>
                <a:srgbClr val="2DFF00"/>
              </a:solidFill>
            </a:ln>
          </p:spPr>
        </p:sp>
        <p:sp>
          <p:nvSpPr>
            <p:cNvPr id="177" name="Freeform 177"/>
            <p:cNvSpPr/>
            <p:nvPr/>
          </p:nvSpPr>
          <p:spPr>
            <a:xfrm>
              <a:off x="8975408" y="2660332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45530">
              <a:solidFill>
                <a:srgbClr val="3EFF00"/>
              </a:solidFill>
            </a:ln>
          </p:spPr>
        </p:sp>
        <p:sp>
          <p:nvSpPr>
            <p:cNvPr id="178" name="Freeform 178"/>
            <p:cNvSpPr/>
            <p:nvPr/>
          </p:nvSpPr>
          <p:spPr>
            <a:xfrm>
              <a:off x="8994458" y="2660332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45530">
              <a:solidFill>
                <a:srgbClr val="4EFF00"/>
              </a:solidFill>
            </a:ln>
          </p:spPr>
        </p:sp>
        <p:sp>
          <p:nvSpPr>
            <p:cNvPr id="179" name="Freeform 179"/>
            <p:cNvSpPr/>
            <p:nvPr/>
          </p:nvSpPr>
          <p:spPr>
            <a:xfrm>
              <a:off x="9013508" y="2660332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45530">
              <a:solidFill>
                <a:srgbClr val="5EFF00"/>
              </a:solidFill>
            </a:ln>
          </p:spPr>
        </p:sp>
        <p:sp>
          <p:nvSpPr>
            <p:cNvPr id="180" name="Freeform 180"/>
            <p:cNvSpPr/>
            <p:nvPr/>
          </p:nvSpPr>
          <p:spPr>
            <a:xfrm>
              <a:off x="9031605" y="2660332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45530">
              <a:solidFill>
                <a:srgbClr val="6CFF00"/>
              </a:solidFill>
            </a:ln>
          </p:spPr>
        </p:sp>
        <p:sp>
          <p:nvSpPr>
            <p:cNvPr id="181" name="Freeform 181"/>
            <p:cNvSpPr/>
            <p:nvPr/>
          </p:nvSpPr>
          <p:spPr>
            <a:xfrm>
              <a:off x="9050655" y="2660332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45530">
              <a:solidFill>
                <a:srgbClr val="7BFF00"/>
              </a:solidFill>
            </a:ln>
          </p:spPr>
        </p:sp>
        <p:sp>
          <p:nvSpPr>
            <p:cNvPr id="182" name="Freeform 182"/>
            <p:cNvSpPr/>
            <p:nvPr/>
          </p:nvSpPr>
          <p:spPr>
            <a:xfrm>
              <a:off x="9068752" y="2660332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45530">
              <a:solidFill>
                <a:srgbClr val="88FF00"/>
              </a:solidFill>
            </a:ln>
          </p:spPr>
        </p:sp>
        <p:sp>
          <p:nvSpPr>
            <p:cNvPr id="183" name="Freeform 183"/>
            <p:cNvSpPr/>
            <p:nvPr/>
          </p:nvSpPr>
          <p:spPr>
            <a:xfrm>
              <a:off x="9087802" y="2660332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45530">
              <a:solidFill>
                <a:srgbClr val="96FF00"/>
              </a:solidFill>
            </a:ln>
          </p:spPr>
        </p:sp>
        <p:sp>
          <p:nvSpPr>
            <p:cNvPr id="184" name="Freeform 184"/>
            <p:cNvSpPr/>
            <p:nvPr/>
          </p:nvSpPr>
          <p:spPr>
            <a:xfrm>
              <a:off x="9105900" y="2660332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45530">
              <a:solidFill>
                <a:srgbClr val="A3FF00"/>
              </a:solidFill>
            </a:ln>
          </p:spPr>
        </p:sp>
        <p:sp>
          <p:nvSpPr>
            <p:cNvPr id="185" name="Freeform 185"/>
            <p:cNvSpPr/>
            <p:nvPr/>
          </p:nvSpPr>
          <p:spPr>
            <a:xfrm>
              <a:off x="9124950" y="2660332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45530">
              <a:solidFill>
                <a:srgbClr val="B0FF00"/>
              </a:solidFill>
            </a:ln>
          </p:spPr>
        </p:sp>
        <p:sp>
          <p:nvSpPr>
            <p:cNvPr id="186" name="Freeform 186"/>
            <p:cNvSpPr/>
            <p:nvPr/>
          </p:nvSpPr>
          <p:spPr>
            <a:xfrm>
              <a:off x="9144000" y="2660332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45530">
              <a:solidFill>
                <a:srgbClr val="BDFF00"/>
              </a:solidFill>
            </a:ln>
          </p:spPr>
        </p:sp>
        <p:sp>
          <p:nvSpPr>
            <p:cNvPr id="187" name="Freeform 187"/>
            <p:cNvSpPr/>
            <p:nvPr/>
          </p:nvSpPr>
          <p:spPr>
            <a:xfrm>
              <a:off x="9162098" y="2660332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45530">
              <a:solidFill>
                <a:srgbClr val="C9FF00"/>
              </a:solidFill>
            </a:ln>
          </p:spPr>
        </p:sp>
        <p:sp>
          <p:nvSpPr>
            <p:cNvPr id="188" name="Freeform 188"/>
            <p:cNvSpPr/>
            <p:nvPr/>
          </p:nvSpPr>
          <p:spPr>
            <a:xfrm>
              <a:off x="9180195" y="2660332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45530">
              <a:solidFill>
                <a:srgbClr val="D5FF00"/>
              </a:solidFill>
            </a:ln>
          </p:spPr>
        </p:sp>
        <p:sp>
          <p:nvSpPr>
            <p:cNvPr id="189" name="Freeform 189"/>
            <p:cNvSpPr/>
            <p:nvPr/>
          </p:nvSpPr>
          <p:spPr>
            <a:xfrm>
              <a:off x="9199245" y="2660332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45530">
              <a:solidFill>
                <a:srgbClr val="E1FF00"/>
              </a:solidFill>
            </a:ln>
          </p:spPr>
        </p:sp>
        <p:sp>
          <p:nvSpPr>
            <p:cNvPr id="190" name="Freeform 190"/>
            <p:cNvSpPr/>
            <p:nvPr/>
          </p:nvSpPr>
          <p:spPr>
            <a:xfrm>
              <a:off x="9218295" y="2660332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45530">
              <a:solidFill>
                <a:srgbClr val="EDFF00"/>
              </a:solidFill>
            </a:ln>
          </p:spPr>
        </p:sp>
        <p:sp>
          <p:nvSpPr>
            <p:cNvPr id="191" name="Freeform 191"/>
            <p:cNvSpPr/>
            <p:nvPr/>
          </p:nvSpPr>
          <p:spPr>
            <a:xfrm>
              <a:off x="9236392" y="2660332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45530">
              <a:solidFill>
                <a:srgbClr val="F9FF00"/>
              </a:solidFill>
            </a:ln>
          </p:spPr>
        </p:sp>
        <p:sp>
          <p:nvSpPr>
            <p:cNvPr id="192" name="Freeform 192"/>
            <p:cNvSpPr/>
            <p:nvPr/>
          </p:nvSpPr>
          <p:spPr>
            <a:xfrm>
              <a:off x="9255442" y="2660332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45530">
              <a:solidFill>
                <a:srgbClr val="FFF900"/>
              </a:solidFill>
            </a:ln>
          </p:spPr>
        </p:sp>
        <p:sp>
          <p:nvSpPr>
            <p:cNvPr id="193" name="Freeform 193"/>
            <p:cNvSpPr/>
            <p:nvPr/>
          </p:nvSpPr>
          <p:spPr>
            <a:xfrm>
              <a:off x="9273540" y="2660332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45530">
              <a:solidFill>
                <a:srgbClr val="FFEC00"/>
              </a:solidFill>
            </a:ln>
          </p:spPr>
        </p:sp>
        <p:sp>
          <p:nvSpPr>
            <p:cNvPr id="194" name="Freeform 194"/>
            <p:cNvSpPr/>
            <p:nvPr/>
          </p:nvSpPr>
          <p:spPr>
            <a:xfrm>
              <a:off x="9292590" y="2660332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45530">
              <a:solidFill>
                <a:srgbClr val="FFDF00"/>
              </a:solidFill>
            </a:ln>
          </p:spPr>
        </p:sp>
        <p:sp>
          <p:nvSpPr>
            <p:cNvPr id="195" name="Freeform 195"/>
            <p:cNvSpPr/>
            <p:nvPr/>
          </p:nvSpPr>
          <p:spPr>
            <a:xfrm>
              <a:off x="9310688" y="2660332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45530">
              <a:solidFill>
                <a:srgbClr val="FFD200"/>
              </a:solidFill>
            </a:ln>
          </p:spPr>
        </p:sp>
        <p:sp>
          <p:nvSpPr>
            <p:cNvPr id="196" name="Freeform 196"/>
            <p:cNvSpPr/>
            <p:nvPr/>
          </p:nvSpPr>
          <p:spPr>
            <a:xfrm>
              <a:off x="9329738" y="2660332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45530">
              <a:solidFill>
                <a:srgbClr val="FFC500"/>
              </a:solidFill>
            </a:ln>
          </p:spPr>
        </p:sp>
        <p:sp>
          <p:nvSpPr>
            <p:cNvPr id="197" name="Freeform 197"/>
            <p:cNvSpPr/>
            <p:nvPr/>
          </p:nvSpPr>
          <p:spPr>
            <a:xfrm>
              <a:off x="9348788" y="2660332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45530">
              <a:solidFill>
                <a:srgbClr val="FFB700"/>
              </a:solidFill>
            </a:ln>
          </p:spPr>
        </p:sp>
        <p:sp>
          <p:nvSpPr>
            <p:cNvPr id="198" name="Freeform 198"/>
            <p:cNvSpPr/>
            <p:nvPr/>
          </p:nvSpPr>
          <p:spPr>
            <a:xfrm>
              <a:off x="9366885" y="2660332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45530">
              <a:solidFill>
                <a:srgbClr val="FFA900"/>
              </a:solidFill>
            </a:ln>
          </p:spPr>
        </p:sp>
        <p:sp>
          <p:nvSpPr>
            <p:cNvPr id="199" name="Freeform 199"/>
            <p:cNvSpPr/>
            <p:nvPr/>
          </p:nvSpPr>
          <p:spPr>
            <a:xfrm>
              <a:off x="9384982" y="2660332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45530">
              <a:solidFill>
                <a:srgbClr val="FF9B00"/>
              </a:solidFill>
            </a:ln>
          </p:spPr>
        </p:sp>
        <p:sp>
          <p:nvSpPr>
            <p:cNvPr id="200" name="Freeform 200"/>
            <p:cNvSpPr/>
            <p:nvPr/>
          </p:nvSpPr>
          <p:spPr>
            <a:xfrm>
              <a:off x="9404032" y="2660332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45530">
              <a:solidFill>
                <a:srgbClr val="FF8D00"/>
              </a:solidFill>
            </a:ln>
          </p:spPr>
        </p:sp>
        <p:sp>
          <p:nvSpPr>
            <p:cNvPr id="201" name="Freeform 201"/>
            <p:cNvSpPr/>
            <p:nvPr/>
          </p:nvSpPr>
          <p:spPr>
            <a:xfrm>
              <a:off x="9423082" y="2660332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45530">
              <a:solidFill>
                <a:srgbClr val="FF7E00"/>
              </a:solidFill>
            </a:ln>
          </p:spPr>
        </p:sp>
        <p:sp>
          <p:nvSpPr>
            <p:cNvPr id="202" name="Freeform 202"/>
            <p:cNvSpPr/>
            <p:nvPr/>
          </p:nvSpPr>
          <p:spPr>
            <a:xfrm>
              <a:off x="9441180" y="2660332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45530">
              <a:solidFill>
                <a:srgbClr val="FF6F00"/>
              </a:solidFill>
            </a:ln>
          </p:spPr>
        </p:sp>
        <p:sp>
          <p:nvSpPr>
            <p:cNvPr id="203" name="Freeform 203"/>
            <p:cNvSpPr/>
            <p:nvPr/>
          </p:nvSpPr>
          <p:spPr>
            <a:xfrm>
              <a:off x="9460230" y="2660332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45530">
              <a:solidFill>
                <a:srgbClr val="FF5F00"/>
              </a:solidFill>
            </a:ln>
          </p:spPr>
        </p:sp>
        <p:sp>
          <p:nvSpPr>
            <p:cNvPr id="204" name="Freeform 204"/>
            <p:cNvSpPr/>
            <p:nvPr/>
          </p:nvSpPr>
          <p:spPr>
            <a:xfrm>
              <a:off x="9478328" y="2660332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45530">
              <a:solidFill>
                <a:srgbClr val="FF4F00"/>
              </a:solidFill>
            </a:ln>
          </p:spPr>
        </p:sp>
        <p:sp>
          <p:nvSpPr>
            <p:cNvPr id="205" name="Freeform 205"/>
            <p:cNvSpPr/>
            <p:nvPr/>
          </p:nvSpPr>
          <p:spPr>
            <a:xfrm>
              <a:off x="9497378" y="2660332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45530">
              <a:solidFill>
                <a:srgbClr val="FF3E00"/>
              </a:solidFill>
            </a:ln>
          </p:spPr>
        </p:sp>
        <p:sp>
          <p:nvSpPr>
            <p:cNvPr id="206" name="Freeform 206"/>
            <p:cNvSpPr/>
            <p:nvPr/>
          </p:nvSpPr>
          <p:spPr>
            <a:xfrm>
              <a:off x="9515475" y="2660332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45530">
              <a:solidFill>
                <a:srgbClr val="FF2B00"/>
              </a:solidFill>
            </a:ln>
          </p:spPr>
        </p:sp>
        <p:sp>
          <p:nvSpPr>
            <p:cNvPr id="207" name="Freeform 207"/>
            <p:cNvSpPr/>
            <p:nvPr/>
          </p:nvSpPr>
          <p:spPr>
            <a:xfrm>
              <a:off x="9534525" y="2660332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45530">
              <a:solidFill>
                <a:srgbClr val="FF1600"/>
              </a:solidFill>
            </a:ln>
          </p:spPr>
        </p:sp>
        <p:sp>
          <p:nvSpPr>
            <p:cNvPr id="208" name="Freeform 208"/>
            <p:cNvSpPr/>
            <p:nvPr/>
          </p:nvSpPr>
          <p:spPr>
            <a:xfrm>
              <a:off x="9552622" y="2660332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45530">
              <a:solidFill>
                <a:srgbClr val="FF0000"/>
              </a:solidFill>
            </a:ln>
          </p:spPr>
        </p:sp>
        <p:sp>
          <p:nvSpPr>
            <p:cNvPr id="209" name="Freeform 209"/>
            <p:cNvSpPr/>
            <p:nvPr/>
          </p:nvSpPr>
          <p:spPr>
            <a:xfrm>
              <a:off x="9571672" y="2660332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45530">
              <a:solidFill>
                <a:srgbClr val="FF0000"/>
              </a:solidFill>
            </a:ln>
          </p:spPr>
        </p:sp>
        <p:sp>
          <p:nvSpPr>
            <p:cNvPr id="210" name="Freeform 210"/>
            <p:cNvSpPr/>
            <p:nvPr/>
          </p:nvSpPr>
          <p:spPr>
            <a:xfrm>
              <a:off x="9589770" y="2660332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45530">
              <a:solidFill>
                <a:srgbClr val="FF0000"/>
              </a:solidFill>
            </a:ln>
          </p:spPr>
        </p:sp>
        <p:sp>
          <p:nvSpPr>
            <p:cNvPr id="211" name="Freeform 211"/>
            <p:cNvSpPr/>
            <p:nvPr/>
          </p:nvSpPr>
          <p:spPr>
            <a:xfrm>
              <a:off x="9608820" y="2660332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45530">
              <a:solidFill>
                <a:srgbClr val="FF0000"/>
              </a:solidFill>
            </a:ln>
          </p:spPr>
        </p:sp>
        <p:sp>
          <p:nvSpPr>
            <p:cNvPr id="212" name="Freeform 212"/>
            <p:cNvSpPr/>
            <p:nvPr/>
          </p:nvSpPr>
          <p:spPr>
            <a:xfrm>
              <a:off x="9627870" y="2660332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45530">
              <a:solidFill>
                <a:srgbClr val="FF0000"/>
              </a:solidFill>
            </a:ln>
          </p:spPr>
        </p:sp>
        <p:sp>
          <p:nvSpPr>
            <p:cNvPr id="213" name="Freeform 213"/>
            <p:cNvSpPr/>
            <p:nvPr/>
          </p:nvSpPr>
          <p:spPr>
            <a:xfrm>
              <a:off x="9645968" y="2660332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45530">
              <a:solidFill>
                <a:srgbClr val="FF0000"/>
              </a:solidFill>
            </a:ln>
          </p:spPr>
        </p:sp>
        <p:sp>
          <p:nvSpPr>
            <p:cNvPr id="214" name="Freeform 214"/>
            <p:cNvSpPr/>
            <p:nvPr/>
          </p:nvSpPr>
          <p:spPr>
            <a:xfrm>
              <a:off x="9665018" y="2660332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45530">
              <a:solidFill>
                <a:srgbClr val="FF0000"/>
              </a:solidFill>
            </a:ln>
          </p:spPr>
        </p:sp>
        <p:sp>
          <p:nvSpPr>
            <p:cNvPr id="215" name="Freeform 215"/>
            <p:cNvSpPr/>
            <p:nvPr/>
          </p:nvSpPr>
          <p:spPr>
            <a:xfrm>
              <a:off x="9683115" y="2660332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45530">
              <a:solidFill>
                <a:srgbClr val="FF0000"/>
              </a:solidFill>
            </a:ln>
          </p:spPr>
        </p:sp>
        <p:sp>
          <p:nvSpPr>
            <p:cNvPr id="216" name="Freeform 216"/>
            <p:cNvSpPr/>
            <p:nvPr/>
          </p:nvSpPr>
          <p:spPr>
            <a:xfrm>
              <a:off x="9702165" y="2660332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45530">
              <a:solidFill>
                <a:srgbClr val="FF0000"/>
              </a:solidFill>
            </a:ln>
          </p:spPr>
        </p:sp>
        <p:sp>
          <p:nvSpPr>
            <p:cNvPr id="217" name="Freeform 217"/>
            <p:cNvSpPr/>
            <p:nvPr/>
          </p:nvSpPr>
          <p:spPr>
            <a:xfrm>
              <a:off x="9720262" y="2660332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45530">
              <a:solidFill>
                <a:srgbClr val="FF0000"/>
              </a:solidFill>
            </a:ln>
          </p:spPr>
        </p:sp>
        <p:sp>
          <p:nvSpPr>
            <p:cNvPr id="218" name="Freeform 218"/>
            <p:cNvSpPr/>
            <p:nvPr/>
          </p:nvSpPr>
          <p:spPr>
            <a:xfrm>
              <a:off x="9739312" y="2660332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45530">
              <a:solidFill>
                <a:srgbClr val="FF0000"/>
              </a:solidFill>
            </a:ln>
          </p:spPr>
        </p:sp>
        <p:sp>
          <p:nvSpPr>
            <p:cNvPr id="219" name="Freeform 219"/>
            <p:cNvSpPr/>
            <p:nvPr/>
          </p:nvSpPr>
          <p:spPr>
            <a:xfrm>
              <a:off x="9757410" y="2660332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45530">
              <a:solidFill>
                <a:srgbClr val="FF0000"/>
              </a:solidFill>
            </a:ln>
          </p:spPr>
        </p:sp>
        <p:sp>
          <p:nvSpPr>
            <p:cNvPr id="220" name="Freeform 220"/>
            <p:cNvSpPr/>
            <p:nvPr/>
          </p:nvSpPr>
          <p:spPr>
            <a:xfrm>
              <a:off x="9776460" y="2660332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45530">
              <a:solidFill>
                <a:srgbClr val="FF0000"/>
              </a:solidFill>
            </a:ln>
          </p:spPr>
        </p:sp>
        <p:sp>
          <p:nvSpPr>
            <p:cNvPr id="221" name="Freeform 221"/>
            <p:cNvSpPr/>
            <p:nvPr/>
          </p:nvSpPr>
          <p:spPr>
            <a:xfrm>
              <a:off x="9794558" y="2660332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45530">
              <a:solidFill>
                <a:srgbClr val="FF0000"/>
              </a:solidFill>
            </a:ln>
          </p:spPr>
        </p:sp>
        <p:sp>
          <p:nvSpPr>
            <p:cNvPr id="222" name="Freeform 222"/>
            <p:cNvSpPr/>
            <p:nvPr/>
          </p:nvSpPr>
          <p:spPr>
            <a:xfrm>
              <a:off x="9813608" y="2660332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45530">
              <a:solidFill>
                <a:srgbClr val="FB0000"/>
              </a:solidFill>
            </a:ln>
          </p:spPr>
        </p:sp>
        <p:sp>
          <p:nvSpPr>
            <p:cNvPr id="223" name="Freeform 223"/>
            <p:cNvSpPr/>
            <p:nvPr/>
          </p:nvSpPr>
          <p:spPr>
            <a:xfrm>
              <a:off x="9831705" y="2660332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45530">
              <a:solidFill>
                <a:srgbClr val="F40000"/>
              </a:solidFill>
            </a:ln>
          </p:spPr>
        </p:sp>
        <p:sp>
          <p:nvSpPr>
            <p:cNvPr id="224" name="Freeform 224"/>
            <p:cNvSpPr/>
            <p:nvPr/>
          </p:nvSpPr>
          <p:spPr>
            <a:xfrm>
              <a:off x="9850755" y="2660332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45530">
              <a:solidFill>
                <a:srgbClr val="ED0000"/>
              </a:solidFill>
            </a:ln>
          </p:spPr>
        </p:sp>
        <p:sp>
          <p:nvSpPr>
            <p:cNvPr id="225" name="Freeform 225"/>
            <p:cNvSpPr/>
            <p:nvPr/>
          </p:nvSpPr>
          <p:spPr>
            <a:xfrm>
              <a:off x="9869805" y="2660332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45530">
              <a:solidFill>
                <a:srgbClr val="E60000"/>
              </a:solidFill>
            </a:ln>
          </p:spPr>
        </p:sp>
        <p:sp>
          <p:nvSpPr>
            <p:cNvPr id="226" name="Freeform 226"/>
            <p:cNvSpPr/>
            <p:nvPr/>
          </p:nvSpPr>
          <p:spPr>
            <a:xfrm>
              <a:off x="9887902" y="2660332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45530">
              <a:solidFill>
                <a:srgbClr val="DE0000"/>
              </a:solidFill>
            </a:ln>
          </p:spPr>
        </p:sp>
        <p:sp>
          <p:nvSpPr>
            <p:cNvPr id="227" name="Freeform 227"/>
            <p:cNvSpPr/>
            <p:nvPr/>
          </p:nvSpPr>
          <p:spPr>
            <a:xfrm>
              <a:off x="9906952" y="2660332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45530">
              <a:solidFill>
                <a:srgbClr val="D70000"/>
              </a:solidFill>
            </a:ln>
          </p:spPr>
        </p:sp>
        <p:sp>
          <p:nvSpPr>
            <p:cNvPr id="228" name="Freeform 228"/>
            <p:cNvSpPr/>
            <p:nvPr/>
          </p:nvSpPr>
          <p:spPr>
            <a:xfrm>
              <a:off x="9925050" y="2660332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45530">
              <a:solidFill>
                <a:srgbClr val="CF0000"/>
              </a:solidFill>
            </a:ln>
          </p:spPr>
        </p:sp>
        <p:sp>
          <p:nvSpPr>
            <p:cNvPr id="229" name="Freeform 229"/>
            <p:cNvSpPr/>
            <p:nvPr/>
          </p:nvSpPr>
          <p:spPr>
            <a:xfrm>
              <a:off x="9944100" y="2660332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45530">
              <a:solidFill>
                <a:srgbClr val="C80000"/>
              </a:solidFill>
            </a:ln>
          </p:spPr>
        </p:sp>
        <p:sp>
          <p:nvSpPr>
            <p:cNvPr id="230" name="Freeform 230"/>
            <p:cNvSpPr/>
            <p:nvPr/>
          </p:nvSpPr>
          <p:spPr>
            <a:xfrm>
              <a:off x="9962198" y="2660332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45530">
              <a:solidFill>
                <a:srgbClr val="C00000"/>
              </a:solidFill>
            </a:ln>
          </p:spPr>
        </p:sp>
        <p:sp>
          <p:nvSpPr>
            <p:cNvPr id="231" name="Freeform 231"/>
            <p:cNvSpPr/>
            <p:nvPr/>
          </p:nvSpPr>
          <p:spPr>
            <a:xfrm>
              <a:off x="9981248" y="2660332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45530">
              <a:solidFill>
                <a:srgbClr val="B90000"/>
              </a:solidFill>
            </a:ln>
          </p:spPr>
        </p:sp>
        <p:sp>
          <p:nvSpPr>
            <p:cNvPr id="232" name="Freeform 232"/>
            <p:cNvSpPr/>
            <p:nvPr/>
          </p:nvSpPr>
          <p:spPr>
            <a:xfrm>
              <a:off x="9999345" y="2660332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45530">
              <a:solidFill>
                <a:srgbClr val="B10000"/>
              </a:solidFill>
            </a:ln>
          </p:spPr>
        </p:sp>
        <p:sp>
          <p:nvSpPr>
            <p:cNvPr id="233" name="Freeform 233"/>
            <p:cNvSpPr/>
            <p:nvPr/>
          </p:nvSpPr>
          <p:spPr>
            <a:xfrm>
              <a:off x="10018395" y="2660332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45530">
              <a:solidFill>
                <a:srgbClr val="A90000"/>
              </a:solidFill>
            </a:ln>
          </p:spPr>
        </p:sp>
        <p:sp>
          <p:nvSpPr>
            <p:cNvPr id="234" name="Freeform 234"/>
            <p:cNvSpPr/>
            <p:nvPr/>
          </p:nvSpPr>
          <p:spPr>
            <a:xfrm>
              <a:off x="10036492" y="2660332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45530">
              <a:solidFill>
                <a:srgbClr val="A10000"/>
              </a:solidFill>
            </a:ln>
          </p:spPr>
        </p:sp>
        <p:sp>
          <p:nvSpPr>
            <p:cNvPr id="235" name="Freeform 235"/>
            <p:cNvSpPr/>
            <p:nvPr/>
          </p:nvSpPr>
          <p:spPr>
            <a:xfrm>
              <a:off x="10055542" y="2660332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45530">
              <a:solidFill>
                <a:srgbClr val="990000"/>
              </a:solidFill>
            </a:ln>
          </p:spPr>
        </p:sp>
        <p:sp>
          <p:nvSpPr>
            <p:cNvPr id="236" name="Freeform 236"/>
            <p:cNvSpPr/>
            <p:nvPr/>
          </p:nvSpPr>
          <p:spPr>
            <a:xfrm>
              <a:off x="10074592" y="2660332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45530">
              <a:solidFill>
                <a:srgbClr val="910000"/>
              </a:solidFill>
            </a:ln>
          </p:spPr>
        </p:sp>
        <p:sp>
          <p:nvSpPr>
            <p:cNvPr id="237" name="Freeform 237"/>
            <p:cNvSpPr/>
            <p:nvPr/>
          </p:nvSpPr>
          <p:spPr>
            <a:xfrm>
              <a:off x="6740842" y="340614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381095">
              <a:solidFill>
                <a:srgbClr val="1A1A1A"/>
              </a:solidFill>
            </a:ln>
          </p:spPr>
        </p:sp>
        <p:sp>
          <p:nvSpPr>
            <p:cNvPr id="238" name="Freeform 238"/>
            <p:cNvSpPr/>
            <p:nvPr/>
          </p:nvSpPr>
          <p:spPr>
            <a:xfrm>
              <a:off x="7129462" y="340614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381095">
              <a:solidFill>
                <a:srgbClr val="1A1A1A"/>
              </a:solidFill>
            </a:ln>
          </p:spPr>
        </p:sp>
        <p:sp>
          <p:nvSpPr>
            <p:cNvPr id="239" name="Freeform 239"/>
            <p:cNvSpPr/>
            <p:nvPr/>
          </p:nvSpPr>
          <p:spPr>
            <a:xfrm>
              <a:off x="7516178" y="340614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381095">
              <a:solidFill>
                <a:srgbClr val="1A1A1A"/>
              </a:solidFill>
            </a:ln>
          </p:spPr>
        </p:sp>
        <p:sp>
          <p:nvSpPr>
            <p:cNvPr id="240" name="Freeform 240"/>
            <p:cNvSpPr/>
            <p:nvPr/>
          </p:nvSpPr>
          <p:spPr>
            <a:xfrm>
              <a:off x="7904798" y="340614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381095">
              <a:solidFill>
                <a:srgbClr val="1A1A1A"/>
              </a:solidFill>
            </a:ln>
          </p:spPr>
        </p:sp>
        <p:sp>
          <p:nvSpPr>
            <p:cNvPr id="241" name="Freeform 241"/>
            <p:cNvSpPr/>
            <p:nvPr/>
          </p:nvSpPr>
          <p:spPr>
            <a:xfrm>
              <a:off x="8292465" y="340614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381095">
              <a:solidFill>
                <a:srgbClr val="1A1A1A"/>
              </a:solidFill>
            </a:ln>
          </p:spPr>
        </p:sp>
        <p:sp>
          <p:nvSpPr>
            <p:cNvPr id="242" name="Freeform 242"/>
            <p:cNvSpPr/>
            <p:nvPr/>
          </p:nvSpPr>
          <p:spPr>
            <a:xfrm>
              <a:off x="8680132" y="340614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381095">
              <a:solidFill>
                <a:srgbClr val="1A1A1A"/>
              </a:solidFill>
            </a:ln>
          </p:spPr>
        </p:sp>
        <p:sp>
          <p:nvSpPr>
            <p:cNvPr id="243" name="Freeform 243"/>
            <p:cNvSpPr/>
            <p:nvPr/>
          </p:nvSpPr>
          <p:spPr>
            <a:xfrm>
              <a:off x="9067800" y="340614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381095">
              <a:solidFill>
                <a:srgbClr val="1A1A1A"/>
              </a:solidFill>
            </a:ln>
          </p:spPr>
        </p:sp>
        <p:sp>
          <p:nvSpPr>
            <p:cNvPr id="244" name="Freeform 244"/>
            <p:cNvSpPr/>
            <p:nvPr/>
          </p:nvSpPr>
          <p:spPr>
            <a:xfrm>
              <a:off x="9455468" y="340614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381095">
              <a:solidFill>
                <a:srgbClr val="1A1A1A"/>
              </a:solidFill>
            </a:ln>
          </p:spPr>
        </p:sp>
        <p:sp>
          <p:nvSpPr>
            <p:cNvPr id="245" name="Freeform 245"/>
            <p:cNvSpPr/>
            <p:nvPr/>
          </p:nvSpPr>
          <p:spPr>
            <a:xfrm>
              <a:off x="9843135" y="340614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381095">
              <a:solidFill>
                <a:srgbClr val="1A1A1A"/>
              </a:solidFill>
            </a:ln>
          </p:spPr>
        </p:sp>
        <p:sp>
          <p:nvSpPr>
            <p:cNvPr id="246" name="Freeform 246"/>
            <p:cNvSpPr/>
            <p:nvPr/>
          </p:nvSpPr>
          <p:spPr>
            <a:xfrm>
              <a:off x="10230802" y="340614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381095">
              <a:solidFill>
                <a:srgbClr val="1A1A1A"/>
              </a:solidFill>
            </a:ln>
          </p:spPr>
        </p:sp>
        <p:sp>
          <p:nvSpPr>
            <p:cNvPr id="247" name="Freeform 247"/>
            <p:cNvSpPr/>
            <p:nvPr/>
          </p:nvSpPr>
          <p:spPr>
            <a:xfrm>
              <a:off x="10618470" y="340614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381095">
              <a:solidFill>
                <a:srgbClr val="1A1A1A"/>
              </a:solidFill>
            </a:ln>
          </p:spPr>
        </p:sp>
        <p:sp>
          <p:nvSpPr>
            <p:cNvPr id="248" name="Freeform 248"/>
            <p:cNvSpPr/>
            <p:nvPr/>
          </p:nvSpPr>
          <p:spPr>
            <a:xfrm>
              <a:off x="11006138" y="340614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381095">
              <a:solidFill>
                <a:srgbClr val="1A1A1A"/>
              </a:solidFill>
            </a:ln>
          </p:spPr>
        </p:sp>
        <p:sp>
          <p:nvSpPr>
            <p:cNvPr id="249" name="Freeform 249"/>
            <p:cNvSpPr/>
            <p:nvPr/>
          </p:nvSpPr>
          <p:spPr>
            <a:xfrm>
              <a:off x="9353550" y="340614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53912">
              <a:solidFill>
                <a:srgbClr val="8300BC"/>
              </a:solidFill>
            </a:ln>
          </p:spPr>
        </p:sp>
        <p:sp>
          <p:nvSpPr>
            <p:cNvPr id="250" name="Freeform 250"/>
            <p:cNvSpPr/>
            <p:nvPr/>
          </p:nvSpPr>
          <p:spPr>
            <a:xfrm>
              <a:off x="9381172" y="340614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53912">
              <a:solidFill>
                <a:srgbClr val="8100CC"/>
              </a:solidFill>
            </a:ln>
          </p:spPr>
        </p:sp>
        <p:sp>
          <p:nvSpPr>
            <p:cNvPr id="251" name="Freeform 251"/>
            <p:cNvSpPr/>
            <p:nvPr/>
          </p:nvSpPr>
          <p:spPr>
            <a:xfrm>
              <a:off x="9408795" y="340614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53912">
              <a:solidFill>
                <a:srgbClr val="7E00DB"/>
              </a:solidFill>
            </a:ln>
          </p:spPr>
        </p:sp>
        <p:sp>
          <p:nvSpPr>
            <p:cNvPr id="252" name="Freeform 252"/>
            <p:cNvSpPr/>
            <p:nvPr/>
          </p:nvSpPr>
          <p:spPr>
            <a:xfrm>
              <a:off x="9436418" y="340614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53912">
              <a:solidFill>
                <a:srgbClr val="7800E9"/>
              </a:solidFill>
            </a:ln>
          </p:spPr>
        </p:sp>
        <p:sp>
          <p:nvSpPr>
            <p:cNvPr id="253" name="Freeform 253"/>
            <p:cNvSpPr/>
            <p:nvPr/>
          </p:nvSpPr>
          <p:spPr>
            <a:xfrm>
              <a:off x="9464040" y="340614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53912">
              <a:solidFill>
                <a:srgbClr val="6F00F8"/>
              </a:solidFill>
            </a:ln>
          </p:spPr>
        </p:sp>
        <p:sp>
          <p:nvSpPr>
            <p:cNvPr id="254" name="Freeform 254"/>
            <p:cNvSpPr/>
            <p:nvPr/>
          </p:nvSpPr>
          <p:spPr>
            <a:xfrm>
              <a:off x="9492615" y="340614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53912">
              <a:solidFill>
                <a:srgbClr val="6100FF"/>
              </a:solidFill>
            </a:ln>
          </p:spPr>
        </p:sp>
        <p:sp>
          <p:nvSpPr>
            <p:cNvPr id="255" name="Freeform 255"/>
            <p:cNvSpPr/>
            <p:nvPr/>
          </p:nvSpPr>
          <p:spPr>
            <a:xfrm>
              <a:off x="9520238" y="340614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53912">
              <a:solidFill>
                <a:srgbClr val="5000FF"/>
              </a:solidFill>
            </a:ln>
          </p:spPr>
        </p:sp>
        <p:sp>
          <p:nvSpPr>
            <p:cNvPr id="256" name="Freeform 256"/>
            <p:cNvSpPr/>
            <p:nvPr/>
          </p:nvSpPr>
          <p:spPr>
            <a:xfrm>
              <a:off x="9547860" y="340614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53912">
              <a:solidFill>
                <a:srgbClr val="3D00FF"/>
              </a:solidFill>
            </a:ln>
          </p:spPr>
        </p:sp>
        <p:sp>
          <p:nvSpPr>
            <p:cNvPr id="257" name="Freeform 257"/>
            <p:cNvSpPr/>
            <p:nvPr/>
          </p:nvSpPr>
          <p:spPr>
            <a:xfrm>
              <a:off x="9576435" y="340614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53912">
              <a:solidFill>
                <a:srgbClr val="2800FF"/>
              </a:solidFill>
            </a:ln>
          </p:spPr>
        </p:sp>
        <p:sp>
          <p:nvSpPr>
            <p:cNvPr id="258" name="Freeform 258"/>
            <p:cNvSpPr/>
            <p:nvPr/>
          </p:nvSpPr>
          <p:spPr>
            <a:xfrm>
              <a:off x="9604058" y="340614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53912">
              <a:solidFill>
                <a:srgbClr val="1100FF"/>
              </a:solidFill>
            </a:ln>
          </p:spPr>
        </p:sp>
        <p:sp>
          <p:nvSpPr>
            <p:cNvPr id="259" name="Freeform 259"/>
            <p:cNvSpPr/>
            <p:nvPr/>
          </p:nvSpPr>
          <p:spPr>
            <a:xfrm>
              <a:off x="9632632" y="340614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53912">
              <a:solidFill>
                <a:srgbClr val="0013FF"/>
              </a:solidFill>
            </a:ln>
          </p:spPr>
        </p:sp>
        <p:sp>
          <p:nvSpPr>
            <p:cNvPr id="260" name="Freeform 260"/>
            <p:cNvSpPr/>
            <p:nvPr/>
          </p:nvSpPr>
          <p:spPr>
            <a:xfrm>
              <a:off x="9660255" y="340614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53912">
              <a:solidFill>
                <a:srgbClr val="002FFF"/>
              </a:solidFill>
            </a:ln>
          </p:spPr>
        </p:sp>
        <p:sp>
          <p:nvSpPr>
            <p:cNvPr id="261" name="Freeform 261"/>
            <p:cNvSpPr/>
            <p:nvPr/>
          </p:nvSpPr>
          <p:spPr>
            <a:xfrm>
              <a:off x="9687878" y="340614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53912">
              <a:solidFill>
                <a:srgbClr val="0046FF"/>
              </a:solidFill>
            </a:ln>
          </p:spPr>
        </p:sp>
        <p:sp>
          <p:nvSpPr>
            <p:cNvPr id="262" name="Freeform 262"/>
            <p:cNvSpPr/>
            <p:nvPr/>
          </p:nvSpPr>
          <p:spPr>
            <a:xfrm>
              <a:off x="9716452" y="340614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53912">
              <a:solidFill>
                <a:srgbClr val="005CFF"/>
              </a:solidFill>
            </a:ln>
          </p:spPr>
        </p:sp>
        <p:sp>
          <p:nvSpPr>
            <p:cNvPr id="263" name="Freeform 263"/>
            <p:cNvSpPr/>
            <p:nvPr/>
          </p:nvSpPr>
          <p:spPr>
            <a:xfrm>
              <a:off x="9743122" y="340614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53912">
              <a:solidFill>
                <a:srgbClr val="0071FF"/>
              </a:solidFill>
            </a:ln>
          </p:spPr>
        </p:sp>
        <p:sp>
          <p:nvSpPr>
            <p:cNvPr id="264" name="Freeform 264"/>
            <p:cNvSpPr/>
            <p:nvPr/>
          </p:nvSpPr>
          <p:spPr>
            <a:xfrm>
              <a:off x="9771698" y="340614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53912">
              <a:solidFill>
                <a:srgbClr val="0084FF"/>
              </a:solidFill>
            </a:ln>
          </p:spPr>
        </p:sp>
        <p:sp>
          <p:nvSpPr>
            <p:cNvPr id="265" name="Freeform 265"/>
            <p:cNvSpPr/>
            <p:nvPr/>
          </p:nvSpPr>
          <p:spPr>
            <a:xfrm>
              <a:off x="9799320" y="340614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53912">
              <a:solidFill>
                <a:srgbClr val="0097FF"/>
              </a:solidFill>
            </a:ln>
          </p:spPr>
        </p:sp>
        <p:sp>
          <p:nvSpPr>
            <p:cNvPr id="266" name="Freeform 266"/>
            <p:cNvSpPr/>
            <p:nvPr/>
          </p:nvSpPr>
          <p:spPr>
            <a:xfrm>
              <a:off x="9826942" y="340614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53912">
              <a:solidFill>
                <a:srgbClr val="00A9FF"/>
              </a:solidFill>
            </a:ln>
          </p:spPr>
        </p:sp>
        <p:sp>
          <p:nvSpPr>
            <p:cNvPr id="267" name="Freeform 267"/>
            <p:cNvSpPr/>
            <p:nvPr/>
          </p:nvSpPr>
          <p:spPr>
            <a:xfrm>
              <a:off x="9855518" y="340614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53912">
              <a:solidFill>
                <a:srgbClr val="00BBFF"/>
              </a:solidFill>
            </a:ln>
          </p:spPr>
        </p:sp>
        <p:sp>
          <p:nvSpPr>
            <p:cNvPr id="268" name="Freeform 268"/>
            <p:cNvSpPr/>
            <p:nvPr/>
          </p:nvSpPr>
          <p:spPr>
            <a:xfrm>
              <a:off x="9883140" y="340614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53912">
              <a:solidFill>
                <a:srgbClr val="00CDFF"/>
              </a:solidFill>
            </a:ln>
          </p:spPr>
        </p:sp>
        <p:sp>
          <p:nvSpPr>
            <p:cNvPr id="269" name="Freeform 269"/>
            <p:cNvSpPr/>
            <p:nvPr/>
          </p:nvSpPr>
          <p:spPr>
            <a:xfrm>
              <a:off x="9911715" y="340614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53912">
              <a:solidFill>
                <a:srgbClr val="00DEFF"/>
              </a:solidFill>
            </a:ln>
          </p:spPr>
        </p:sp>
        <p:sp>
          <p:nvSpPr>
            <p:cNvPr id="270" name="Freeform 270"/>
            <p:cNvSpPr/>
            <p:nvPr/>
          </p:nvSpPr>
          <p:spPr>
            <a:xfrm>
              <a:off x="9939338" y="340614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53912">
              <a:solidFill>
                <a:srgbClr val="00EFFF"/>
              </a:solidFill>
            </a:ln>
          </p:spPr>
        </p:sp>
        <p:sp>
          <p:nvSpPr>
            <p:cNvPr id="271" name="Freeform 271"/>
            <p:cNvSpPr/>
            <p:nvPr/>
          </p:nvSpPr>
          <p:spPr>
            <a:xfrm>
              <a:off x="9966960" y="340614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53912">
              <a:solidFill>
                <a:srgbClr val="00FFFF"/>
              </a:solidFill>
            </a:ln>
          </p:spPr>
        </p:sp>
        <p:sp>
          <p:nvSpPr>
            <p:cNvPr id="272" name="Freeform 272"/>
            <p:cNvSpPr/>
            <p:nvPr/>
          </p:nvSpPr>
          <p:spPr>
            <a:xfrm>
              <a:off x="9995535" y="340614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53912">
              <a:solidFill>
                <a:srgbClr val="00FFD5"/>
              </a:solidFill>
            </a:ln>
          </p:spPr>
        </p:sp>
        <p:sp>
          <p:nvSpPr>
            <p:cNvPr id="273" name="Freeform 273"/>
            <p:cNvSpPr/>
            <p:nvPr/>
          </p:nvSpPr>
          <p:spPr>
            <a:xfrm>
              <a:off x="10023158" y="340614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53912">
              <a:solidFill>
                <a:srgbClr val="00FFA9"/>
              </a:solidFill>
            </a:ln>
          </p:spPr>
        </p:sp>
        <p:sp>
          <p:nvSpPr>
            <p:cNvPr id="274" name="Freeform 274"/>
            <p:cNvSpPr/>
            <p:nvPr/>
          </p:nvSpPr>
          <p:spPr>
            <a:xfrm>
              <a:off x="10050780" y="340614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53912">
              <a:solidFill>
                <a:srgbClr val="00FF7B"/>
              </a:solidFill>
            </a:ln>
          </p:spPr>
        </p:sp>
        <p:sp>
          <p:nvSpPr>
            <p:cNvPr id="275" name="Freeform 275"/>
            <p:cNvSpPr/>
            <p:nvPr/>
          </p:nvSpPr>
          <p:spPr>
            <a:xfrm>
              <a:off x="10078402" y="340614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53912">
              <a:solidFill>
                <a:srgbClr val="00FF46"/>
              </a:solidFill>
            </a:ln>
          </p:spPr>
        </p:sp>
        <p:sp>
          <p:nvSpPr>
            <p:cNvPr id="276" name="Freeform 276"/>
            <p:cNvSpPr/>
            <p:nvPr/>
          </p:nvSpPr>
          <p:spPr>
            <a:xfrm>
              <a:off x="10106978" y="340614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53912">
              <a:solidFill>
                <a:srgbClr val="00FF00"/>
              </a:solidFill>
            </a:ln>
          </p:spPr>
        </p:sp>
        <p:sp>
          <p:nvSpPr>
            <p:cNvPr id="277" name="Freeform 277"/>
            <p:cNvSpPr/>
            <p:nvPr/>
          </p:nvSpPr>
          <p:spPr>
            <a:xfrm>
              <a:off x="10134600" y="340614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53912">
              <a:solidFill>
                <a:srgbClr val="1AFF00"/>
              </a:solidFill>
            </a:ln>
          </p:spPr>
        </p:sp>
        <p:sp>
          <p:nvSpPr>
            <p:cNvPr id="278" name="Freeform 278"/>
            <p:cNvSpPr/>
            <p:nvPr/>
          </p:nvSpPr>
          <p:spPr>
            <a:xfrm>
              <a:off x="10162222" y="340614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53912">
              <a:solidFill>
                <a:srgbClr val="2DFF00"/>
              </a:solidFill>
            </a:ln>
          </p:spPr>
        </p:sp>
        <p:sp>
          <p:nvSpPr>
            <p:cNvPr id="279" name="Freeform 279"/>
            <p:cNvSpPr/>
            <p:nvPr/>
          </p:nvSpPr>
          <p:spPr>
            <a:xfrm>
              <a:off x="10190798" y="340614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53912">
              <a:solidFill>
                <a:srgbClr val="3EFF00"/>
              </a:solidFill>
            </a:ln>
          </p:spPr>
        </p:sp>
        <p:sp>
          <p:nvSpPr>
            <p:cNvPr id="280" name="Freeform 280"/>
            <p:cNvSpPr/>
            <p:nvPr/>
          </p:nvSpPr>
          <p:spPr>
            <a:xfrm>
              <a:off x="10218420" y="340614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53912">
              <a:solidFill>
                <a:srgbClr val="4EFF00"/>
              </a:solidFill>
            </a:ln>
          </p:spPr>
        </p:sp>
        <p:sp>
          <p:nvSpPr>
            <p:cNvPr id="281" name="Freeform 281"/>
            <p:cNvSpPr/>
            <p:nvPr/>
          </p:nvSpPr>
          <p:spPr>
            <a:xfrm>
              <a:off x="10246042" y="340614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53912">
              <a:solidFill>
                <a:srgbClr val="5EFF00"/>
              </a:solidFill>
            </a:ln>
          </p:spPr>
        </p:sp>
        <p:sp>
          <p:nvSpPr>
            <p:cNvPr id="282" name="Freeform 282"/>
            <p:cNvSpPr/>
            <p:nvPr/>
          </p:nvSpPr>
          <p:spPr>
            <a:xfrm>
              <a:off x="10274618" y="340614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53912">
              <a:solidFill>
                <a:srgbClr val="6CFF00"/>
              </a:solidFill>
            </a:ln>
          </p:spPr>
        </p:sp>
        <p:sp>
          <p:nvSpPr>
            <p:cNvPr id="283" name="Freeform 283"/>
            <p:cNvSpPr/>
            <p:nvPr/>
          </p:nvSpPr>
          <p:spPr>
            <a:xfrm>
              <a:off x="10302240" y="340614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53912">
              <a:solidFill>
                <a:srgbClr val="7BFF00"/>
              </a:solidFill>
            </a:ln>
          </p:spPr>
        </p:sp>
        <p:sp>
          <p:nvSpPr>
            <p:cNvPr id="284" name="Freeform 284"/>
            <p:cNvSpPr/>
            <p:nvPr/>
          </p:nvSpPr>
          <p:spPr>
            <a:xfrm>
              <a:off x="10329862" y="340614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53912">
              <a:solidFill>
                <a:srgbClr val="88FF00"/>
              </a:solidFill>
            </a:ln>
          </p:spPr>
        </p:sp>
        <p:sp>
          <p:nvSpPr>
            <p:cNvPr id="285" name="Freeform 285"/>
            <p:cNvSpPr/>
            <p:nvPr/>
          </p:nvSpPr>
          <p:spPr>
            <a:xfrm>
              <a:off x="10357485" y="340614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53912">
              <a:solidFill>
                <a:srgbClr val="96FF00"/>
              </a:solidFill>
            </a:ln>
          </p:spPr>
        </p:sp>
        <p:sp>
          <p:nvSpPr>
            <p:cNvPr id="286" name="Freeform 286"/>
            <p:cNvSpPr/>
            <p:nvPr/>
          </p:nvSpPr>
          <p:spPr>
            <a:xfrm>
              <a:off x="10386060" y="340614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53912">
              <a:solidFill>
                <a:srgbClr val="A3FF00"/>
              </a:solidFill>
            </a:ln>
          </p:spPr>
        </p:sp>
        <p:sp>
          <p:nvSpPr>
            <p:cNvPr id="287" name="Freeform 287"/>
            <p:cNvSpPr/>
            <p:nvPr/>
          </p:nvSpPr>
          <p:spPr>
            <a:xfrm>
              <a:off x="10413682" y="340614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53912">
              <a:solidFill>
                <a:srgbClr val="B0FF00"/>
              </a:solidFill>
            </a:ln>
          </p:spPr>
        </p:sp>
        <p:sp>
          <p:nvSpPr>
            <p:cNvPr id="288" name="Freeform 288"/>
            <p:cNvSpPr/>
            <p:nvPr/>
          </p:nvSpPr>
          <p:spPr>
            <a:xfrm>
              <a:off x="10441305" y="340614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53912">
              <a:solidFill>
                <a:srgbClr val="BDFF00"/>
              </a:solidFill>
            </a:ln>
          </p:spPr>
        </p:sp>
        <p:sp>
          <p:nvSpPr>
            <p:cNvPr id="289" name="Freeform 289"/>
            <p:cNvSpPr/>
            <p:nvPr/>
          </p:nvSpPr>
          <p:spPr>
            <a:xfrm>
              <a:off x="10469880" y="340614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53912">
              <a:solidFill>
                <a:srgbClr val="C9FF00"/>
              </a:solidFill>
            </a:ln>
          </p:spPr>
        </p:sp>
        <p:sp>
          <p:nvSpPr>
            <p:cNvPr id="290" name="Freeform 290"/>
            <p:cNvSpPr/>
            <p:nvPr/>
          </p:nvSpPr>
          <p:spPr>
            <a:xfrm>
              <a:off x="10497502" y="340614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53912">
              <a:solidFill>
                <a:srgbClr val="D5FF00"/>
              </a:solidFill>
            </a:ln>
          </p:spPr>
        </p:sp>
        <p:sp>
          <p:nvSpPr>
            <p:cNvPr id="291" name="Freeform 291"/>
            <p:cNvSpPr/>
            <p:nvPr/>
          </p:nvSpPr>
          <p:spPr>
            <a:xfrm>
              <a:off x="10525125" y="340614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53912">
              <a:solidFill>
                <a:srgbClr val="E1FF00"/>
              </a:solidFill>
            </a:ln>
          </p:spPr>
        </p:sp>
        <p:sp>
          <p:nvSpPr>
            <p:cNvPr id="292" name="Freeform 292"/>
            <p:cNvSpPr/>
            <p:nvPr/>
          </p:nvSpPr>
          <p:spPr>
            <a:xfrm>
              <a:off x="10553700" y="340614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53912">
              <a:solidFill>
                <a:srgbClr val="EDFF00"/>
              </a:solidFill>
            </a:ln>
          </p:spPr>
        </p:sp>
        <p:sp>
          <p:nvSpPr>
            <p:cNvPr id="293" name="Freeform 293"/>
            <p:cNvSpPr/>
            <p:nvPr/>
          </p:nvSpPr>
          <p:spPr>
            <a:xfrm>
              <a:off x="10581322" y="340614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53912">
              <a:solidFill>
                <a:srgbClr val="F9FF00"/>
              </a:solidFill>
            </a:ln>
          </p:spPr>
        </p:sp>
        <p:sp>
          <p:nvSpPr>
            <p:cNvPr id="294" name="Freeform 294"/>
            <p:cNvSpPr/>
            <p:nvPr/>
          </p:nvSpPr>
          <p:spPr>
            <a:xfrm>
              <a:off x="10608945" y="340614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53912">
              <a:solidFill>
                <a:srgbClr val="FFF900"/>
              </a:solidFill>
            </a:ln>
          </p:spPr>
        </p:sp>
        <p:sp>
          <p:nvSpPr>
            <p:cNvPr id="295" name="Freeform 295"/>
            <p:cNvSpPr/>
            <p:nvPr/>
          </p:nvSpPr>
          <p:spPr>
            <a:xfrm>
              <a:off x="10637520" y="340614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53912">
              <a:solidFill>
                <a:srgbClr val="FFEC00"/>
              </a:solidFill>
            </a:ln>
          </p:spPr>
        </p:sp>
        <p:sp>
          <p:nvSpPr>
            <p:cNvPr id="296" name="Freeform 296"/>
            <p:cNvSpPr/>
            <p:nvPr/>
          </p:nvSpPr>
          <p:spPr>
            <a:xfrm>
              <a:off x="10665142" y="340614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53912">
              <a:solidFill>
                <a:srgbClr val="FFDF00"/>
              </a:solidFill>
            </a:ln>
          </p:spPr>
        </p:sp>
        <p:sp>
          <p:nvSpPr>
            <p:cNvPr id="297" name="Freeform 297"/>
            <p:cNvSpPr/>
            <p:nvPr/>
          </p:nvSpPr>
          <p:spPr>
            <a:xfrm>
              <a:off x="10692765" y="340614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53912">
              <a:solidFill>
                <a:srgbClr val="FFD200"/>
              </a:solidFill>
            </a:ln>
          </p:spPr>
        </p:sp>
        <p:sp>
          <p:nvSpPr>
            <p:cNvPr id="298" name="Freeform 298"/>
            <p:cNvSpPr/>
            <p:nvPr/>
          </p:nvSpPr>
          <p:spPr>
            <a:xfrm>
              <a:off x="10720388" y="340614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53912">
              <a:solidFill>
                <a:srgbClr val="FFC500"/>
              </a:solidFill>
            </a:ln>
          </p:spPr>
        </p:sp>
        <p:sp>
          <p:nvSpPr>
            <p:cNvPr id="299" name="Freeform 299"/>
            <p:cNvSpPr/>
            <p:nvPr/>
          </p:nvSpPr>
          <p:spPr>
            <a:xfrm>
              <a:off x="10748962" y="340614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53912">
              <a:solidFill>
                <a:srgbClr val="FFB700"/>
              </a:solidFill>
            </a:ln>
          </p:spPr>
        </p:sp>
        <p:sp>
          <p:nvSpPr>
            <p:cNvPr id="300" name="Freeform 300"/>
            <p:cNvSpPr/>
            <p:nvPr/>
          </p:nvSpPr>
          <p:spPr>
            <a:xfrm>
              <a:off x="10776585" y="340614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53912">
              <a:solidFill>
                <a:srgbClr val="FFA900"/>
              </a:solidFill>
            </a:ln>
          </p:spPr>
        </p:sp>
        <p:sp>
          <p:nvSpPr>
            <p:cNvPr id="301" name="Freeform 301"/>
            <p:cNvSpPr/>
            <p:nvPr/>
          </p:nvSpPr>
          <p:spPr>
            <a:xfrm>
              <a:off x="10804208" y="340614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53912">
              <a:solidFill>
                <a:srgbClr val="FF9B00"/>
              </a:solidFill>
            </a:ln>
          </p:spPr>
        </p:sp>
        <p:sp>
          <p:nvSpPr>
            <p:cNvPr id="302" name="Freeform 302"/>
            <p:cNvSpPr/>
            <p:nvPr/>
          </p:nvSpPr>
          <p:spPr>
            <a:xfrm>
              <a:off x="10832782" y="340614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53912">
              <a:solidFill>
                <a:srgbClr val="FF8D00"/>
              </a:solidFill>
            </a:ln>
          </p:spPr>
        </p:sp>
        <p:sp>
          <p:nvSpPr>
            <p:cNvPr id="303" name="Freeform 303"/>
            <p:cNvSpPr/>
            <p:nvPr/>
          </p:nvSpPr>
          <p:spPr>
            <a:xfrm>
              <a:off x="10860405" y="340614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53912">
              <a:solidFill>
                <a:srgbClr val="FF7E00"/>
              </a:solidFill>
            </a:ln>
          </p:spPr>
        </p:sp>
        <p:sp>
          <p:nvSpPr>
            <p:cNvPr id="304" name="Freeform 304"/>
            <p:cNvSpPr/>
            <p:nvPr/>
          </p:nvSpPr>
          <p:spPr>
            <a:xfrm>
              <a:off x="10888980" y="340614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53912">
              <a:solidFill>
                <a:srgbClr val="FF6F00"/>
              </a:solidFill>
            </a:ln>
          </p:spPr>
        </p:sp>
        <p:sp>
          <p:nvSpPr>
            <p:cNvPr id="305" name="Freeform 305"/>
            <p:cNvSpPr/>
            <p:nvPr/>
          </p:nvSpPr>
          <p:spPr>
            <a:xfrm>
              <a:off x="10916602" y="340614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53912">
              <a:solidFill>
                <a:srgbClr val="FF5F00"/>
              </a:solidFill>
            </a:ln>
          </p:spPr>
        </p:sp>
        <p:sp>
          <p:nvSpPr>
            <p:cNvPr id="306" name="Freeform 306"/>
            <p:cNvSpPr/>
            <p:nvPr/>
          </p:nvSpPr>
          <p:spPr>
            <a:xfrm>
              <a:off x="10944225" y="340614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53912">
              <a:solidFill>
                <a:srgbClr val="FF4F00"/>
              </a:solidFill>
            </a:ln>
          </p:spPr>
        </p:sp>
        <p:sp>
          <p:nvSpPr>
            <p:cNvPr id="307" name="Freeform 307"/>
            <p:cNvSpPr/>
            <p:nvPr/>
          </p:nvSpPr>
          <p:spPr>
            <a:xfrm>
              <a:off x="10971848" y="340614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53912">
              <a:solidFill>
                <a:srgbClr val="FF3E00"/>
              </a:solidFill>
            </a:ln>
          </p:spPr>
        </p:sp>
        <p:sp>
          <p:nvSpPr>
            <p:cNvPr id="308" name="Freeform 308"/>
            <p:cNvSpPr/>
            <p:nvPr/>
          </p:nvSpPr>
          <p:spPr>
            <a:xfrm>
              <a:off x="10999470" y="340614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53912">
              <a:solidFill>
                <a:srgbClr val="FF2B00"/>
              </a:solidFill>
            </a:ln>
          </p:spPr>
        </p:sp>
        <p:sp>
          <p:nvSpPr>
            <p:cNvPr id="309" name="Freeform 309"/>
            <p:cNvSpPr/>
            <p:nvPr/>
          </p:nvSpPr>
          <p:spPr>
            <a:xfrm>
              <a:off x="11028045" y="340614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53912">
              <a:solidFill>
                <a:srgbClr val="FF1600"/>
              </a:solidFill>
            </a:ln>
          </p:spPr>
        </p:sp>
        <p:sp>
          <p:nvSpPr>
            <p:cNvPr id="310" name="Freeform 310"/>
            <p:cNvSpPr/>
            <p:nvPr/>
          </p:nvSpPr>
          <p:spPr>
            <a:xfrm>
              <a:off x="11055668" y="340614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53912">
              <a:solidFill>
                <a:srgbClr val="FF0000"/>
              </a:solidFill>
            </a:ln>
          </p:spPr>
        </p:sp>
        <p:sp>
          <p:nvSpPr>
            <p:cNvPr id="311" name="Freeform 311"/>
            <p:cNvSpPr/>
            <p:nvPr/>
          </p:nvSpPr>
          <p:spPr>
            <a:xfrm>
              <a:off x="11083290" y="340614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53912">
              <a:solidFill>
                <a:srgbClr val="FF0000"/>
              </a:solidFill>
            </a:ln>
          </p:spPr>
        </p:sp>
        <p:sp>
          <p:nvSpPr>
            <p:cNvPr id="312" name="Freeform 312"/>
            <p:cNvSpPr/>
            <p:nvPr/>
          </p:nvSpPr>
          <p:spPr>
            <a:xfrm>
              <a:off x="11111865" y="340614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53912">
              <a:solidFill>
                <a:srgbClr val="FF0000"/>
              </a:solidFill>
            </a:ln>
          </p:spPr>
        </p:sp>
        <p:sp>
          <p:nvSpPr>
            <p:cNvPr id="313" name="Freeform 313"/>
            <p:cNvSpPr/>
            <p:nvPr/>
          </p:nvSpPr>
          <p:spPr>
            <a:xfrm>
              <a:off x="11139488" y="340614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53912">
              <a:solidFill>
                <a:srgbClr val="FF0000"/>
              </a:solidFill>
            </a:ln>
          </p:spPr>
        </p:sp>
        <p:sp>
          <p:nvSpPr>
            <p:cNvPr id="314" name="Freeform 314"/>
            <p:cNvSpPr/>
            <p:nvPr/>
          </p:nvSpPr>
          <p:spPr>
            <a:xfrm>
              <a:off x="11168062" y="340614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53912">
              <a:solidFill>
                <a:srgbClr val="FF0000"/>
              </a:solidFill>
            </a:ln>
          </p:spPr>
        </p:sp>
        <p:sp>
          <p:nvSpPr>
            <p:cNvPr id="315" name="Freeform 315"/>
            <p:cNvSpPr/>
            <p:nvPr/>
          </p:nvSpPr>
          <p:spPr>
            <a:xfrm>
              <a:off x="9339262" y="2590800"/>
              <a:ext cx="9525" cy="1263968"/>
            </a:xfrm>
            <a:custGeom>
              <a:avLst/>
              <a:gdLst/>
              <a:ahLst/>
              <a:cxnLst/>
              <a:rect l="l" t="t" r="r" b="b"/>
              <a:pathLst>
                <a:path w="9525" h="1263968">
                  <a:moveTo>
                    <a:pt x="0" y="0"/>
                  </a:moveTo>
                  <a:lnTo>
                    <a:pt x="0" y="1263968"/>
                  </a:lnTo>
                </a:path>
              </a:pathLst>
            </a:custGeom>
            <a:noFill/>
            <a:ln w="15240">
              <a:solidFill>
                <a:srgbClr val="B42318"/>
              </a:solidFill>
              <a:custDash>
                <a:ds d="375000" sp="250000"/>
              </a:custDash>
            </a:ln>
          </p:spPr>
        </p:sp>
        <p:sp>
          <p:nvSpPr>
            <p:cNvPr id="316" name="Freeform 316"/>
            <p:cNvSpPr/>
            <p:nvPr/>
          </p:nvSpPr>
          <p:spPr>
            <a:xfrm>
              <a:off x="10083165" y="2590800"/>
              <a:ext cx="9525" cy="1263968"/>
            </a:xfrm>
            <a:custGeom>
              <a:avLst/>
              <a:gdLst/>
              <a:ahLst/>
              <a:cxnLst/>
              <a:rect l="l" t="t" r="r" b="b"/>
              <a:pathLst>
                <a:path w="9525" h="1263968">
                  <a:moveTo>
                    <a:pt x="0" y="0"/>
                  </a:moveTo>
                  <a:lnTo>
                    <a:pt x="0" y="1263968"/>
                  </a:lnTo>
                </a:path>
              </a:pathLst>
            </a:custGeom>
            <a:noFill/>
            <a:ln w="15240">
              <a:solidFill>
                <a:srgbClr val="B42318"/>
              </a:solidFill>
              <a:custDash>
                <a:ds d="375000" sp="250000"/>
              </a:custDash>
            </a:ln>
          </p:spPr>
        </p:sp>
        <p:sp>
          <p:nvSpPr>
            <p:cNvPr id="317" name="Freeform 317"/>
            <p:cNvSpPr/>
            <p:nvPr/>
          </p:nvSpPr>
          <p:spPr>
            <a:xfrm>
              <a:off x="9444038" y="4002405"/>
              <a:ext cx="534352" cy="9525"/>
            </a:xfrm>
            <a:custGeom>
              <a:avLst/>
              <a:gdLst/>
              <a:ahLst/>
              <a:cxnLst/>
              <a:rect l="l" t="t" r="r" b="b"/>
              <a:pathLst>
                <a:path w="534352" h="9525">
                  <a:moveTo>
                    <a:pt x="0" y="0"/>
                  </a:moveTo>
                  <a:lnTo>
                    <a:pt x="534352" y="0"/>
                  </a:ln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318" name="Freeform 318"/>
            <p:cNvSpPr/>
            <p:nvPr/>
          </p:nvSpPr>
          <p:spPr>
            <a:xfrm>
              <a:off x="9978390" y="395478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319" name="Freeform 319"/>
            <p:cNvSpPr/>
            <p:nvPr/>
          </p:nvSpPr>
          <p:spPr>
            <a:xfrm>
              <a:off x="9348788" y="395478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320" name="Freeform 320"/>
            <p:cNvSpPr/>
            <p:nvPr/>
          </p:nvSpPr>
          <p:spPr>
            <a:xfrm>
              <a:off x="6557010" y="4384358"/>
              <a:ext cx="4652963" cy="9525"/>
            </a:xfrm>
            <a:custGeom>
              <a:avLst/>
              <a:gdLst/>
              <a:ahLst/>
              <a:cxnLst/>
              <a:rect l="l" t="t" r="r" b="b"/>
              <a:pathLst>
                <a:path w="4652963" h="9525">
                  <a:moveTo>
                    <a:pt x="0" y="0"/>
                  </a:moveTo>
                  <a:lnTo>
                    <a:pt x="4652963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321" name="Freeform 321"/>
            <p:cNvSpPr/>
            <p:nvPr/>
          </p:nvSpPr>
          <p:spPr>
            <a:xfrm>
              <a:off x="11209972" y="433673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22" name="Freeform 322"/>
            <p:cNvSpPr/>
            <p:nvPr/>
          </p:nvSpPr>
          <p:spPr>
            <a:xfrm>
              <a:off x="6547485" y="4359592"/>
              <a:ext cx="9525" cy="49530"/>
            </a:xfrm>
            <a:custGeom>
              <a:avLst/>
              <a:gdLst/>
              <a:ahLst/>
              <a:cxnLst/>
              <a:rect l="l" t="t" r="r" b="b"/>
              <a:pathLst>
                <a:path w="9525" h="49530">
                  <a:moveTo>
                    <a:pt x="0" y="0"/>
                  </a:moveTo>
                  <a:lnTo>
                    <a:pt x="0" y="4953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323" name="Freeform 323"/>
            <p:cNvSpPr/>
            <p:nvPr/>
          </p:nvSpPr>
          <p:spPr>
            <a:xfrm>
              <a:off x="7478078" y="4359592"/>
              <a:ext cx="9525" cy="49530"/>
            </a:xfrm>
            <a:custGeom>
              <a:avLst/>
              <a:gdLst/>
              <a:ahLst/>
              <a:cxnLst/>
              <a:rect l="l" t="t" r="r" b="b"/>
              <a:pathLst>
                <a:path w="9525" h="49530">
                  <a:moveTo>
                    <a:pt x="0" y="0"/>
                  </a:moveTo>
                  <a:lnTo>
                    <a:pt x="0" y="4953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324" name="Freeform 324"/>
            <p:cNvSpPr/>
            <p:nvPr/>
          </p:nvSpPr>
          <p:spPr>
            <a:xfrm>
              <a:off x="8408670" y="4359592"/>
              <a:ext cx="9525" cy="49530"/>
            </a:xfrm>
            <a:custGeom>
              <a:avLst/>
              <a:gdLst/>
              <a:ahLst/>
              <a:cxnLst/>
              <a:rect l="l" t="t" r="r" b="b"/>
              <a:pathLst>
                <a:path w="9525" h="49530">
                  <a:moveTo>
                    <a:pt x="0" y="0"/>
                  </a:moveTo>
                  <a:lnTo>
                    <a:pt x="0" y="4953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325" name="Freeform 325"/>
            <p:cNvSpPr/>
            <p:nvPr/>
          </p:nvSpPr>
          <p:spPr>
            <a:xfrm>
              <a:off x="9339262" y="4359592"/>
              <a:ext cx="9525" cy="49530"/>
            </a:xfrm>
            <a:custGeom>
              <a:avLst/>
              <a:gdLst/>
              <a:ahLst/>
              <a:cxnLst/>
              <a:rect l="l" t="t" r="r" b="b"/>
              <a:pathLst>
                <a:path w="9525" h="49530">
                  <a:moveTo>
                    <a:pt x="0" y="0"/>
                  </a:moveTo>
                  <a:lnTo>
                    <a:pt x="0" y="4953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326" name="Freeform 326"/>
            <p:cNvSpPr/>
            <p:nvPr/>
          </p:nvSpPr>
          <p:spPr>
            <a:xfrm>
              <a:off x="10269855" y="4359592"/>
              <a:ext cx="9525" cy="49530"/>
            </a:xfrm>
            <a:custGeom>
              <a:avLst/>
              <a:gdLst/>
              <a:ahLst/>
              <a:cxnLst/>
              <a:rect l="l" t="t" r="r" b="b"/>
              <a:pathLst>
                <a:path w="9525" h="49530">
                  <a:moveTo>
                    <a:pt x="0" y="0"/>
                  </a:moveTo>
                  <a:lnTo>
                    <a:pt x="0" y="4953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327" name="Freeform 327"/>
            <p:cNvSpPr/>
            <p:nvPr/>
          </p:nvSpPr>
          <p:spPr>
            <a:xfrm>
              <a:off x="11200448" y="4359592"/>
              <a:ext cx="9525" cy="49530"/>
            </a:xfrm>
            <a:custGeom>
              <a:avLst/>
              <a:gdLst/>
              <a:ahLst/>
              <a:cxnLst/>
              <a:rect l="l" t="t" r="r" b="b"/>
              <a:pathLst>
                <a:path w="9525" h="49530">
                  <a:moveTo>
                    <a:pt x="0" y="0"/>
                  </a:moveTo>
                  <a:lnTo>
                    <a:pt x="0" y="4953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328" name="TextBox 328"/>
            <p:cNvSpPr txBox="1"/>
            <p:nvPr/>
          </p:nvSpPr>
          <p:spPr>
            <a:xfrm>
              <a:off x="6161237" y="2034540"/>
              <a:ext cx="29576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= 1</a:t>
              </a:r>
            </a:p>
          </p:txBody>
        </p:sp>
        <p:sp>
          <p:nvSpPr>
            <p:cNvPr id="329" name="TextBox 329"/>
            <p:cNvSpPr txBox="1"/>
            <p:nvPr/>
          </p:nvSpPr>
          <p:spPr>
            <a:xfrm>
              <a:off x="6161237" y="2780348"/>
              <a:ext cx="29576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= 2</a:t>
              </a:r>
            </a:p>
          </p:txBody>
        </p:sp>
        <p:sp>
          <p:nvSpPr>
            <p:cNvPr id="330" name="TextBox 330"/>
            <p:cNvSpPr txBox="1"/>
            <p:nvPr/>
          </p:nvSpPr>
          <p:spPr>
            <a:xfrm>
              <a:off x="6161237" y="3525202"/>
              <a:ext cx="29576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= 3</a:t>
              </a:r>
            </a:p>
          </p:txBody>
        </p:sp>
        <p:sp>
          <p:nvSpPr>
            <p:cNvPr id="331" name="TextBox 331"/>
            <p:cNvSpPr txBox="1"/>
            <p:nvPr/>
          </p:nvSpPr>
          <p:spPr>
            <a:xfrm>
              <a:off x="9343454" y="4080510"/>
              <a:ext cx="7364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二、三级重叠</a:t>
              </a:r>
            </a:p>
          </p:txBody>
        </p:sp>
        <p:sp>
          <p:nvSpPr>
            <p:cNvPr id="332" name="TextBox 332"/>
            <p:cNvSpPr txBox="1"/>
            <p:nvPr/>
          </p:nvSpPr>
          <p:spPr>
            <a:xfrm>
              <a:off x="6512366" y="448389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33" name="TextBox 333"/>
            <p:cNvSpPr txBox="1"/>
            <p:nvPr/>
          </p:nvSpPr>
          <p:spPr>
            <a:xfrm>
              <a:off x="7382245" y="4483894"/>
              <a:ext cx="19166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0.2</a:t>
              </a:r>
            </a:p>
          </p:txBody>
        </p:sp>
        <p:sp>
          <p:nvSpPr>
            <p:cNvPr id="334" name="TextBox 334"/>
            <p:cNvSpPr txBox="1"/>
            <p:nvPr/>
          </p:nvSpPr>
          <p:spPr>
            <a:xfrm>
              <a:off x="8312837" y="4483894"/>
              <a:ext cx="19166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0.4</a:t>
              </a:r>
            </a:p>
          </p:txBody>
        </p:sp>
        <p:sp>
          <p:nvSpPr>
            <p:cNvPr id="335" name="TextBox 335"/>
            <p:cNvSpPr txBox="1"/>
            <p:nvPr/>
          </p:nvSpPr>
          <p:spPr>
            <a:xfrm>
              <a:off x="9243430" y="4483894"/>
              <a:ext cx="19166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0.6</a:t>
              </a:r>
            </a:p>
          </p:txBody>
        </p:sp>
        <p:sp>
          <p:nvSpPr>
            <p:cNvPr id="336" name="TextBox 336"/>
            <p:cNvSpPr txBox="1"/>
            <p:nvPr/>
          </p:nvSpPr>
          <p:spPr>
            <a:xfrm>
              <a:off x="10174022" y="4483894"/>
              <a:ext cx="19166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0.8</a:t>
              </a:r>
            </a:p>
          </p:txBody>
        </p:sp>
        <p:sp>
          <p:nvSpPr>
            <p:cNvPr id="337" name="TextBox 337"/>
            <p:cNvSpPr txBox="1"/>
            <p:nvPr/>
          </p:nvSpPr>
          <p:spPr>
            <a:xfrm>
              <a:off x="11165328" y="448389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38" name="TextBox 338"/>
            <p:cNvSpPr txBox="1"/>
            <p:nvPr/>
          </p:nvSpPr>
          <p:spPr>
            <a:xfrm>
              <a:off x="11075678" y="4658201"/>
              <a:ext cx="22478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l-GR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sinφ</a:t>
              </a:r>
            </a:p>
          </p:txBody>
        </p:sp>
        <p:sp>
          <p:nvSpPr>
            <p:cNvPr id="339" name="TextBox 339"/>
            <p:cNvSpPr txBox="1"/>
            <p:nvPr/>
          </p:nvSpPr>
          <p:spPr>
            <a:xfrm>
              <a:off x="6542722" y="1641634"/>
              <a:ext cx="145009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d = 2 μm，白光 400～760 nm</a:t>
              </a:r>
            </a:p>
          </p:txBody>
        </p:sp>
      </p:grpSp>
      <p:grpSp>
        <p:nvGrpSpPr>
          <p:cNvPr id="347" name="c2-callout-2"/>
          <p:cNvGrpSpPr/>
          <p:nvPr/>
        </p:nvGrpSpPr>
        <p:grpSpPr>
          <a:xfrm>
            <a:off x="5707380" y="4993005"/>
            <a:ext cx="5951220" cy="1299210"/>
            <a:chOff x="5707380" y="4993005"/>
            <a:chExt cx="5951220" cy="1299210"/>
          </a:xfrm>
        </p:grpSpPr>
        <p:sp>
          <p:nvSpPr>
            <p:cNvPr id="341" name="Rectangle 341"/>
            <p:cNvSpPr/>
            <p:nvPr/>
          </p:nvSpPr>
          <p:spPr>
            <a:xfrm>
              <a:off x="5707380" y="4993005"/>
              <a:ext cx="5951220" cy="1299210"/>
            </a:xfrm>
            <a:prstGeom prst="roundRect">
              <a:avLst>
                <a:gd name="adj" fmla="val 8798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45" name="Group 345"/>
            <p:cNvGrpSpPr/>
            <p:nvPr/>
          </p:nvGrpSpPr>
          <p:grpSpPr>
            <a:xfrm>
              <a:off x="5912168" y="5542598"/>
              <a:ext cx="200026" cy="200025"/>
              <a:chOff x="5912168" y="5542598"/>
              <a:chExt cx="200026" cy="200025"/>
            </a:xfrm>
          </p:grpSpPr>
          <p:sp>
            <p:nvSpPr>
              <p:cNvPr id="342" name="Freeform 342"/>
              <p:cNvSpPr/>
              <p:nvPr/>
            </p:nvSpPr>
            <p:spPr>
              <a:xfrm>
                <a:off x="5912168" y="554259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43" name="Freeform 343"/>
              <p:cNvSpPr/>
              <p:nvPr/>
            </p:nvSpPr>
            <p:spPr>
              <a:xfrm>
                <a:off x="5951906" y="558704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44" name="Freeform 344"/>
              <p:cNvSpPr/>
              <p:nvPr/>
            </p:nvSpPr>
            <p:spPr>
              <a:xfrm>
                <a:off x="5986622" y="569817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46" name="TextBox 346"/>
            <p:cNvSpPr txBox="1"/>
            <p:nvPr/>
          </p:nvSpPr>
          <p:spPr>
            <a:xfrm>
              <a:off x="6214872" y="5299710"/>
              <a:ext cx="5020056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结果与光栅常量无关。第一级与第二级不重叠：第一级最远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760/(a+b)，小于第二级最近的 800/(a+b)，所以白光的第一级光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谱总是完整的。</a:t>
              </a:r>
            </a:p>
          </p:txBody>
        </p:sp>
      </p:grpSp>
      <p:grpSp>
        <p:nvGrpSpPr>
          <p:cNvPr id="3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48" name="TextBox 348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第8章 光的衍射</a:t>
              </a:r>
            </a:p>
          </p:txBody>
        </p:sp>
        <p:sp>
          <p:nvSpPr>
            <p:cNvPr id="349" name="TextBox 34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168817" cy="2997517"/>
            <a:chOff x="667512" y="1835468"/>
            <a:chExt cx="5168817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补充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432121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射线衍射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15891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原课件没有讲，作业选择题第 9 题要用到布拉格公式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晶体是天然的三维光栅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21627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布拉格公式 2d sinθ = kλ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求波长、晶面间距与最大波长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第8章 光的衍射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88311" cy="909257"/>
            <a:chOff x="520446" y="342900"/>
            <a:chExt cx="798831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1455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531" y="407194"/>
              <a:ext cx="19882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光的衍射 · X 射线衍射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8831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布拉格公式：相邻晶面反射光的光程差 2d sinθ = kλ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6" name="g_bragg"/>
          <p:cNvGrpSpPr/>
          <p:nvPr/>
        </p:nvGrpSpPr>
        <p:grpSpPr>
          <a:xfrm>
            <a:off x="886778" y="2166461"/>
            <a:ext cx="5068646" cy="2690050"/>
            <a:chOff x="886778" y="2166461"/>
            <a:chExt cx="5068646" cy="2690050"/>
          </a:xfrm>
        </p:grpSpPr>
        <p:sp>
          <p:nvSpPr>
            <p:cNvPr id="7" name="Freeform 7"/>
            <p:cNvSpPr/>
            <p:nvPr/>
          </p:nvSpPr>
          <p:spPr>
            <a:xfrm>
              <a:off x="901065" y="3251835"/>
              <a:ext cx="4692967" cy="9525"/>
            </a:xfrm>
            <a:custGeom>
              <a:avLst/>
              <a:gdLst/>
              <a:ahLst/>
              <a:cxnLst/>
              <a:rect l="l" t="t" r="r" b="b"/>
              <a:pathLst>
                <a:path w="4692967" h="9525">
                  <a:moveTo>
                    <a:pt x="0" y="0"/>
                  </a:moveTo>
                  <a:lnTo>
                    <a:pt x="4692967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8" name="Freeform 8"/>
            <p:cNvSpPr/>
            <p:nvPr/>
          </p:nvSpPr>
          <p:spPr>
            <a:xfrm>
              <a:off x="901065" y="3806190"/>
              <a:ext cx="4692967" cy="9525"/>
            </a:xfrm>
            <a:custGeom>
              <a:avLst/>
              <a:gdLst/>
              <a:ahLst/>
              <a:cxnLst/>
              <a:rect l="l" t="t" r="r" b="b"/>
              <a:pathLst>
                <a:path w="4692967" h="9525">
                  <a:moveTo>
                    <a:pt x="0" y="0"/>
                  </a:moveTo>
                  <a:lnTo>
                    <a:pt x="4692967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9" name="Freeform 9"/>
            <p:cNvSpPr/>
            <p:nvPr/>
          </p:nvSpPr>
          <p:spPr>
            <a:xfrm>
              <a:off x="901065" y="4360545"/>
              <a:ext cx="4692967" cy="9525"/>
            </a:xfrm>
            <a:custGeom>
              <a:avLst/>
              <a:gdLst/>
              <a:ahLst/>
              <a:cxnLst/>
              <a:rect l="l" t="t" r="r" b="b"/>
              <a:pathLst>
                <a:path w="4692967" h="9525">
                  <a:moveTo>
                    <a:pt x="0" y="0"/>
                  </a:moveTo>
                  <a:lnTo>
                    <a:pt x="4692967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10" name="Freeform 10"/>
            <p:cNvSpPr/>
            <p:nvPr/>
          </p:nvSpPr>
          <p:spPr>
            <a:xfrm>
              <a:off x="1290638" y="2365058"/>
              <a:ext cx="3551872" cy="886777"/>
            </a:xfrm>
            <a:custGeom>
              <a:avLst/>
              <a:gdLst/>
              <a:ahLst/>
              <a:cxnLst/>
              <a:rect l="l" t="t" r="r" b="b"/>
              <a:pathLst>
                <a:path w="3551872" h="886777">
                  <a:moveTo>
                    <a:pt x="0" y="0"/>
                  </a:moveTo>
                  <a:lnTo>
                    <a:pt x="1818322" y="886777"/>
                  </a:lnTo>
                  <a:lnTo>
                    <a:pt x="3551872" y="40957"/>
                  </a:lnTo>
                </a:path>
              </a:pathLst>
            </a:custGeom>
            <a:noFill/>
            <a:ln w="20955">
              <a:solidFill>
                <a:srgbClr val="B42318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4821555" y="2363152"/>
              <a:ext cx="105727" cy="85725"/>
            </a:xfrm>
            <a:custGeom>
              <a:avLst/>
              <a:gdLst/>
              <a:ahLst/>
              <a:cxnLst/>
              <a:rect l="l" t="t" r="r" b="b"/>
              <a:pathLst>
                <a:path w="105727" h="85725">
                  <a:moveTo>
                    <a:pt x="105727" y="1905"/>
                  </a:moveTo>
                  <a:lnTo>
                    <a:pt x="40958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1072515" y="2812732"/>
              <a:ext cx="3987165" cy="993458"/>
            </a:xfrm>
            <a:custGeom>
              <a:avLst/>
              <a:gdLst/>
              <a:ahLst/>
              <a:cxnLst/>
              <a:rect l="l" t="t" r="r" b="b"/>
              <a:pathLst>
                <a:path w="3987165" h="993458">
                  <a:moveTo>
                    <a:pt x="0" y="0"/>
                  </a:moveTo>
                  <a:lnTo>
                    <a:pt x="2036445" y="993458"/>
                  </a:lnTo>
                  <a:lnTo>
                    <a:pt x="3987165" y="40958"/>
                  </a:lnTo>
                </a:path>
              </a:pathLst>
            </a:custGeom>
            <a:noFill/>
            <a:ln w="20955">
              <a:solidFill>
                <a:srgbClr val="B42318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5039678" y="2811780"/>
              <a:ext cx="105728" cy="84773"/>
            </a:xfrm>
            <a:custGeom>
              <a:avLst/>
              <a:gdLst/>
              <a:ahLst/>
              <a:cxnLst/>
              <a:rect l="l" t="t" r="r" b="b"/>
              <a:pathLst>
                <a:path w="105728" h="84773">
                  <a:moveTo>
                    <a:pt x="105728" y="953"/>
                  </a:moveTo>
                  <a:lnTo>
                    <a:pt x="40957" y="847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2894648" y="3260408"/>
              <a:ext cx="210503" cy="430530"/>
            </a:xfrm>
            <a:custGeom>
              <a:avLst/>
              <a:gdLst/>
              <a:ahLst/>
              <a:cxnLst/>
              <a:rect l="l" t="t" r="r" b="b"/>
              <a:pathLst>
                <a:path w="210503" h="430530">
                  <a:moveTo>
                    <a:pt x="210503" y="0"/>
                  </a:moveTo>
                  <a:lnTo>
                    <a:pt x="0" y="430530"/>
                  </a:lnTo>
                </a:path>
              </a:pathLst>
            </a:custGeom>
            <a:noFill/>
            <a:ln w="13335">
              <a:solidFill>
                <a:srgbClr val="1F2937"/>
              </a:solidFill>
              <a:custDash>
                <a:ds d="428571" sp="285714"/>
              </a:custDash>
            </a:ln>
          </p:spPr>
        </p:sp>
        <p:sp>
          <p:nvSpPr>
            <p:cNvPr id="15" name="Freeform 15"/>
            <p:cNvSpPr/>
            <p:nvPr/>
          </p:nvSpPr>
          <p:spPr>
            <a:xfrm>
              <a:off x="3113722" y="3260408"/>
              <a:ext cx="209550" cy="430530"/>
            </a:xfrm>
            <a:custGeom>
              <a:avLst/>
              <a:gdLst/>
              <a:ahLst/>
              <a:cxnLst/>
              <a:rect l="l" t="t" r="r" b="b"/>
              <a:pathLst>
                <a:path w="209550" h="430530">
                  <a:moveTo>
                    <a:pt x="0" y="0"/>
                  </a:moveTo>
                  <a:lnTo>
                    <a:pt x="209550" y="430530"/>
                  </a:lnTo>
                </a:path>
              </a:pathLst>
            </a:custGeom>
            <a:noFill/>
            <a:ln w="13335">
              <a:solidFill>
                <a:srgbClr val="1F2937"/>
              </a:solidFill>
              <a:custDash>
                <a:ds d="428571" sp="285714"/>
              </a:custDash>
            </a:ln>
          </p:spPr>
        </p:sp>
        <p:sp>
          <p:nvSpPr>
            <p:cNvPr id="16" name="Freeform 16"/>
            <p:cNvSpPr/>
            <p:nvPr/>
          </p:nvSpPr>
          <p:spPr>
            <a:xfrm>
              <a:off x="2899410" y="3703320"/>
              <a:ext cx="200978" cy="99060"/>
            </a:xfrm>
            <a:custGeom>
              <a:avLst/>
              <a:gdLst/>
              <a:ahLst/>
              <a:cxnLst/>
              <a:rect l="l" t="t" r="r" b="b"/>
              <a:pathLst>
                <a:path w="200978" h="99060">
                  <a:moveTo>
                    <a:pt x="0" y="0"/>
                  </a:moveTo>
                  <a:lnTo>
                    <a:pt x="200978" y="99060"/>
                  </a:lnTo>
                </a:path>
              </a:pathLst>
            </a:custGeom>
            <a:noFill/>
            <a:ln w="47625">
              <a:solidFill>
                <a:srgbClr val="14A38B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3117532" y="3703320"/>
              <a:ext cx="201930" cy="99060"/>
            </a:xfrm>
            <a:custGeom>
              <a:avLst/>
              <a:gdLst/>
              <a:ahLst/>
              <a:cxnLst/>
              <a:rect l="l" t="t" r="r" b="b"/>
              <a:pathLst>
                <a:path w="201930" h="99060">
                  <a:moveTo>
                    <a:pt x="0" y="99060"/>
                  </a:moveTo>
                  <a:lnTo>
                    <a:pt x="201930" y="0"/>
                  </a:lnTo>
                </a:path>
              </a:pathLst>
            </a:custGeom>
            <a:noFill/>
            <a:ln w="47625">
              <a:solidFill>
                <a:srgbClr val="14A38B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2591752" y="3033712"/>
              <a:ext cx="48577" cy="208597"/>
            </a:xfrm>
            <a:custGeom>
              <a:avLst/>
              <a:gdLst/>
              <a:ahLst/>
              <a:cxnLst/>
              <a:rect l="l" t="t" r="r" b="b"/>
              <a:pathLst>
                <a:path w="48577" h="208597">
                  <a:moveTo>
                    <a:pt x="48577" y="0"/>
                  </a:moveTo>
                  <a:lnTo>
                    <a:pt x="42862" y="12383"/>
                  </a:lnTo>
                  <a:lnTo>
                    <a:pt x="33338" y="34290"/>
                  </a:lnTo>
                  <a:lnTo>
                    <a:pt x="25717" y="56197"/>
                  </a:lnTo>
                  <a:lnTo>
                    <a:pt x="19050" y="79058"/>
                  </a:lnTo>
                  <a:lnTo>
                    <a:pt x="13335" y="101917"/>
                  </a:lnTo>
                  <a:lnTo>
                    <a:pt x="8572" y="123825"/>
                  </a:lnTo>
                  <a:lnTo>
                    <a:pt x="4762" y="147638"/>
                  </a:lnTo>
                  <a:lnTo>
                    <a:pt x="2857" y="171450"/>
                  </a:lnTo>
                  <a:lnTo>
                    <a:pt x="952" y="194310"/>
                  </a:lnTo>
                  <a:lnTo>
                    <a:pt x="0" y="20859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5751195" y="3356610"/>
              <a:ext cx="9525" cy="344805"/>
            </a:xfrm>
            <a:custGeom>
              <a:avLst/>
              <a:gdLst/>
              <a:ahLst/>
              <a:cxnLst/>
              <a:rect l="l" t="t" r="r" b="b"/>
              <a:pathLst>
                <a:path w="9525" h="344805">
                  <a:moveTo>
                    <a:pt x="0" y="0"/>
                  </a:moveTo>
                  <a:lnTo>
                    <a:pt x="0" y="34480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5703570" y="370141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5703570" y="326136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1111568" y="3194685"/>
              <a:ext cx="114300" cy="1143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1665922" y="3194685"/>
              <a:ext cx="114300" cy="1143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2220278" y="3194685"/>
              <a:ext cx="114300" cy="1143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2774632" y="3194685"/>
              <a:ext cx="114300" cy="1143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3328988" y="3194685"/>
              <a:ext cx="114300" cy="1143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3883342" y="3194685"/>
              <a:ext cx="114300" cy="1143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4437698" y="3194685"/>
              <a:ext cx="114300" cy="1143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4992052" y="3194685"/>
              <a:ext cx="114300" cy="1143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5546408" y="3194685"/>
              <a:ext cx="114300" cy="1143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1111568" y="3749040"/>
              <a:ext cx="114300" cy="1143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1665922" y="3749040"/>
              <a:ext cx="114300" cy="1143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2220278" y="3749040"/>
              <a:ext cx="114300" cy="1143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2774632" y="3749040"/>
              <a:ext cx="114300" cy="1143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3328988" y="3749040"/>
              <a:ext cx="114300" cy="1143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3883342" y="3749040"/>
              <a:ext cx="114300" cy="1143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4437698" y="3749040"/>
              <a:ext cx="114300" cy="1143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4992052" y="3749040"/>
              <a:ext cx="114300" cy="1143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5546408" y="3749040"/>
              <a:ext cx="114300" cy="1143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1111568" y="4303395"/>
              <a:ext cx="114300" cy="1143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1665922" y="4303395"/>
              <a:ext cx="114300" cy="1143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2220278" y="4303395"/>
              <a:ext cx="114300" cy="1143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2774632" y="4303395"/>
              <a:ext cx="114300" cy="1143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3328988" y="4303395"/>
              <a:ext cx="114300" cy="1143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3883342" y="4303395"/>
              <a:ext cx="114300" cy="1143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4437698" y="4303395"/>
              <a:ext cx="114300" cy="1143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4992052" y="4303395"/>
              <a:ext cx="114300" cy="1143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5546408" y="4303395"/>
              <a:ext cx="114300" cy="1143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2405625" y="3800951"/>
              <a:ext cx="3977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l-GR" sz="980" b="1" dirty="0">
                  <a:solidFill>
                    <a:srgbClr val="14A38B"/>
                  </a:solidFill>
                  <a:latin typeface="+mn-lt"/>
                  <a:ea typeface="+mn-ea"/>
                  <a:cs typeface="+mn-cs"/>
                </a:rPr>
                <a:t>d sinθ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414522" y="3800951"/>
              <a:ext cx="3977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980" b="1" dirty="0">
                  <a:solidFill>
                    <a:srgbClr val="14A38B"/>
                  </a:solidFill>
                  <a:latin typeface="+mn-lt"/>
                  <a:ea typeface="+mn-ea"/>
                  <a:cs typeface="+mn-cs"/>
                </a:rPr>
                <a:t>d sinθ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2394864" y="30475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856922" y="34542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239964" y="2166461"/>
              <a:ext cx="3981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X 射线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86778" y="4504372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晶面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2442312" y="4665821"/>
              <a:ext cx="17028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4A38B"/>
                  </a:solidFill>
                  <a:latin typeface="+mn-lt"/>
                  <a:ea typeface="+mn-ea"/>
                  <a:cs typeface="+mn-cs"/>
                </a:rPr>
                <a:t>两束反射光的光程差 2d sinθ</a:t>
              </a:r>
            </a:p>
          </p:txBody>
        </p:sp>
      </p:grpSp>
      <p:grpSp>
        <p:nvGrpSpPr>
          <p:cNvPr id="62" name="c2-card-1"/>
          <p:cNvGrpSpPr/>
          <p:nvPr/>
        </p:nvGrpSpPr>
        <p:grpSpPr>
          <a:xfrm>
            <a:off x="6248400" y="1524000"/>
            <a:ext cx="5410200" cy="1274445"/>
            <a:chOff x="6248400" y="1524000"/>
            <a:chExt cx="5410200" cy="1274445"/>
          </a:xfrm>
        </p:grpSpPr>
        <p:sp>
          <p:nvSpPr>
            <p:cNvPr id="57" name="Rectangle 57"/>
            <p:cNvSpPr/>
            <p:nvPr/>
          </p:nvSpPr>
          <p:spPr>
            <a:xfrm>
              <a:off x="6248400" y="1524000"/>
              <a:ext cx="5410200" cy="1274445"/>
            </a:xfrm>
            <a:prstGeom prst="roundRect">
              <a:avLst>
                <a:gd name="adj" fmla="val 10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6257925" y="1657350"/>
              <a:ext cx="47625" cy="100774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6490335" y="1727835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559842" y="176355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晶体是三维光栅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483096" y="2100739"/>
              <a:ext cx="471233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射线波长约 0.01～10 nm，比普通光栅常数小得多。晶体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中原子规则排列，间距约 0.1 nm，正好充当光栅。</a:t>
              </a:r>
            </a:p>
          </p:txBody>
        </p:sp>
      </p:grpSp>
      <p:grpSp>
        <p:nvGrpSpPr>
          <p:cNvPr id="69" name="c2-card-2"/>
          <p:cNvGrpSpPr/>
          <p:nvPr/>
        </p:nvGrpSpPr>
        <p:grpSpPr>
          <a:xfrm>
            <a:off x="6248400" y="2984182"/>
            <a:ext cx="5410200" cy="2086928"/>
            <a:chOff x="6248400" y="2984182"/>
            <a:chExt cx="5410200" cy="2086928"/>
          </a:xfrm>
        </p:grpSpPr>
        <p:sp>
          <p:nvSpPr>
            <p:cNvPr id="63" name="Rectangle 63"/>
            <p:cNvSpPr/>
            <p:nvPr/>
          </p:nvSpPr>
          <p:spPr>
            <a:xfrm>
              <a:off x="6248400" y="2984182"/>
              <a:ext cx="5410200" cy="2086928"/>
            </a:xfrm>
            <a:prstGeom prst="roundRect">
              <a:avLst>
                <a:gd name="adj" fmla="val 639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6452235" y="3188018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529642" y="322373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布拉格公式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6" name="formula113"/>
                <p:cNvSpPr txBox="1">
                  <a:spLocks noGrp="1"/>
                </p:cNvSpPr>
                <p:nvPr/>
              </p:nvSpPr>
              <p:spPr>
                <a:xfrm>
                  <a:off x="6452235" y="3537585"/>
                  <a:ext cx="5002530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2d</m:t>
                        </m:r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sin</m:t>
                            </m:r>
                          </m:fName>
                          <m:e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</m:e>
                        </m:func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kλ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k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,⋯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67" name="TextBox 67"/>
            <p:cNvSpPr txBox="1"/>
            <p:nvPr/>
          </p:nvSpPr>
          <p:spPr>
            <a:xfrm>
              <a:off x="6444996" y="4053364"/>
              <a:ext cx="467626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θ 是掠射角（入射线与晶面的夹角，不是与法线的夹角），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 是晶面间距。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444996" y="4644866"/>
              <a:ext cx="476481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由 sinθ ≤ 1 得 λ ≤ 2d/k，能产生衍射的最大波长是 2d。</a:t>
              </a:r>
            </a:p>
          </p:txBody>
        </p:sp>
      </p:grpSp>
      <p:grpSp>
        <p:nvGrpSpPr>
          <p:cNvPr id="76" name="takeaway"/>
          <p:cNvGrpSpPr/>
          <p:nvPr/>
        </p:nvGrpSpPr>
        <p:grpSpPr>
          <a:xfrm>
            <a:off x="533400" y="5606415"/>
            <a:ext cx="11125200" cy="756285"/>
            <a:chOff x="533400" y="5606415"/>
            <a:chExt cx="11125200" cy="756285"/>
          </a:xfrm>
        </p:grpSpPr>
        <p:sp>
          <p:nvSpPr>
            <p:cNvPr id="70" name="Rectangle 70"/>
            <p:cNvSpPr/>
            <p:nvPr/>
          </p:nvSpPr>
          <p:spPr>
            <a:xfrm>
              <a:off x="533400" y="5606415"/>
              <a:ext cx="11125200" cy="756285"/>
            </a:xfrm>
            <a:prstGeom prst="roundRect">
              <a:avLst>
                <a:gd name="adj" fmla="val 151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4" name="Group 74"/>
            <p:cNvGrpSpPr/>
            <p:nvPr/>
          </p:nvGrpSpPr>
          <p:grpSpPr>
            <a:xfrm>
              <a:off x="738188" y="5884545"/>
              <a:ext cx="200026" cy="200026"/>
              <a:chOff x="738188" y="5884545"/>
              <a:chExt cx="200026" cy="200026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738188" y="588454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838200" y="595122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827088" y="598455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1040511" y="5753576"/>
              <a:ext cx="9897110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 λ 可以测 d，用来分析晶体结构；已知 d 可以测 λ，用来研究 X 射线谱。1912 年劳厄首先观察到晶体对 X 射线的衍射，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1913 年布拉格父子提出这个公式。</a:t>
              </a:r>
            </a:p>
          </p:txBody>
        </p:sp>
      </p:grpSp>
      <p:grpSp>
        <p:nvGrpSpPr>
          <p:cNvPr id="7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7" name="TextBox 77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第8章 光的衍射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447052" cy="909257"/>
            <a:chOff x="520446" y="342900"/>
            <a:chExt cx="64470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1455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531" y="407194"/>
              <a:ext cx="19882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光的衍射 · X 射线衍射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4470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例（补充）NaCl 晶体对 X 射线的各级衍射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410200" cy="1428750"/>
            <a:chOff x="533400" y="1524000"/>
            <a:chExt cx="5410200" cy="14287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428750"/>
            </a:xfrm>
            <a:prstGeom prst="roundRect">
              <a:avLst>
                <a:gd name="adj" fmla="val 933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16205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8246" y="1737836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5998" y="2045494"/>
              <a:ext cx="465404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NaCl 晶体某组晶面间距 d = 0.282 nm，用 λ = 0.154 nm 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射线照射。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573179"/>
              <a:ext cx="46654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① 各级衍射的掠射角；② 这组晶面能产生衍射的最大波长。</a:t>
              </a:r>
            </a:p>
          </p:txBody>
        </p:sp>
      </p:grpSp>
      <p:grpSp>
        <p:nvGrpSpPr>
          <p:cNvPr id="31" name="c1-steps-2"/>
          <p:cNvGrpSpPr/>
          <p:nvPr/>
        </p:nvGrpSpPr>
        <p:grpSpPr>
          <a:xfrm>
            <a:off x="533400" y="3127058"/>
            <a:ext cx="4700302" cy="2150363"/>
            <a:chOff x="533400" y="3127058"/>
            <a:chExt cx="4700302" cy="2150363"/>
          </a:xfrm>
        </p:grpSpPr>
        <p:sp>
          <p:nvSpPr>
            <p:cNvPr id="14" name="Rectangle 14"/>
            <p:cNvSpPr/>
            <p:nvPr/>
          </p:nvSpPr>
          <p:spPr>
            <a:xfrm>
              <a:off x="666750" y="3269932"/>
              <a:ext cx="19050" cy="1659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533400" y="312705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7024" y="320087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533400" y="368046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7024" y="375427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423386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7024" y="43076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533400" y="478631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7024" y="48601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315801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布拉格公式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7166" y="3412808"/>
              <a:ext cx="20673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sinθ = kλ/(2d)，2d = 0.564 nm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023" y="371141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逐级代入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7166" y="3965258"/>
              <a:ext cx="35232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= 1、2、3 的掠射角分别为 15.85°、33.10°、55.00°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023" y="426386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最高级次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7166" y="4518660"/>
              <a:ext cx="42865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≤ 2d/λ = 3.66，最多到第 3 级；k = 4 时 sinθ = 1.09 &gt; 1，不存在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6023" y="481726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最大波长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47166" y="5072062"/>
              <a:ext cx="25337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= 1、sinθ → 1：λₘₐₓ = 2d = 0.564 nm</a:t>
              </a:r>
            </a:p>
          </p:txBody>
        </p:sp>
      </p:grpSp>
      <p:grpSp>
        <p:nvGrpSpPr>
          <p:cNvPr id="51" name="c2-table-1"/>
          <p:cNvGrpSpPr/>
          <p:nvPr/>
        </p:nvGrpSpPr>
        <p:grpSpPr>
          <a:xfrm>
            <a:off x="6248400" y="1524000"/>
            <a:ext cx="5410200" cy="1525905"/>
            <a:chOff x="6248400" y="1524000"/>
            <a:chExt cx="5410200" cy="1525905"/>
          </a:xfrm>
        </p:grpSpPr>
        <p:sp>
          <p:nvSpPr>
            <p:cNvPr id="32" name="Rectangle 32"/>
            <p:cNvSpPr/>
            <p:nvPr/>
          </p:nvSpPr>
          <p:spPr>
            <a:xfrm>
              <a:off x="6248400" y="1524000"/>
              <a:ext cx="5410200" cy="38100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634686" y="1641157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945684" y="1641157"/>
              <a:ext cx="10421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sinθ = kλ/(2d)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692336" y="1641157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θ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343079" y="2023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208901" y="2023110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0.2730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914001" y="2023110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15.85°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248400" y="228219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248400" y="2286952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343079" y="2404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208901" y="2404110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0.5461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914001" y="2404110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33.10°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248400" y="266319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343079" y="2785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208901" y="2785110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0.8191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914001" y="2785110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55.00°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248400" y="1524000"/>
              <a:ext cx="5410200" cy="1525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7109460" y="1524000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9814560" y="1524000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6" name="c2-card-2"/>
          <p:cNvGrpSpPr/>
          <p:nvPr/>
        </p:nvGrpSpPr>
        <p:grpSpPr>
          <a:xfrm>
            <a:off x="6248400" y="3214688"/>
            <a:ext cx="5410200" cy="901065"/>
            <a:chOff x="6248400" y="3214688"/>
            <a:chExt cx="5410200" cy="901065"/>
          </a:xfrm>
        </p:grpSpPr>
        <p:sp>
          <p:nvSpPr>
            <p:cNvPr id="52" name="Rectangle 52"/>
            <p:cNvSpPr/>
            <p:nvPr/>
          </p:nvSpPr>
          <p:spPr>
            <a:xfrm>
              <a:off x="6248400" y="3214688"/>
              <a:ext cx="5410200" cy="901065"/>
            </a:xfrm>
            <a:prstGeom prst="roundRect">
              <a:avLst>
                <a:gd name="adj" fmla="val 14799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429375" y="3395662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525146" y="3428524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422898" y="3735229"/>
              <a:ext cx="50789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① 15.85°、33.10°、55.00°（共 3 级）；② 最大波长 0.564 nm。</a:t>
              </a:r>
            </a:p>
          </p:txBody>
        </p:sp>
      </p:grpSp>
      <p:grpSp>
        <p:nvGrpSpPr>
          <p:cNvPr id="62" name="c2-card-3"/>
          <p:cNvGrpSpPr/>
          <p:nvPr/>
        </p:nvGrpSpPr>
        <p:grpSpPr>
          <a:xfrm>
            <a:off x="6248400" y="4280535"/>
            <a:ext cx="5410200" cy="1143952"/>
            <a:chOff x="6248400" y="4280535"/>
            <a:chExt cx="5410200" cy="1143952"/>
          </a:xfrm>
        </p:grpSpPr>
        <p:sp>
          <p:nvSpPr>
            <p:cNvPr id="57" name="Rectangle 57"/>
            <p:cNvSpPr/>
            <p:nvPr/>
          </p:nvSpPr>
          <p:spPr>
            <a:xfrm>
              <a:off x="6248400" y="4280535"/>
              <a:ext cx="5410200" cy="1143952"/>
            </a:xfrm>
            <a:prstGeom prst="roundRect">
              <a:avLst>
                <a:gd name="adj" fmla="val 116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6257925" y="4413885"/>
              <a:ext cx="47625" cy="87725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6467475" y="446151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560147" y="449437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检验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460998" y="4801076"/>
              <a:ext cx="471906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反过来由 15.85° 算 d = 0.154/(2 sin15.85°) nm ≈ 0.282 nm，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与已知一致。</a:t>
              </a:r>
            </a:p>
          </p:txBody>
        </p:sp>
      </p:grpSp>
      <p:grpSp>
        <p:nvGrpSpPr>
          <p:cNvPr id="69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3" name="Rectangle 63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1041273" y="6039326"/>
              <a:ext cx="69651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作业选择题：X 射线照射晶面间距为 d 的晶体，能产生衍射主极大的最大波长是 2d，选 D。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第8章 光的衍射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1455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531" y="407194"/>
              <a:ext cx="19882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光的衍射 · X 射线衍射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衍射题的通用步骤与公式汇总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5" name="c1-flow-1"/>
          <p:cNvGrpSpPr/>
          <p:nvPr/>
        </p:nvGrpSpPr>
        <p:grpSpPr>
          <a:xfrm>
            <a:off x="836295" y="1788795"/>
            <a:ext cx="3722370" cy="4309110"/>
            <a:chOff x="836295" y="1788795"/>
            <a:chExt cx="3722370" cy="4309110"/>
          </a:xfrm>
        </p:grpSpPr>
        <p:sp>
          <p:nvSpPr>
            <p:cNvPr id="7" name="Freeform 7"/>
            <p:cNvSpPr/>
            <p:nvPr/>
          </p:nvSpPr>
          <p:spPr>
            <a:xfrm>
              <a:off x="2697480" y="2226945"/>
              <a:ext cx="9525" cy="424815"/>
            </a:xfrm>
            <a:custGeom>
              <a:avLst/>
              <a:gdLst/>
              <a:ahLst/>
              <a:cxnLst/>
              <a:rect l="l" t="t" r="r" b="b"/>
              <a:pathLst>
                <a:path w="9525" h="424815">
                  <a:moveTo>
                    <a:pt x="0" y="0"/>
                  </a:moveTo>
                  <a:lnTo>
                    <a:pt x="0" y="42481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645092" y="265176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2697480" y="3194685"/>
              <a:ext cx="9525" cy="424815"/>
            </a:xfrm>
            <a:custGeom>
              <a:avLst/>
              <a:gdLst/>
              <a:ahLst/>
              <a:cxnLst/>
              <a:rect l="l" t="t" r="r" b="b"/>
              <a:pathLst>
                <a:path w="9525" h="424815">
                  <a:moveTo>
                    <a:pt x="0" y="0"/>
                  </a:moveTo>
                  <a:lnTo>
                    <a:pt x="0" y="42481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645092" y="361950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697480" y="4162425"/>
              <a:ext cx="9525" cy="424815"/>
            </a:xfrm>
            <a:custGeom>
              <a:avLst/>
              <a:gdLst/>
              <a:ahLst/>
              <a:cxnLst/>
              <a:rect l="l" t="t" r="r" b="b"/>
              <a:pathLst>
                <a:path w="9525" h="424815">
                  <a:moveTo>
                    <a:pt x="0" y="0"/>
                  </a:moveTo>
                  <a:lnTo>
                    <a:pt x="0" y="42481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645092" y="458724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2697480" y="5130165"/>
              <a:ext cx="9525" cy="424815"/>
            </a:xfrm>
            <a:custGeom>
              <a:avLst/>
              <a:gdLst/>
              <a:ahLst/>
              <a:cxnLst/>
              <a:rect l="l" t="t" r="r" b="b"/>
              <a:pathLst>
                <a:path w="9525" h="424815">
                  <a:moveTo>
                    <a:pt x="0" y="0"/>
                  </a:moveTo>
                  <a:lnTo>
                    <a:pt x="0" y="42481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645092" y="555498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836295" y="1788795"/>
              <a:ext cx="3722370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836295" y="2756535"/>
              <a:ext cx="3722370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836295" y="3724275"/>
              <a:ext cx="3722370" cy="438150"/>
            </a:xfrm>
            <a:prstGeom prst="roundRect">
              <a:avLst>
                <a:gd name="adj" fmla="val 21739"/>
              </a:avLst>
            </a:prstGeom>
            <a:solidFill>
              <a:srgbClr val="E8EDF8"/>
            </a:solidFill>
            <a:ln w="19050">
              <a:solidFill>
                <a:srgbClr val="2F4B9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836295" y="4692015"/>
              <a:ext cx="3722370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836295" y="5659755"/>
              <a:ext cx="3722370" cy="43815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312494" y="1918811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判断装置：单缝、圆孔、光栅、晶体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697436" y="2886551"/>
              <a:ext cx="20000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写条件式，统一成 SI 单位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756202" y="3854291"/>
              <a:ext cx="18825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|sinφ| &lt; 1 定级次上限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087905" y="482203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光栅：去掉缺级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558687" y="5789771"/>
              <a:ext cx="22775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小角用 fλ/a，大角用 f tanφ</a:t>
              </a:r>
            </a:p>
          </p:txBody>
        </p:sp>
      </p:grpSp>
      <p:grpSp>
        <p:nvGrpSpPr>
          <p:cNvPr id="63" name="c2-table-1"/>
          <p:cNvGrpSpPr/>
          <p:nvPr/>
        </p:nvGrpSpPr>
        <p:grpSpPr>
          <a:xfrm>
            <a:off x="5166360" y="1524000"/>
            <a:ext cx="6492240" cy="3817620"/>
            <a:chOff x="5166360" y="1524000"/>
            <a:chExt cx="6492240" cy="3817620"/>
          </a:xfrm>
        </p:grpSpPr>
        <p:sp>
          <p:nvSpPr>
            <p:cNvPr id="26" name="Rectangle 26"/>
            <p:cNvSpPr/>
            <p:nvPr/>
          </p:nvSpPr>
          <p:spPr>
            <a:xfrm>
              <a:off x="5166360" y="1524000"/>
              <a:ext cx="6492240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50668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装置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32500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条件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878746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常用结论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274183" y="222170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单缝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313361" y="2108359"/>
              <a:ext cx="138658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sinφ = ±kλ 暗，±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(2k+1)λ/2 明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909876" y="2221706"/>
              <a:ext cx="16327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l₀ = 2fλ/a，l = fλ/a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166360" y="264318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166360" y="2647950"/>
              <a:ext cx="649224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274183" y="278368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圆孔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313361" y="2783681"/>
              <a:ext cx="10838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θ₁ = 1.22λ/D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909876" y="2783681"/>
              <a:ext cx="19472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θ₀ = 1.22λ/D，R = 1/θ₀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166360" y="309276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274183" y="323230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光栅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313361" y="3232309"/>
              <a:ext cx="13570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(a+b) sinφ = ±kλ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909876" y="3232309"/>
              <a:ext cx="19773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&lt; (a+b)/λ，整数时减 1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166360" y="3541395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5166360" y="3546158"/>
              <a:ext cx="649224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274183" y="368093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斜入射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313361" y="3680936"/>
              <a:ext cx="20290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(a+b)(sinθ ± sinφ) = ±kλ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909876" y="368093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同侧取正号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166360" y="399002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274183" y="413051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缺级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313361" y="4130516"/>
              <a:ext cx="11588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= (a+b)k′/a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909876" y="4130516"/>
              <a:ext cx="19859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中央明纹内 |k| &lt; (a+b)/a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166360" y="4438650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5166360" y="4443412"/>
              <a:ext cx="649224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274183" y="45791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重叠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313361" y="4579144"/>
              <a:ext cx="9692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k₁λ₁ = k₂λ₂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909876" y="4579144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白光从第二、三级开始重叠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166360" y="488727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274183" y="502777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晶体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313361" y="5027771"/>
              <a:ext cx="9779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2d sinθ = kλ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909876" y="5027771"/>
              <a:ext cx="9434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最大波长 2d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5166360" y="1524000"/>
              <a:ext cx="6492240" cy="381762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6200775" y="1524000"/>
              <a:ext cx="9525" cy="38176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8797290" y="1524000"/>
              <a:ext cx="9525" cy="38176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9" name="c2-callout-2"/>
          <p:cNvGrpSpPr/>
          <p:nvPr/>
        </p:nvGrpSpPr>
        <p:grpSpPr>
          <a:xfrm>
            <a:off x="5166360" y="5532120"/>
            <a:ext cx="6492240" cy="782955"/>
            <a:chOff x="5166360" y="5532120"/>
            <a:chExt cx="6492240" cy="782955"/>
          </a:xfrm>
        </p:grpSpPr>
        <p:sp>
          <p:nvSpPr>
            <p:cNvPr id="64" name="Rectangle 64"/>
            <p:cNvSpPr/>
            <p:nvPr/>
          </p:nvSpPr>
          <p:spPr>
            <a:xfrm>
              <a:off x="5166360" y="5532120"/>
              <a:ext cx="6492240" cy="782955"/>
            </a:xfrm>
            <a:prstGeom prst="roundRect">
              <a:avLst>
                <a:gd name="adj" fmla="val 1459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5371148" y="5823587"/>
              <a:ext cx="200023" cy="200023"/>
              <a:chOff x="5371148" y="5823587"/>
              <a:chExt cx="200023" cy="200023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5371148" y="582358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5504498" y="589026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5673090" y="5680710"/>
              <a:ext cx="54254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单缝的 kλ 是暗纹，光栅的 kλ 是主极大明纹，这是本章最容易记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混的一处。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第8章 光的衍射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光的衍射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自测题（上）单缝与圆孔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3505200" cy="1865948"/>
            <a:chOff x="533400" y="1524000"/>
            <a:chExt cx="3505200" cy="186594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505200" cy="1865948"/>
            </a:xfrm>
            <a:prstGeom prst="roundRect">
              <a:avLst>
                <a:gd name="adj" fmla="val 714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37235" y="17278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24722" y="17635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29996" y="2100739"/>
              <a:ext cx="28309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= 5λ 的单缝，在 30° 方向可分成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几个半波带？是明纹还是暗纹？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29996" y="2692241"/>
              <a:ext cx="280974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sinφ = 2.5λ = 5 × λ/2，5 个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半波带，第二级明纹。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575685"/>
            <a:ext cx="3505200" cy="2680335"/>
            <a:chOff x="533400" y="3575685"/>
            <a:chExt cx="3505200" cy="2680335"/>
          </a:xfrm>
        </p:grpSpPr>
        <p:sp>
          <p:nvSpPr>
            <p:cNvPr id="13" name="Rectangle 13"/>
            <p:cNvSpPr/>
            <p:nvPr/>
          </p:nvSpPr>
          <p:spPr>
            <a:xfrm>
              <a:off x="533400" y="3575685"/>
              <a:ext cx="3505200" cy="2680335"/>
            </a:xfrm>
            <a:prstGeom prst="roundRect">
              <a:avLst>
                <a:gd name="adj" fmla="val 497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37235" y="377952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24722" y="381523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9996" y="4152424"/>
              <a:ext cx="28999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把单缝稍稍向上平移，衍射图样怎样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变化？把透镜向上平移呢？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29996" y="4743926"/>
              <a:ext cx="28999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缝平移时图样不动；透镜上移时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图样随透镜光轴一起上移。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4343400" y="1524000"/>
            <a:ext cx="3505200" cy="2137410"/>
            <a:chOff x="4343400" y="1524000"/>
            <a:chExt cx="3505200" cy="2137410"/>
          </a:xfrm>
        </p:grpSpPr>
        <p:sp>
          <p:nvSpPr>
            <p:cNvPr id="19" name="Rectangle 19"/>
            <p:cNvSpPr/>
            <p:nvPr/>
          </p:nvSpPr>
          <p:spPr>
            <a:xfrm>
              <a:off x="4343400" y="1524000"/>
              <a:ext cx="3505200" cy="2137410"/>
            </a:xfrm>
            <a:prstGeom prst="roundRect">
              <a:avLst>
                <a:gd name="adj" fmla="val 62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547235" y="17278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634722" y="17635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39996" y="2100739"/>
              <a:ext cx="2908484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单缝宽度变为原来的 3/2，波长变为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原来的 3/4，中央明纹宽度变为原来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的几倍？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39996" y="2963704"/>
              <a:ext cx="191706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l₀ = 2fλ/a ∝ λ/a，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(3/4)/(3/2) = 1/2。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4343400" y="3847148"/>
            <a:ext cx="3505200" cy="2408872"/>
            <a:chOff x="4343400" y="3847148"/>
            <a:chExt cx="3505200" cy="2408872"/>
          </a:xfrm>
        </p:grpSpPr>
        <p:sp>
          <p:nvSpPr>
            <p:cNvPr id="25" name="Rectangle 25"/>
            <p:cNvSpPr/>
            <p:nvPr/>
          </p:nvSpPr>
          <p:spPr>
            <a:xfrm>
              <a:off x="4343400" y="3847148"/>
              <a:ext cx="3505200" cy="2408872"/>
            </a:xfrm>
            <a:prstGeom prst="roundRect">
              <a:avLst>
                <a:gd name="adj" fmla="val 553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547235" y="4050982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34722" y="4086701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39996" y="4423886"/>
              <a:ext cx="2917501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瞳孔直径 5 mm，λ = 500 nm，人眼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最小分辨角多大？相距 2 mm 的两点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最远在多远处能分辨？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39996" y="5286851"/>
              <a:ext cx="2773680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el-GR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θ₀ = 1.22λ/D = 1.22×10⁻⁴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rad；L = 2×10⁻³/(1.22×10⁻⁴) m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≈ 16 m。</a:t>
              </a:r>
            </a:p>
          </p:txBody>
        </p:sp>
      </p:grpSp>
      <p:grpSp>
        <p:nvGrpSpPr>
          <p:cNvPr id="36" name="c3-card-1"/>
          <p:cNvGrpSpPr/>
          <p:nvPr/>
        </p:nvGrpSpPr>
        <p:grpSpPr>
          <a:xfrm>
            <a:off x="8153400" y="1524000"/>
            <a:ext cx="3505200" cy="1865948"/>
            <a:chOff x="8153400" y="1524000"/>
            <a:chExt cx="3505200" cy="1865948"/>
          </a:xfrm>
        </p:grpSpPr>
        <p:sp>
          <p:nvSpPr>
            <p:cNvPr id="31" name="Rectangle 31"/>
            <p:cNvSpPr/>
            <p:nvPr/>
          </p:nvSpPr>
          <p:spPr>
            <a:xfrm>
              <a:off x="8153400" y="1524000"/>
              <a:ext cx="3505200" cy="1865948"/>
            </a:xfrm>
            <a:prstGeom prst="roundRect">
              <a:avLst>
                <a:gd name="adj" fmla="val 714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8357235" y="17278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44722" y="17635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49996" y="2100739"/>
              <a:ext cx="294590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λ₁ 的第一级暗纹与 λ₂ 的第一级明纹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在同一方向，λ₁ : λ₂ 是多少？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49996" y="2692241"/>
              <a:ext cx="292696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sinφ = λ₁ = 3λ₂/2，λ₁ : λ₂ =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: 2。</a:t>
              </a:r>
            </a:p>
          </p:txBody>
        </p:sp>
      </p:grpSp>
      <p:grpSp>
        <p:nvGrpSpPr>
          <p:cNvPr id="42" name="c3-card-2"/>
          <p:cNvGrpSpPr/>
          <p:nvPr/>
        </p:nvGrpSpPr>
        <p:grpSpPr>
          <a:xfrm>
            <a:off x="8153400" y="3575685"/>
            <a:ext cx="3505200" cy="2680335"/>
            <a:chOff x="8153400" y="3575685"/>
            <a:chExt cx="3505200" cy="2680335"/>
          </a:xfrm>
        </p:grpSpPr>
        <p:sp>
          <p:nvSpPr>
            <p:cNvPr id="37" name="Rectangle 37"/>
            <p:cNvSpPr/>
            <p:nvPr/>
          </p:nvSpPr>
          <p:spPr>
            <a:xfrm>
              <a:off x="8153400" y="3575685"/>
              <a:ext cx="3505200" cy="2680335"/>
            </a:xfrm>
            <a:prstGeom prst="roundRect">
              <a:avLst>
                <a:gd name="adj" fmla="val 497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8357235" y="377952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444722" y="381523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49996" y="4152424"/>
              <a:ext cx="28999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电子显微镜为什么能看清光学显微镜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看不清的细节？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49996" y="4743926"/>
              <a:ext cx="291795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电子的波长比可见光短得多，θ₀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1.22λ/D 小得多，分辨本领高。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第8章 光的衍射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239974" cy="909257"/>
            <a:chOff x="520446" y="342900"/>
            <a:chExt cx="423997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光的衍射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23997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自测题（下）光栅与 X 射线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3505200" cy="2223135"/>
            <a:chOff x="533400" y="1524000"/>
            <a:chExt cx="3505200" cy="22231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505200" cy="2223135"/>
            </a:xfrm>
            <a:prstGeom prst="roundRect">
              <a:avLst>
                <a:gd name="adj" fmla="val 599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0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5330" y="2110740"/>
              <a:ext cx="2820829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每毫米 500 条刻痕的光栅，λ =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480 nm 垂直入射，最多能看到几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条明纹？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5330" y="3017520"/>
              <a:ext cx="27870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(a+b)/λ ≈ 4.2，kₘₐₓ = 4，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 9 条。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937635"/>
            <a:ext cx="3505200" cy="1937385"/>
            <a:chOff x="533400" y="3937635"/>
            <a:chExt cx="3505200" cy="1937385"/>
          </a:xfrm>
        </p:grpSpPr>
        <p:sp>
          <p:nvSpPr>
            <p:cNvPr id="13" name="Rectangle 13"/>
            <p:cNvSpPr/>
            <p:nvPr/>
          </p:nvSpPr>
          <p:spPr>
            <a:xfrm>
              <a:off x="533400" y="3937635"/>
              <a:ext cx="3505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42950" y="414718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30437" y="418290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35330" y="4524375"/>
              <a:ext cx="2872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光栅由垂直入射改为斜入射，最高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级次和明纹条数怎样变化？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35330" y="5145405"/>
              <a:ext cx="2872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一侧的最高级次变大、另一侧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变小，条数基本不变。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4343400" y="1524000"/>
            <a:ext cx="3505200" cy="1937385"/>
            <a:chOff x="4343400" y="1524000"/>
            <a:chExt cx="3505200" cy="1937385"/>
          </a:xfrm>
        </p:grpSpPr>
        <p:sp>
          <p:nvSpPr>
            <p:cNvPr id="19" name="Rectangle 19"/>
            <p:cNvSpPr/>
            <p:nvPr/>
          </p:nvSpPr>
          <p:spPr>
            <a:xfrm>
              <a:off x="4343400" y="1524000"/>
              <a:ext cx="3505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552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640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45330" y="2110740"/>
              <a:ext cx="2900362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光栅常数 3 μm、缝宽 1 μm，单缝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衍射中央明纹内有几条主极大？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45330" y="2731770"/>
              <a:ext cx="26155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|k| &lt; 3，±3 恰好缺级，k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0, ±1, ±2，共 5 条。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4343400" y="3651885"/>
            <a:ext cx="3505200" cy="2223135"/>
            <a:chOff x="4343400" y="3651885"/>
            <a:chExt cx="3505200" cy="2223135"/>
          </a:xfrm>
        </p:grpSpPr>
        <p:sp>
          <p:nvSpPr>
            <p:cNvPr id="25" name="Rectangle 25"/>
            <p:cNvSpPr/>
            <p:nvPr/>
          </p:nvSpPr>
          <p:spPr>
            <a:xfrm>
              <a:off x="4343400" y="3651885"/>
              <a:ext cx="3505200" cy="2223135"/>
            </a:xfrm>
            <a:prstGeom prst="roundRect">
              <a:avLst>
                <a:gd name="adj" fmla="val 599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552950" y="38614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40437" y="38971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45330" y="4238625"/>
              <a:ext cx="2912269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在第二级主极大方向上，第 1 条缝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与第 6 条缝对应光线的光程差是多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少？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45330" y="5145405"/>
              <a:ext cx="27870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相邻缝光程差 2λ，相隔 5 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缝距，共 10λ。</a:t>
              </a:r>
            </a:p>
          </p:txBody>
        </p:sp>
      </p:grpSp>
      <p:grpSp>
        <p:nvGrpSpPr>
          <p:cNvPr id="36" name="c3-card-1"/>
          <p:cNvGrpSpPr/>
          <p:nvPr/>
        </p:nvGrpSpPr>
        <p:grpSpPr>
          <a:xfrm>
            <a:off x="8153400" y="1524000"/>
            <a:ext cx="3505200" cy="1651635"/>
            <a:chOff x="8153400" y="1524000"/>
            <a:chExt cx="3505200" cy="1651635"/>
          </a:xfrm>
        </p:grpSpPr>
        <p:sp>
          <p:nvSpPr>
            <p:cNvPr id="31" name="Rectangle 31"/>
            <p:cNvSpPr/>
            <p:nvPr/>
          </p:nvSpPr>
          <p:spPr>
            <a:xfrm>
              <a:off x="8153400" y="1524000"/>
              <a:ext cx="3505200" cy="1651635"/>
            </a:xfrm>
            <a:prstGeom prst="roundRect">
              <a:avLst>
                <a:gd name="adj" fmla="val 80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8362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50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55330" y="2110740"/>
              <a:ext cx="2912269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光栅的偶数级全部缺级，缝宽 a 与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不透光宽度 b 是什么关系？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55330" y="2731770"/>
              <a:ext cx="28624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(a+b)/a = 2，所以 a = b。</a:t>
              </a:r>
            </a:p>
          </p:txBody>
        </p:sp>
      </p:grpSp>
      <p:grpSp>
        <p:nvGrpSpPr>
          <p:cNvPr id="42" name="c3-card-2"/>
          <p:cNvGrpSpPr/>
          <p:nvPr/>
        </p:nvGrpSpPr>
        <p:grpSpPr>
          <a:xfrm>
            <a:off x="8153400" y="3366135"/>
            <a:ext cx="3505200" cy="2508885"/>
            <a:chOff x="8153400" y="3366135"/>
            <a:chExt cx="3505200" cy="2508885"/>
          </a:xfrm>
        </p:grpSpPr>
        <p:sp>
          <p:nvSpPr>
            <p:cNvPr id="37" name="Rectangle 37"/>
            <p:cNvSpPr/>
            <p:nvPr/>
          </p:nvSpPr>
          <p:spPr>
            <a:xfrm>
              <a:off x="8153400" y="3366135"/>
              <a:ext cx="3505200" cy="2508885"/>
            </a:xfrm>
            <a:prstGeom prst="roundRect">
              <a:avLst>
                <a:gd name="adj" fmla="val 531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8362950" y="357568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450437" y="361140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55330" y="3952875"/>
              <a:ext cx="28917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射线照射晶面间距为 d 的晶体，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能产生衍射的最大波长是多少？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55330" y="4573905"/>
              <a:ext cx="28917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2d sinθ = kλ，取 k = 1、sinθ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→ 1，最大波长 2d。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第8章 光的衍射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光的衍射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c1-bullets-1"/>
          <p:cNvGrpSpPr/>
          <p:nvPr/>
        </p:nvGrpSpPr>
        <p:grpSpPr>
          <a:xfrm>
            <a:off x="533400" y="1534478"/>
            <a:ext cx="5174151" cy="2291905"/>
            <a:chOff x="533400" y="1534478"/>
            <a:chExt cx="5174151" cy="2291905"/>
          </a:xfrm>
        </p:grpSpPr>
        <p:sp>
          <p:nvSpPr>
            <p:cNvPr id="7" name="Ellipse 7"/>
            <p:cNvSpPr/>
            <p:nvPr/>
          </p:nvSpPr>
          <p:spPr>
            <a:xfrm>
              <a:off x="533400" y="1534478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89078" y="157286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14197" y="1545907"/>
              <a:ext cx="444569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惠更斯-菲涅耳原理：波面上各子波相干叠加，K(φ) = (1 +</a:t>
              </a:r>
              <a:br/>
              <a:r>
                <a:rPr lang="el-GR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cosφ)/2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02168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89078" y="214150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14197" y="2114550"/>
              <a:ext cx="419709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单缝：a sinφ = ±kλ 暗，±(2k+1)λ/2 明；半波带数 = a</a:t>
              </a:r>
              <a:br/>
              <a:r>
                <a:rPr lang="el-GR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sinφ/(λ/2)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670810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89078" y="270919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14197" y="2683192"/>
              <a:ext cx="48933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中央明纹 l₀ = 2fλ/a，其他明纹 l = fλ/a；a 越小衍射越明显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2982277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89078" y="302066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14197" y="2994660"/>
              <a:ext cx="416280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圆孔 θ₀ = 1.22λ/D；光栅 (a+b) sinφ = ±kλ，缺级 k =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(a+b)k′/a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3549968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89078" y="358930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14197" y="3562350"/>
              <a:ext cx="45204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斜入射 (a+b)(sinθ ± sinφ) = ±kλ；X 射线 2d sinθ = kλ</a:t>
              </a:r>
            </a:p>
          </p:txBody>
        </p:sp>
      </p:grpSp>
      <p:grpSp>
        <p:nvGrpSpPr>
          <p:cNvPr id="29" name="c1-callout-2"/>
          <p:cNvGrpSpPr/>
          <p:nvPr/>
        </p:nvGrpSpPr>
        <p:grpSpPr>
          <a:xfrm>
            <a:off x="533400" y="3948112"/>
            <a:ext cx="5410200" cy="1379220"/>
            <a:chOff x="533400" y="3948112"/>
            <a:chExt cx="5410200" cy="1379220"/>
          </a:xfrm>
        </p:grpSpPr>
        <p:sp>
          <p:nvSpPr>
            <p:cNvPr id="23" name="Rectangle 23"/>
            <p:cNvSpPr/>
            <p:nvPr/>
          </p:nvSpPr>
          <p:spPr>
            <a:xfrm>
              <a:off x="533400" y="3948112"/>
              <a:ext cx="5410200" cy="1379220"/>
            </a:xfrm>
            <a:prstGeom prst="roundRect">
              <a:avLst>
                <a:gd name="adj" fmla="val 8287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738188" y="4538663"/>
              <a:ext cx="200026" cy="200025"/>
              <a:chOff x="738188" y="4538663"/>
              <a:chExt cx="200026" cy="200025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738188" y="453866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777926" y="458311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12642" y="469423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1040892" y="4419600"/>
              <a:ext cx="419709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单缝的 kλ 是暗纹，光栅的 kλ 是明纹（主极大）。系数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1.22 只出现在圆孔的第一暗环和最小分辨角里。</a:t>
              </a:r>
            </a:p>
          </p:txBody>
        </p:sp>
      </p:grpSp>
      <p:grpSp>
        <p:nvGrpSpPr>
          <p:cNvPr id="40" name="c2-card-1"/>
          <p:cNvGrpSpPr/>
          <p:nvPr/>
        </p:nvGrpSpPr>
        <p:grpSpPr>
          <a:xfrm>
            <a:off x="6248400" y="1524000"/>
            <a:ext cx="5410200" cy="2071688"/>
            <a:chOff x="6248400" y="1524000"/>
            <a:chExt cx="5410200" cy="2071688"/>
          </a:xfrm>
        </p:grpSpPr>
        <p:sp>
          <p:nvSpPr>
            <p:cNvPr id="30" name="Rectangle 30"/>
            <p:cNvSpPr/>
            <p:nvPr/>
          </p:nvSpPr>
          <p:spPr>
            <a:xfrm>
              <a:off x="6248400" y="1524000"/>
              <a:ext cx="5410200" cy="2071688"/>
            </a:xfrm>
            <a:prstGeom prst="roundRect">
              <a:avLst>
                <a:gd name="adj" fmla="val 643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257925" y="1657350"/>
              <a:ext cx="47625" cy="180498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78905" y="1716405"/>
              <a:ext cx="194310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26340" y="1750695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本讲义对原课件的更正与说明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6487478" y="2128838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643497" y="2072640"/>
              <a:ext cx="450570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例8.6 第三级衍射角原写作 φ₁ = 62.12°，应为 φ₃（讲义第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36 页）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6487478" y="2688907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643497" y="2632710"/>
              <a:ext cx="39301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例8.8 补上 k = ±10 不算的原因：该级在 φ = 90°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487478" y="2991802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643497" y="2935605"/>
              <a:ext cx="447998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单缝第一级次极大精确位置 1.43λ/a，原图标 1.5λ/a 是近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似值</a:t>
              </a:r>
            </a:p>
          </p:txBody>
        </p:sp>
      </p:grpSp>
      <p:grpSp>
        <p:nvGrpSpPr>
          <p:cNvPr id="50" name="c2-card-2"/>
          <p:cNvGrpSpPr/>
          <p:nvPr/>
        </p:nvGrpSpPr>
        <p:grpSpPr>
          <a:xfrm>
            <a:off x="6248400" y="3770948"/>
            <a:ext cx="5410200" cy="1557338"/>
            <a:chOff x="6248400" y="3770948"/>
            <a:chExt cx="5410200" cy="1557338"/>
          </a:xfrm>
        </p:grpSpPr>
        <p:sp>
          <p:nvSpPr>
            <p:cNvPr id="41" name="Rectangle 41"/>
            <p:cNvSpPr/>
            <p:nvPr/>
          </p:nvSpPr>
          <p:spPr>
            <a:xfrm>
              <a:off x="6248400" y="3770948"/>
              <a:ext cx="5410200" cy="1557338"/>
            </a:xfrm>
            <a:prstGeom prst="roundRect">
              <a:avLst>
                <a:gd name="adj" fmla="val 8563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440805" y="3963352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512242" y="3997643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补充进来的内容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449378" y="4375785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605397" y="4319588"/>
              <a:ext cx="42391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圆孔衍射、瑞利判据与分辨本领（原课件缺 8.3 节）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449378" y="4678680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605397" y="4622482"/>
              <a:ext cx="45571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单缝、光栅光强公式与按公式计算的曲线，极小的矢量图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449378" y="4980622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605397" y="4924425"/>
              <a:ext cx="42663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光谱重叠、布拉格公式与三道补充例题，12 道自测题</a:t>
              </a:r>
            </a:p>
          </p:txBody>
        </p:sp>
      </p:grpSp>
      <p:grpSp>
        <p:nvGrpSpPr>
          <p:cNvPr id="56" name="takeaway"/>
          <p:cNvGrpSpPr/>
          <p:nvPr/>
        </p:nvGrpSpPr>
        <p:grpSpPr>
          <a:xfrm>
            <a:off x="533400" y="5633085"/>
            <a:ext cx="11125200" cy="729615"/>
            <a:chOff x="533400" y="5633085"/>
            <a:chExt cx="11125200" cy="729615"/>
          </a:xfrm>
        </p:grpSpPr>
        <p:sp>
          <p:nvSpPr>
            <p:cNvPr id="51" name="Rectangle 51"/>
            <p:cNvSpPr/>
            <p:nvPr/>
          </p:nvSpPr>
          <p:spPr>
            <a:xfrm>
              <a:off x="533400" y="5633085"/>
              <a:ext cx="11125200" cy="729615"/>
            </a:xfrm>
            <a:prstGeom prst="roundRect">
              <a:avLst>
                <a:gd name="adj" fmla="val 15666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738188" y="5897882"/>
              <a:ext cx="200023" cy="200023"/>
              <a:chOff x="738188" y="5897882"/>
              <a:chExt cx="200023" cy="200023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738188" y="589788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871538" y="596455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1040892" y="5779770"/>
              <a:ext cx="1000067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衍射计算都落在一个比值上：单缝看 a sinφ 是 λ/2 的几倍，光栅看 (a+b) sinφ 是 λ 的几倍，再用 |sinφ| &lt; 1 和缺级筛掉不存在的级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次。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第8章 光的衍射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phys_ch8">
  <a:themeElements>
    <a:clrScheme name="phys_ch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hys_ch8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hys_ch8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47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2026-09-23T12:07:06Z</dcterms:created>
  <dcterms:modified xsi:type="dcterms:W3CDTF">2026-09-23T12:07:06Z</dcterms:modified>
  <cp:category/>
  <cp:contentStatus/>
</cp:coreProperties>
</file>